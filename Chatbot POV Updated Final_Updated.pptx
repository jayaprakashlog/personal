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 id="2147483906" r:id="rId5"/>
  </p:sldMasterIdLst>
  <p:notesMasterIdLst>
    <p:notesMasterId r:id="rId17"/>
  </p:notesMasterIdLst>
  <p:handoutMasterIdLst>
    <p:handoutMasterId r:id="rId18"/>
  </p:handoutMasterIdLst>
  <p:sldIdLst>
    <p:sldId id="332" r:id="rId6"/>
    <p:sldId id="339" r:id="rId7"/>
    <p:sldId id="338" r:id="rId8"/>
    <p:sldId id="2147481776" r:id="rId9"/>
    <p:sldId id="2147481782" r:id="rId10"/>
    <p:sldId id="2147481779" r:id="rId11"/>
    <p:sldId id="2147481780" r:id="rId12"/>
    <p:sldId id="2147481781" r:id="rId13"/>
    <p:sldId id="340" r:id="rId14"/>
    <p:sldId id="342" r:id="rId15"/>
    <p:sldId id="2147481778" r:id="rId16"/>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9" userDrawn="1">
          <p15:clr>
            <a:srgbClr val="A4A3A4"/>
          </p15:clr>
        </p15:guide>
        <p15:guide id="2" pos="7310" userDrawn="1">
          <p15:clr>
            <a:srgbClr val="A4A3A4"/>
          </p15:clr>
        </p15:guide>
        <p15:guide id="3" pos="370" userDrawn="1">
          <p15:clr>
            <a:srgbClr val="A4A3A4"/>
          </p15:clr>
        </p15:guide>
        <p15:guide id="4" orient="horz" pos="39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3A5580"/>
    <a:srgbClr val="7FAFDE"/>
    <a:srgbClr val="7993BA"/>
    <a:srgbClr val="8FACCC"/>
    <a:srgbClr val="394F73"/>
    <a:srgbClr val="88ABCC"/>
    <a:srgbClr val="6287B3"/>
    <a:srgbClr val="789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70" d="100"/>
          <a:sy n="70" d="100"/>
        </p:scale>
        <p:origin x="536" y="52"/>
      </p:cViewPr>
      <p:guideLst>
        <p:guide orient="horz" pos="709"/>
        <p:guide pos="7310"/>
        <p:guide pos="370"/>
        <p:guide orient="horz" pos="395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2/19/2025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2/19/2025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661B-9EDD-18A5-66D0-24755A70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3D41-DB78-860D-3DD9-FF72A39D9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835DF-F67E-4345-2DAE-9644FDA4A6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286D6E-AD6F-F2AD-8010-5F95B0DBE9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2425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s://twitter.com/trinitylifesci" TargetMode="External"/><Relationship Id="rId13" Type="http://schemas.openxmlformats.org/officeDocument/2006/relationships/image" Target="../media/image11.png"/><Relationship Id="rId3" Type="http://schemas.openxmlformats.org/officeDocument/2006/relationships/oleObject" Target="../embeddings/oleObject19.bin"/><Relationship Id="rId7" Type="http://schemas.openxmlformats.org/officeDocument/2006/relationships/image" Target="../media/image8.svg"/><Relationship Id="rId12" Type="http://schemas.openxmlformats.org/officeDocument/2006/relationships/hyperlink" Target="https://www.facebook.com/TrinityLifeSciences" TargetMode="External"/><Relationship Id="rId17" Type="http://schemas.openxmlformats.org/officeDocument/2006/relationships/image" Target="../media/image14.svg"/><Relationship Id="rId2" Type="http://schemas.openxmlformats.org/officeDocument/2006/relationships/slideMaster" Target="../slideMasters/slideMaster2.xml"/><Relationship Id="rId16" Type="http://schemas.openxmlformats.org/officeDocument/2006/relationships/image" Target="../media/image13.png"/><Relationship Id="rId1" Type="http://schemas.openxmlformats.org/officeDocument/2006/relationships/tags" Target="../tags/tag25.xml"/><Relationship Id="rId6" Type="http://schemas.openxmlformats.org/officeDocument/2006/relationships/image" Target="../media/image7.png"/><Relationship Id="rId11" Type="http://schemas.openxmlformats.org/officeDocument/2006/relationships/image" Target="../media/image28.png"/><Relationship Id="rId5" Type="http://schemas.openxmlformats.org/officeDocument/2006/relationships/hyperlink" Target="http://www.trinitypartners.com/" TargetMode="External"/><Relationship Id="rId15" Type="http://schemas.openxmlformats.org/officeDocument/2006/relationships/image" Target="../media/image12.svg"/><Relationship Id="rId10" Type="http://schemas.openxmlformats.org/officeDocument/2006/relationships/hyperlink" Target="https://www.linkedin.com/company/trinitylifesciences/" TargetMode="External"/><Relationship Id="rId4" Type="http://schemas.openxmlformats.org/officeDocument/2006/relationships/image" Target="../media/image5.emf"/><Relationship Id="rId9" Type="http://schemas.openxmlformats.org/officeDocument/2006/relationships/image" Target="../media/image9.png"/><Relationship Id="rId1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935A561-DB9F-0B3D-FB18-BAB67D748731}"/>
              </a:ext>
            </a:extLst>
          </p:cNvPr>
          <p:cNvSpPr/>
          <p:nvPr userDrawn="1"/>
        </p:nvSpPr>
        <p:spPr>
          <a:xfrm>
            <a:off x="0" y="-1"/>
            <a:ext cx="5777785" cy="6858001"/>
          </a:xfrm>
          <a:custGeom>
            <a:avLst/>
            <a:gdLst>
              <a:gd name="connsiteX0" fmla="*/ 0 w 5777785"/>
              <a:gd name="connsiteY0" fmla="*/ 0 h 6858001"/>
              <a:gd name="connsiteX1" fmla="*/ 5777785 w 5777785"/>
              <a:gd name="connsiteY1" fmla="*/ 0 h 6858001"/>
              <a:gd name="connsiteX2" fmla="*/ 3303519 w 5777785"/>
              <a:gd name="connsiteY2" fmla="*/ 6821767 h 6858001"/>
              <a:gd name="connsiteX3" fmla="*/ 3280668 w 5777785"/>
              <a:gd name="connsiteY3" fmla="*/ 6858001 h 6858001"/>
              <a:gd name="connsiteX4" fmla="*/ 0 w 5777785"/>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7785" h="6858001">
                <a:moveTo>
                  <a:pt x="0" y="0"/>
                </a:moveTo>
                <a:lnTo>
                  <a:pt x="5777785" y="0"/>
                </a:lnTo>
                <a:cubicBezTo>
                  <a:pt x="3680018" y="822099"/>
                  <a:pt x="4417956" y="4848315"/>
                  <a:pt x="3303519" y="6821767"/>
                </a:cubicBezTo>
                <a:lnTo>
                  <a:pt x="3280668" y="6858001"/>
                </a:lnTo>
                <a:lnTo>
                  <a:pt x="0" y="6858001"/>
                </a:lnTo>
                <a:close/>
              </a:path>
            </a:pathLst>
          </a:custGeom>
          <a:gradFill flip="none" rotWithShape="1">
            <a:gsLst>
              <a:gs pos="0">
                <a:srgbClr val="27AAE1"/>
              </a:gs>
              <a:gs pos="50000">
                <a:srgbClr val="5573B1"/>
              </a:gs>
              <a:gs pos="99000">
                <a:srgbClr val="5C5DA7"/>
              </a:gs>
            </a:gsLst>
            <a:lin ang="1890000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8" name="Graphic 7">
            <a:extLst>
              <a:ext uri="{FF2B5EF4-FFF2-40B4-BE49-F238E27FC236}">
                <a16:creationId xmlns:a16="http://schemas.microsoft.com/office/drawing/2014/main" id="{C78069E7-3FA0-ADE2-8A61-B1A8908E7F04}"/>
              </a:ext>
            </a:extLst>
          </p:cNvPr>
          <p:cNvPicPr>
            <a:picLocks noChangeAspect="1"/>
          </p:cNvPicPr>
          <p:nvPr userDrawn="1"/>
        </p:nvPicPr>
        <p:blipFill>
          <a:blip r:embed="rId3"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b="24637"/>
          <a:stretch>
            <a:fillRect/>
          </a:stretch>
        </p:blipFill>
        <p:spPr>
          <a:xfrm>
            <a:off x="827314" y="1620305"/>
            <a:ext cx="3207656" cy="5237695"/>
          </a:xfrm>
          <a:custGeom>
            <a:avLst/>
            <a:gdLst>
              <a:gd name="connsiteX0" fmla="*/ 0 w 3207656"/>
              <a:gd name="connsiteY0" fmla="*/ 0 h 5237695"/>
              <a:gd name="connsiteX1" fmla="*/ 3207656 w 3207656"/>
              <a:gd name="connsiteY1" fmla="*/ 0 h 5237695"/>
              <a:gd name="connsiteX2" fmla="*/ 3207656 w 3207656"/>
              <a:gd name="connsiteY2" fmla="*/ 2306360 h 5237695"/>
              <a:gd name="connsiteX3" fmla="*/ 3195699 w 3207656"/>
              <a:gd name="connsiteY3" fmla="*/ 2392536 h 5237695"/>
              <a:gd name="connsiteX4" fmla="*/ 2476205 w 3207656"/>
              <a:gd name="connsiteY4" fmla="*/ 5201461 h 5237695"/>
              <a:gd name="connsiteX5" fmla="*/ 2453354 w 3207656"/>
              <a:gd name="connsiteY5" fmla="*/ 5237695 h 5237695"/>
              <a:gd name="connsiteX6" fmla="*/ 0 w 3207656"/>
              <a:gd name="connsiteY6" fmla="*/ 5237695 h 523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7656" h="5237695">
                <a:moveTo>
                  <a:pt x="0" y="0"/>
                </a:moveTo>
                <a:lnTo>
                  <a:pt x="3207656" y="0"/>
                </a:lnTo>
                <a:lnTo>
                  <a:pt x="3207656" y="2306360"/>
                </a:lnTo>
                <a:lnTo>
                  <a:pt x="3195699" y="2392536"/>
                </a:lnTo>
                <a:cubicBezTo>
                  <a:pt x="3051543" y="3432702"/>
                  <a:pt x="2894119" y="4461417"/>
                  <a:pt x="2476205" y="5201461"/>
                </a:cubicBezTo>
                <a:lnTo>
                  <a:pt x="2453354" y="5237695"/>
                </a:lnTo>
                <a:lnTo>
                  <a:pt x="0" y="5237695"/>
                </a:lnTo>
                <a:close/>
              </a:path>
            </a:pathLst>
          </a:cu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4" name="Object 3" hidden="1"/>
                      <p:cNvPicPr/>
                      <p:nvPr/>
                    </p:nvPicPr>
                    <p:blipFill>
                      <a:blip r:embed="rId6"/>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57730"/>
            <a:ext cx="3915747" cy="492443"/>
          </a:xfrm>
          <a:noFill/>
        </p:spPr>
        <p:txBody>
          <a:bodyPr vert="horz" lIns="0" tIns="0" rIns="0" bIns="0" rtlCol="0" anchor="t">
            <a:spAutoFit/>
          </a:bodyPr>
          <a:lstStyle>
            <a:lvl1pPr>
              <a:defRPr lang="en-US" sz="3200" b="1" i="0" kern="1200" spc="0" baseline="0" dirty="0">
                <a:solidFill>
                  <a:schemeClr val="bg1"/>
                </a:solidFill>
                <a:latin typeface="+mn-lt"/>
                <a:ea typeface="+mj-ea"/>
                <a:cs typeface="Tahoma" pitchFamily="34" charset="0"/>
              </a:defRPr>
            </a:lvl1pPr>
          </a:lstStyle>
          <a:p>
            <a:pPr marL="0" lvl="0" algn="l" defTabSz="914400" rtl="0" eaLnBrk="1" latinLnBrk="0" hangingPunct="1">
              <a:spcBef>
                <a:spcPct val="0"/>
              </a:spcBef>
              <a:buNone/>
            </a:pPr>
            <a:r>
              <a:rPr lang="en-US"/>
              <a:t>Agenda Slide</a:t>
            </a:r>
          </a:p>
        </p:txBody>
      </p:sp>
      <p:sp>
        <p:nvSpPr>
          <p:cNvPr id="9" name="Slide Number Placeholder 5">
            <a:extLst>
              <a:ext uri="{FF2B5EF4-FFF2-40B4-BE49-F238E27FC236}">
                <a16:creationId xmlns:a16="http://schemas.microsoft.com/office/drawing/2014/main" id="{46D6B109-800C-4D31-C707-C4D13E334EBD}"/>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Tree>
    <p:extLst>
      <p:ext uri="{BB962C8B-B14F-4D97-AF65-F5344CB8AC3E}">
        <p14:creationId xmlns:p14="http://schemas.microsoft.com/office/powerpoint/2010/main" val="3707759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sp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lIns="0" tIns="0" rIns="0" bIns="0"/>
          <a:lstStyle>
            <a:lvl1pPr marL="190500" indent="-187325">
              <a:defRPr>
                <a:solidFill>
                  <a:schemeClr val="tx1"/>
                </a:solidFill>
              </a:defRPr>
            </a:lvl1pPr>
            <a:lvl2pPr marL="439738" indent="-250825">
              <a:defRPr>
                <a:solidFill>
                  <a:schemeClr val="tx2"/>
                </a:solidFill>
              </a:defRPr>
            </a:lvl2pPr>
            <a:lvl3pPr marL="652463" indent="-217488">
              <a:defRPr>
                <a:solidFill>
                  <a:schemeClr val="bg2">
                    <a:lumMod val="50000"/>
                  </a:schemeClr>
                </a:solidFill>
              </a:defRPr>
            </a:lvl3pPr>
            <a:lvl4pPr marL="833438" indent="-173038">
              <a:defRPr>
                <a:solidFill>
                  <a:schemeClr val="bg2">
                    <a:lumMod val="50000"/>
                  </a:schemeClr>
                </a:solidFill>
              </a:defRPr>
            </a:lvl4pPr>
            <a:lvl5pPr marL="1004888" indent="-169863">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95580440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832352620"/>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4" name="Picture 3" descr="A blue and white background with dots and lines&#10;&#10;Description automatically generated">
            <a:extLst>
              <a:ext uri="{FF2B5EF4-FFF2-40B4-BE49-F238E27FC236}">
                <a16:creationId xmlns:a16="http://schemas.microsoft.com/office/drawing/2014/main" id="{815BE657-C903-783C-7BA2-9AAE0850239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12192000" cy="3409950"/>
          </a:xfrm>
          <a:custGeom>
            <a:avLst/>
            <a:gdLst>
              <a:gd name="connsiteX0" fmla="*/ 0 w 12192000"/>
              <a:gd name="connsiteY0" fmla="*/ 0 h 3409950"/>
              <a:gd name="connsiteX1" fmla="*/ 12192000 w 12192000"/>
              <a:gd name="connsiteY1" fmla="*/ 0 h 3409950"/>
              <a:gd name="connsiteX2" fmla="*/ 12192000 w 12192000"/>
              <a:gd name="connsiteY2" fmla="*/ 3409950 h 3409950"/>
              <a:gd name="connsiteX3" fmla="*/ 0 w 12192000"/>
              <a:gd name="connsiteY3" fmla="*/ 3409950 h 3409950"/>
            </a:gdLst>
            <a:ahLst/>
            <a:cxnLst>
              <a:cxn ang="0">
                <a:pos x="connsiteX0" y="connsiteY0"/>
              </a:cxn>
              <a:cxn ang="0">
                <a:pos x="connsiteX1" y="connsiteY1"/>
              </a:cxn>
              <a:cxn ang="0">
                <a:pos x="connsiteX2" y="connsiteY2"/>
              </a:cxn>
              <a:cxn ang="0">
                <a:pos x="connsiteX3" y="connsiteY3"/>
              </a:cxn>
            </a:cxnLst>
            <a:rect l="l" t="t" r="r" b="b"/>
            <a:pathLst>
              <a:path w="12192000" h="3409950">
                <a:moveTo>
                  <a:pt x="0" y="0"/>
                </a:moveTo>
                <a:lnTo>
                  <a:pt x="12192000" y="0"/>
                </a:lnTo>
                <a:lnTo>
                  <a:pt x="12192000" y="3409950"/>
                </a:lnTo>
                <a:lnTo>
                  <a:pt x="0" y="3409950"/>
                </a:lnTo>
                <a:close/>
              </a:path>
            </a:pathLst>
          </a:custGeom>
        </p:spPr>
      </p:pic>
      <p:grpSp>
        <p:nvGrpSpPr>
          <p:cNvPr id="7" name="Group 6">
            <a:extLst>
              <a:ext uri="{FF2B5EF4-FFF2-40B4-BE49-F238E27FC236}">
                <a16:creationId xmlns:a16="http://schemas.microsoft.com/office/drawing/2014/main" id="{ABB7A618-B4AF-81DA-3A9E-D6BE9E16B49B}"/>
              </a:ext>
            </a:extLst>
          </p:cNvPr>
          <p:cNvGrpSpPr/>
          <p:nvPr userDrawn="1"/>
        </p:nvGrpSpPr>
        <p:grpSpPr>
          <a:xfrm>
            <a:off x="0" y="0"/>
            <a:ext cx="12192000" cy="3409950"/>
            <a:chOff x="154" y="0"/>
            <a:chExt cx="12191846" cy="6858000"/>
          </a:xfrm>
        </p:grpSpPr>
        <p:sp>
          <p:nvSpPr>
            <p:cNvPr id="8" name="Rectangle 7">
              <a:extLst>
                <a:ext uri="{FF2B5EF4-FFF2-40B4-BE49-F238E27FC236}">
                  <a16:creationId xmlns:a16="http://schemas.microsoft.com/office/drawing/2014/main" id="{BFBDDBF3-01AA-BB27-7D6C-EAA98AE72BFD}"/>
                </a:ext>
              </a:extLst>
            </p:cNvPr>
            <p:cNvSpPr/>
            <p:nvPr/>
          </p:nvSpPr>
          <p:spPr>
            <a:xfrm>
              <a:off x="154" y="0"/>
              <a:ext cx="6095770" cy="6858000"/>
            </a:xfrm>
            <a:prstGeom prst="rect">
              <a:avLst/>
            </a:prstGeom>
            <a:gradFill flip="none" rotWithShape="1">
              <a:gsLst>
                <a:gs pos="0">
                  <a:srgbClr val="32A7DA"/>
                </a:gs>
                <a:gs pos="100000">
                  <a:srgbClr val="34A6D8">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CE24242-8856-2524-8A97-2E71A2E987AC}"/>
                </a:ext>
              </a:extLst>
            </p:cNvPr>
            <p:cNvSpPr/>
            <p:nvPr/>
          </p:nvSpPr>
          <p:spPr>
            <a:xfrm flipH="1">
              <a:off x="6096078" y="0"/>
              <a:ext cx="6095922" cy="6858000"/>
            </a:xfrm>
            <a:prstGeom prst="rect">
              <a:avLst/>
            </a:prstGeom>
            <a:gradFill flip="none" rotWithShape="1">
              <a:gsLst>
                <a:gs pos="0">
                  <a:srgbClr val="555899"/>
                </a:gs>
                <a:gs pos="100000">
                  <a:srgbClr val="555899">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Text Placeholder 11">
            <a:extLst>
              <a:ext uri="{FF2B5EF4-FFF2-40B4-BE49-F238E27FC236}">
                <a16:creationId xmlns:a16="http://schemas.microsoft.com/office/drawing/2014/main" id="{2293D1A6-51B2-0419-5EE1-078245CAF5BA}"/>
              </a:ext>
            </a:extLst>
          </p:cNvPr>
          <p:cNvSpPr txBox="1">
            <a:spLocks/>
          </p:cNvSpPr>
          <p:nvPr userDrawn="1"/>
        </p:nvSpPr>
        <p:spPr>
          <a:xfrm>
            <a:off x="1067372" y="2666919"/>
            <a:ext cx="10323941" cy="1352325"/>
          </a:xfrm>
          <a:prstGeom prst="roundRect">
            <a:avLst>
              <a:gd name="adj" fmla="val 50000"/>
            </a:avLst>
          </a:prstGeom>
          <a:solidFill>
            <a:schemeClr val="bg1"/>
          </a:solidFill>
          <a:effectLst>
            <a:outerShdw blurRad="50800" dist="88900" dir="5400000" algn="t" rotWithShape="0">
              <a:prstClr val="black">
                <a:alpha val="15000"/>
              </a:prstClr>
            </a:outerShdw>
          </a:effectLst>
        </p:spPr>
        <p:txBody>
          <a:bodyPr wrap="square" lIns="90000" tIns="46800" rIns="90000" bIns="46800" anchor="ctr">
            <a:noAutofit/>
          </a:bodyPr>
          <a:lstStyle>
            <a:defPPr>
              <a:defRPr lang="en-US"/>
            </a:defPPr>
            <a:lvl1pPr marR="0" lvl="0" indent="0" fontAlgn="auto">
              <a:lnSpc>
                <a:spcPct val="100000"/>
              </a:lnSpc>
              <a:spcBef>
                <a:spcPts val="600"/>
              </a:spcBef>
              <a:spcAft>
                <a:spcPts val="0"/>
              </a:spcAft>
              <a:buClr>
                <a:srgbClr val="E7E6E6">
                  <a:lumMod val="50000"/>
                </a:srgbClr>
              </a:buClr>
              <a:buSzTx/>
              <a:buFont typeface="Arial" panose="020B0604020202020204" pitchFamily="34" charset="0"/>
              <a:buNone/>
              <a:tabLst/>
              <a:defRPr kumimoji="0" b="1" i="0" u="none" strike="noStrike" cap="none" spc="0" normalizeH="0" baseline="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cs typeface="Tahoma" pitchFamily="34" charset="0"/>
              </a:defRPr>
            </a:lvl1pPr>
            <a:lvl2pPr marL="439738" indent="-250825">
              <a:spcBef>
                <a:spcPts val="600"/>
              </a:spcBef>
              <a:buClr>
                <a:schemeClr val="bg2">
                  <a:lumMod val="50000"/>
                </a:schemeClr>
              </a:buClr>
              <a:buFont typeface="Courier New" pitchFamily="49" charset="0"/>
              <a:buChar char="­"/>
              <a:defRPr sz="1600">
                <a:solidFill>
                  <a:schemeClr val="accent1"/>
                </a:solidFill>
                <a:cs typeface="Tahoma" pitchFamily="34" charset="0"/>
              </a:defRPr>
            </a:lvl2pPr>
            <a:lvl3pPr marL="652463" indent="-217488">
              <a:spcBef>
                <a:spcPts val="600"/>
              </a:spcBef>
              <a:buClr>
                <a:schemeClr val="bg2">
                  <a:lumMod val="50000"/>
                </a:schemeClr>
              </a:buClr>
              <a:buFont typeface="Arial" panose="020B0604020202020204" pitchFamily="34" charset="0"/>
              <a:buChar char="•"/>
              <a:defRPr sz="1400">
                <a:solidFill>
                  <a:schemeClr val="bg2">
                    <a:lumMod val="50000"/>
                  </a:schemeClr>
                </a:solidFill>
                <a:cs typeface="Tahoma" pitchFamily="34" charset="0"/>
              </a:defRPr>
            </a:lvl3pPr>
            <a:lvl4pPr marL="833438" indent="-173038">
              <a:spcBef>
                <a:spcPts val="600"/>
              </a:spcBef>
              <a:buClr>
                <a:schemeClr val="bg2">
                  <a:lumMod val="50000"/>
                </a:schemeClr>
              </a:buClr>
              <a:buFont typeface="Arial" pitchFamily="34" charset="0"/>
              <a:buChar char="–"/>
              <a:defRPr sz="1200">
                <a:solidFill>
                  <a:schemeClr val="bg2">
                    <a:lumMod val="50000"/>
                  </a:schemeClr>
                </a:solidFill>
                <a:cs typeface="Tahoma" pitchFamily="34" charset="0"/>
              </a:defRPr>
            </a:lvl4pPr>
            <a:lvl5pPr marL="1004888" indent="-169863">
              <a:spcBef>
                <a:spcPts val="600"/>
              </a:spcBef>
              <a:buClr>
                <a:schemeClr val="bg2">
                  <a:lumMod val="50000"/>
                </a:schemeClr>
              </a:buClr>
              <a:buFont typeface="Arial" panose="020B0604020202020204" pitchFamily="34" charset="0"/>
              <a:buChar char="•"/>
              <a:defRPr sz="1000">
                <a:solidFill>
                  <a:schemeClr val="bg2">
                    <a:lumMod val="50000"/>
                  </a:schemeClr>
                </a:solidFill>
                <a:cs typeface="Tahoma"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1" fontAlgn="auto" latinLnBrk="0" hangingPunct="1">
              <a:lnSpc>
                <a:spcPct val="100000"/>
              </a:lnSpc>
              <a:spcBef>
                <a:spcPts val="600"/>
              </a:spcBef>
              <a:spcAft>
                <a:spcPts val="0"/>
              </a:spcAft>
              <a:buClr>
                <a:srgbClr val="E7E6E6">
                  <a:lumMod val="50000"/>
                </a:srgbClr>
              </a:buClr>
              <a:buSzTx/>
              <a:buFont typeface="Arial" panose="020B0604020202020204" pitchFamily="34" charset="0"/>
              <a:buNone/>
              <a:tabLst/>
              <a:defRPr/>
            </a:pPr>
            <a:endParaRPr kumimoji="0" lang="en-US" sz="1600" b="1" i="0" u="none" strike="noStrike" kern="1200" cap="none" spc="0" normalizeH="0" baseline="0" noProof="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ea typeface="+mn-ea"/>
              <a:cs typeface="Tahoma" pitchFamily="34" charset="0"/>
            </a:endParaRPr>
          </a:p>
        </p:txBody>
      </p:sp>
      <p:sp>
        <p:nvSpPr>
          <p:cNvPr id="13" name="Text Placeholder 11">
            <a:extLst>
              <a:ext uri="{FF2B5EF4-FFF2-40B4-BE49-F238E27FC236}">
                <a16:creationId xmlns:a16="http://schemas.microsoft.com/office/drawing/2014/main" id="{7520D620-2E3C-14E0-CD8F-8E0E721E93E0}"/>
              </a:ext>
            </a:extLst>
          </p:cNvPr>
          <p:cNvSpPr txBox="1">
            <a:spLocks/>
          </p:cNvSpPr>
          <p:nvPr userDrawn="1"/>
        </p:nvSpPr>
        <p:spPr>
          <a:xfrm>
            <a:off x="1219184" y="2788936"/>
            <a:ext cx="10020316" cy="1108290"/>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defPPr>
              <a:defRPr lang="en-US"/>
            </a:defPPr>
            <a:lvl1pPr lvl="0"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1485880" y="3091282"/>
            <a:ext cx="9486936" cy="503599"/>
          </a:xfrm>
        </p:spPr>
        <p:txBody>
          <a:bodyPr vert="horz" lIns="0" tIns="0" rIns="0" bIns="0" anchor="ctr"/>
          <a:lstStyle>
            <a:lvl1pPr marL="0" algn="ctr" defTabSz="914400" rtl="0" eaLnBrk="1" latinLnBrk="0" hangingPunct="1">
              <a:spcBef>
                <a:spcPct val="0"/>
              </a:spcBef>
              <a:buNone/>
              <a:defRPr kumimoji="0" lang="en-US" sz="3200" b="1" i="0" u="none" strike="noStrike" kern="1200" cap="none" spc="0" normalizeH="0" baseline="0" dirty="0">
                <a:ln>
                  <a:noFill/>
                </a:ln>
                <a:solidFill>
                  <a:srgbClr val="FFFFFF"/>
                </a:solidFill>
                <a:effectLst/>
                <a:uLnTx/>
                <a:uFillTx/>
                <a:latin typeface="Calibri" panose="020F0502020204030204"/>
                <a:ea typeface="+mn-ea"/>
                <a:cs typeface="Tahoma" pitchFamily="34" charset="0"/>
              </a:defRPr>
            </a:lvl1pPr>
          </a:lstStyle>
          <a:p>
            <a:pPr marL="0" marR="0" lvl="0" indent="0" algn="ctr" defTabSz="914400" rtl="0" eaLnBrk="1" fontAlgn="auto" latinLnBrk="0" hangingPunct="1">
              <a:lnSpc>
                <a:spcPct val="107000"/>
              </a:lnSpc>
              <a:spcBef>
                <a:spcPct val="0"/>
              </a:spcBef>
              <a:spcAft>
                <a:spcPts val="800"/>
              </a:spcAft>
              <a:buClrTx/>
              <a:buSzTx/>
              <a:buFontTx/>
              <a:buNone/>
              <a:tabLst/>
              <a:defRPr/>
            </a:pPr>
            <a:r>
              <a:rPr lang="en-US"/>
              <a:t>SECTION DIVIDER</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1496" y="6405894"/>
            <a:ext cx="152400" cy="330200"/>
          </a:xfrm>
          <a:prstGeom prst="rect">
            <a:avLst/>
          </a:prstGeom>
        </p:spPr>
      </p:pic>
      <p:sp>
        <p:nvSpPr>
          <p:cNvPr id="14" name="Text Placeholder 15">
            <a:extLst>
              <a:ext uri="{FF2B5EF4-FFF2-40B4-BE49-F238E27FC236}">
                <a16:creationId xmlns:a16="http://schemas.microsoft.com/office/drawing/2014/main" id="{C6456148-8DA2-EE0B-1221-3F46195A3C2F}"/>
              </a:ext>
            </a:extLst>
          </p:cNvPr>
          <p:cNvSpPr>
            <a:spLocks noGrp="1"/>
          </p:cNvSpPr>
          <p:nvPr>
            <p:ph type="body" sz="quarter" idx="23" hasCustomPrompt="1"/>
          </p:nvPr>
        </p:nvSpPr>
        <p:spPr>
          <a:xfrm>
            <a:off x="11803200" y="0"/>
            <a:ext cx="388800" cy="1036800"/>
          </a:xfrm>
          <a:prstGeom prst="rect">
            <a:avLst/>
          </a:prstGeom>
          <a:blipFill>
            <a:blip r:embed="rId8">
              <a:extLst>
                <a:ext uri="{96DAC541-7B7A-43D3-8B79-37D633B846F1}">
                  <asvg:svgBlip xmlns:asvg="http://schemas.microsoft.com/office/drawing/2016/SVG/main" r:embed="rId9"/>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218881477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bjectives">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C33A01D7-733B-86B7-993D-D6DD7231ADD3}"/>
              </a:ext>
            </a:extLst>
          </p:cNvPr>
          <p:cNvSpPr>
            <a:spLocks noGrp="1"/>
          </p:cNvSpPr>
          <p:nvPr>
            <p:ph type="body" sz="quarter" idx="20" hasCustomPrompt="1"/>
          </p:nvPr>
        </p:nvSpPr>
        <p:spPr>
          <a:xfrm flipH="1" flipV="1">
            <a:off x="6254502" y="1951347"/>
            <a:ext cx="5937495" cy="4220851"/>
          </a:xfrm>
          <a:prstGeom prst="round1Rect">
            <a:avLst>
              <a:gd name="adj" fmla="val 5393"/>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951348"/>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3" name="Text Placeholder 10">
            <a:extLst>
              <a:ext uri="{FF2B5EF4-FFF2-40B4-BE49-F238E27FC236}">
                <a16:creationId xmlns:a16="http://schemas.microsoft.com/office/drawing/2014/main" id="{6E4BEDD1-4A5D-7D4E-8106-42322D567345}"/>
              </a:ext>
            </a:extLst>
          </p:cNvPr>
          <p:cNvSpPr>
            <a:spLocks noGrp="1"/>
          </p:cNvSpPr>
          <p:nvPr>
            <p:ph type="body" sz="quarter" idx="16" hasCustomPrompt="1"/>
          </p:nvPr>
        </p:nvSpPr>
        <p:spPr>
          <a:xfrm>
            <a:off x="614916"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4" name="Text Placeholder 10">
            <a:extLst>
              <a:ext uri="{FF2B5EF4-FFF2-40B4-BE49-F238E27FC236}">
                <a16:creationId xmlns:a16="http://schemas.microsoft.com/office/drawing/2014/main" id="{92A27A0A-B75E-350F-03D5-013ABA445A8D}"/>
              </a:ext>
            </a:extLst>
          </p:cNvPr>
          <p:cNvSpPr>
            <a:spLocks noGrp="1"/>
          </p:cNvSpPr>
          <p:nvPr>
            <p:ph type="body" sz="quarter" idx="17" hasCustomPrompt="1"/>
          </p:nvPr>
        </p:nvSpPr>
        <p:spPr>
          <a:xfrm>
            <a:off x="6254505"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6" name="Text Placeholder 15">
            <a:extLst>
              <a:ext uri="{FF2B5EF4-FFF2-40B4-BE49-F238E27FC236}">
                <a16:creationId xmlns:a16="http://schemas.microsoft.com/office/drawing/2014/main" id="{DF000289-759B-1313-71BF-1229ABF2FD74}"/>
              </a:ext>
            </a:extLst>
          </p:cNvPr>
          <p:cNvSpPr>
            <a:spLocks noGrp="1"/>
          </p:cNvSpPr>
          <p:nvPr>
            <p:ph type="body" sz="quarter" idx="18" hasCustomPrompt="1"/>
          </p:nvPr>
        </p:nvSpPr>
        <p:spPr>
          <a:xfrm>
            <a:off x="1967071"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17" name="Text Placeholder 15">
            <a:extLst>
              <a:ext uri="{FF2B5EF4-FFF2-40B4-BE49-F238E27FC236}">
                <a16:creationId xmlns:a16="http://schemas.microsoft.com/office/drawing/2014/main" id="{0162C4C5-FB82-539D-9AA1-64D64C1ADA7F}"/>
              </a:ext>
            </a:extLst>
          </p:cNvPr>
          <p:cNvSpPr>
            <a:spLocks noGrp="1"/>
          </p:cNvSpPr>
          <p:nvPr>
            <p:ph type="body" sz="quarter" idx="19" hasCustomPrompt="1"/>
          </p:nvPr>
        </p:nvSpPr>
        <p:spPr>
          <a:xfrm>
            <a:off x="7606660"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7" name="Text Placeholder 10">
            <a:extLst>
              <a:ext uri="{FF2B5EF4-FFF2-40B4-BE49-F238E27FC236}">
                <a16:creationId xmlns:a16="http://schemas.microsoft.com/office/drawing/2014/main" id="{A6BFF575-AE6C-32AA-840F-D870745DEE5D}"/>
              </a:ext>
            </a:extLst>
          </p:cNvPr>
          <p:cNvSpPr>
            <a:spLocks noGrp="1"/>
          </p:cNvSpPr>
          <p:nvPr>
            <p:ph type="body" sz="quarter" idx="21"/>
          </p:nvPr>
        </p:nvSpPr>
        <p:spPr>
          <a:xfrm>
            <a:off x="792366" y="2288873"/>
            <a:ext cx="4945961"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7ABABDD-0C65-84F3-C856-3F320DB34132}"/>
              </a:ext>
            </a:extLst>
          </p:cNvPr>
          <p:cNvSpPr>
            <a:spLocks noGrp="1"/>
          </p:cNvSpPr>
          <p:nvPr>
            <p:ph type="body" sz="quarter" idx="22"/>
          </p:nvPr>
        </p:nvSpPr>
        <p:spPr>
          <a:xfrm>
            <a:off x="6453673" y="2288873"/>
            <a:ext cx="5128727"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1941860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ios">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695450"/>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
        <p:nvSpPr>
          <p:cNvPr id="18" name="Picture Placeholder 17">
            <a:extLst>
              <a:ext uri="{FF2B5EF4-FFF2-40B4-BE49-F238E27FC236}">
                <a16:creationId xmlns:a16="http://schemas.microsoft.com/office/drawing/2014/main" id="{77E7397B-A8D4-C667-4D19-E13CB9898342}"/>
              </a:ext>
            </a:extLst>
          </p:cNvPr>
          <p:cNvSpPr>
            <a:spLocks noGrp="1"/>
          </p:cNvSpPr>
          <p:nvPr>
            <p:ph type="pic" sz="quarter" idx="24"/>
          </p:nvPr>
        </p:nvSpPr>
        <p:spPr>
          <a:xfrm>
            <a:off x="1776666"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22" name="Text Placeholder 21">
            <a:extLst>
              <a:ext uri="{FF2B5EF4-FFF2-40B4-BE49-F238E27FC236}">
                <a16:creationId xmlns:a16="http://schemas.microsoft.com/office/drawing/2014/main" id="{524FAEDF-45B9-1479-E01A-30733F469452}"/>
              </a:ext>
            </a:extLst>
          </p:cNvPr>
          <p:cNvSpPr>
            <a:spLocks noGrp="1"/>
          </p:cNvSpPr>
          <p:nvPr>
            <p:ph type="body" sz="quarter" idx="25" hasCustomPrompt="1"/>
          </p:nvPr>
        </p:nvSpPr>
        <p:spPr>
          <a:xfrm>
            <a:off x="1776666"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27" name="Text Placeholder 21">
            <a:extLst>
              <a:ext uri="{FF2B5EF4-FFF2-40B4-BE49-F238E27FC236}">
                <a16:creationId xmlns:a16="http://schemas.microsoft.com/office/drawing/2014/main" id="{9988E430-9DBB-EF91-BCB2-9D2822539827}"/>
              </a:ext>
            </a:extLst>
          </p:cNvPr>
          <p:cNvSpPr>
            <a:spLocks noGrp="1"/>
          </p:cNvSpPr>
          <p:nvPr>
            <p:ph type="body" sz="quarter" idx="26" hasCustomPrompt="1"/>
          </p:nvPr>
        </p:nvSpPr>
        <p:spPr>
          <a:xfrm>
            <a:off x="1776666"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28" name="Text Placeholder 21">
            <a:extLst>
              <a:ext uri="{FF2B5EF4-FFF2-40B4-BE49-F238E27FC236}">
                <a16:creationId xmlns:a16="http://schemas.microsoft.com/office/drawing/2014/main" id="{D6A0DA62-2527-4638-E09D-5E439E39E52F}"/>
              </a:ext>
            </a:extLst>
          </p:cNvPr>
          <p:cNvSpPr>
            <a:spLocks noGrp="1"/>
          </p:cNvSpPr>
          <p:nvPr>
            <p:ph type="body" sz="quarter" idx="27" hasCustomPrompt="1"/>
          </p:nvPr>
        </p:nvSpPr>
        <p:spPr>
          <a:xfrm>
            <a:off x="1776666"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29" name="Rectangle 28">
            <a:extLst>
              <a:ext uri="{FF2B5EF4-FFF2-40B4-BE49-F238E27FC236}">
                <a16:creationId xmlns:a16="http://schemas.microsoft.com/office/drawing/2014/main" id="{6D457F70-3A2E-D606-98D3-4359ACDD1BE3}"/>
              </a:ext>
            </a:extLst>
          </p:cNvPr>
          <p:cNvSpPr/>
          <p:nvPr userDrawn="1"/>
        </p:nvSpPr>
        <p:spPr>
          <a:xfrm>
            <a:off x="1" y="3023158"/>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0DEDE1ED-B741-98BA-7B86-8D8DF4993C5E}"/>
              </a:ext>
            </a:extLst>
          </p:cNvPr>
          <p:cNvSpPr/>
          <p:nvPr userDrawn="1"/>
        </p:nvSpPr>
        <p:spPr>
          <a:xfrm>
            <a:off x="603587" y="3088316"/>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PROJECT ROLE</a:t>
            </a:r>
          </a:p>
        </p:txBody>
      </p:sp>
      <p:cxnSp>
        <p:nvCxnSpPr>
          <p:cNvPr id="31" name="Straight Connector 30">
            <a:extLst>
              <a:ext uri="{FF2B5EF4-FFF2-40B4-BE49-F238E27FC236}">
                <a16:creationId xmlns:a16="http://schemas.microsoft.com/office/drawing/2014/main" id="{02E048C4-18AD-9E05-B472-F63D9B060469}"/>
              </a:ext>
            </a:extLst>
          </p:cNvPr>
          <p:cNvCxnSpPr>
            <a:cxnSpLocks/>
          </p:cNvCxnSpPr>
          <p:nvPr userDrawn="1"/>
        </p:nvCxnSpPr>
        <p:spPr>
          <a:xfrm>
            <a:off x="1627372" y="3088316"/>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21">
            <a:extLst>
              <a:ext uri="{FF2B5EF4-FFF2-40B4-BE49-F238E27FC236}">
                <a16:creationId xmlns:a16="http://schemas.microsoft.com/office/drawing/2014/main" id="{EFDA9493-F7A4-B319-54CB-488B64D84C76}"/>
              </a:ext>
            </a:extLst>
          </p:cNvPr>
          <p:cNvSpPr>
            <a:spLocks noGrp="1"/>
          </p:cNvSpPr>
          <p:nvPr>
            <p:ph type="body" sz="quarter" idx="28" hasCustomPrompt="1"/>
          </p:nvPr>
        </p:nvSpPr>
        <p:spPr>
          <a:xfrm>
            <a:off x="1776666"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3" name="Text Placeholder 21">
            <a:extLst>
              <a:ext uri="{FF2B5EF4-FFF2-40B4-BE49-F238E27FC236}">
                <a16:creationId xmlns:a16="http://schemas.microsoft.com/office/drawing/2014/main" id="{968F8F2F-04BE-2347-BFB5-8E19DB17B286}"/>
              </a:ext>
            </a:extLst>
          </p:cNvPr>
          <p:cNvSpPr>
            <a:spLocks noGrp="1"/>
          </p:cNvSpPr>
          <p:nvPr>
            <p:ph type="body" sz="quarter" idx="29" hasCustomPrompt="1"/>
          </p:nvPr>
        </p:nvSpPr>
        <p:spPr>
          <a:xfrm>
            <a:off x="1776666"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4" name="Rectangle 33">
            <a:extLst>
              <a:ext uri="{FF2B5EF4-FFF2-40B4-BE49-F238E27FC236}">
                <a16:creationId xmlns:a16="http://schemas.microsoft.com/office/drawing/2014/main" id="{78A51BBF-BF80-3B5F-1991-EF8B9844CC73}"/>
              </a:ext>
            </a:extLst>
          </p:cNvPr>
          <p:cNvSpPr/>
          <p:nvPr userDrawn="1"/>
        </p:nvSpPr>
        <p:spPr>
          <a:xfrm>
            <a:off x="603587" y="3404917"/>
            <a:ext cx="1019756" cy="2526333"/>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BIOGRAPHY HIGHLIGHTS</a:t>
            </a:r>
          </a:p>
        </p:txBody>
      </p:sp>
      <p:cxnSp>
        <p:nvCxnSpPr>
          <p:cNvPr id="35" name="Straight Connector 34">
            <a:extLst>
              <a:ext uri="{FF2B5EF4-FFF2-40B4-BE49-F238E27FC236}">
                <a16:creationId xmlns:a16="http://schemas.microsoft.com/office/drawing/2014/main" id="{79C03B66-D2A7-D99B-B18D-0D2F4CD944F0}"/>
              </a:ext>
            </a:extLst>
          </p:cNvPr>
          <p:cNvCxnSpPr>
            <a:cxnSpLocks/>
          </p:cNvCxnSpPr>
          <p:nvPr userDrawn="1"/>
        </p:nvCxnSpPr>
        <p:spPr>
          <a:xfrm>
            <a:off x="1627372" y="3404917"/>
            <a:ext cx="0" cy="2526333"/>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4ABEAC-492C-6BDC-8883-F512BA4FDF0F}"/>
              </a:ext>
            </a:extLst>
          </p:cNvPr>
          <p:cNvSpPr/>
          <p:nvPr userDrawn="1"/>
        </p:nvSpPr>
        <p:spPr>
          <a:xfrm>
            <a:off x="1" y="5998026"/>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2D8A17A5-90AF-E457-6CA0-072E66C4B11E}"/>
              </a:ext>
            </a:extLst>
          </p:cNvPr>
          <p:cNvSpPr/>
          <p:nvPr userDrawn="1"/>
        </p:nvSpPr>
        <p:spPr>
          <a:xfrm>
            <a:off x="603587" y="6063184"/>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LOCATION</a:t>
            </a:r>
          </a:p>
        </p:txBody>
      </p:sp>
      <p:cxnSp>
        <p:nvCxnSpPr>
          <p:cNvPr id="38" name="Straight Connector 37">
            <a:extLst>
              <a:ext uri="{FF2B5EF4-FFF2-40B4-BE49-F238E27FC236}">
                <a16:creationId xmlns:a16="http://schemas.microsoft.com/office/drawing/2014/main" id="{B28AC561-0036-F0C0-EE1D-ED93A2ED479C}"/>
              </a:ext>
            </a:extLst>
          </p:cNvPr>
          <p:cNvCxnSpPr>
            <a:cxnSpLocks/>
          </p:cNvCxnSpPr>
          <p:nvPr userDrawn="1"/>
        </p:nvCxnSpPr>
        <p:spPr>
          <a:xfrm>
            <a:off x="1627372" y="6063184"/>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21">
            <a:extLst>
              <a:ext uri="{FF2B5EF4-FFF2-40B4-BE49-F238E27FC236}">
                <a16:creationId xmlns:a16="http://schemas.microsoft.com/office/drawing/2014/main" id="{7B78FEDF-CC44-B511-3F39-3C0049DC4C3B}"/>
              </a:ext>
            </a:extLst>
          </p:cNvPr>
          <p:cNvSpPr>
            <a:spLocks noGrp="1"/>
          </p:cNvSpPr>
          <p:nvPr>
            <p:ph type="body" sz="quarter" idx="30" hasCustomPrompt="1"/>
          </p:nvPr>
        </p:nvSpPr>
        <p:spPr>
          <a:xfrm>
            <a:off x="1776666"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4" name="Picture Placeholder 17">
            <a:extLst>
              <a:ext uri="{FF2B5EF4-FFF2-40B4-BE49-F238E27FC236}">
                <a16:creationId xmlns:a16="http://schemas.microsoft.com/office/drawing/2014/main" id="{1EC4AFE7-C0E8-89BF-D727-11C0FC4B4F2B}"/>
              </a:ext>
            </a:extLst>
          </p:cNvPr>
          <p:cNvSpPr>
            <a:spLocks noGrp="1"/>
          </p:cNvSpPr>
          <p:nvPr>
            <p:ph type="pic" sz="quarter" idx="31"/>
          </p:nvPr>
        </p:nvSpPr>
        <p:spPr>
          <a:xfrm>
            <a:off x="4357798"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45" name="Text Placeholder 21">
            <a:extLst>
              <a:ext uri="{FF2B5EF4-FFF2-40B4-BE49-F238E27FC236}">
                <a16:creationId xmlns:a16="http://schemas.microsoft.com/office/drawing/2014/main" id="{B1672CA5-E125-C6E7-3163-0DF7ABC4E701}"/>
              </a:ext>
            </a:extLst>
          </p:cNvPr>
          <p:cNvSpPr>
            <a:spLocks noGrp="1"/>
          </p:cNvSpPr>
          <p:nvPr>
            <p:ph type="body" sz="quarter" idx="32" hasCustomPrompt="1"/>
          </p:nvPr>
        </p:nvSpPr>
        <p:spPr>
          <a:xfrm>
            <a:off x="4357798"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46" name="Text Placeholder 21">
            <a:extLst>
              <a:ext uri="{FF2B5EF4-FFF2-40B4-BE49-F238E27FC236}">
                <a16:creationId xmlns:a16="http://schemas.microsoft.com/office/drawing/2014/main" id="{14305B2A-5EEA-B2C3-71C2-F8FD6D68B6D6}"/>
              </a:ext>
            </a:extLst>
          </p:cNvPr>
          <p:cNvSpPr>
            <a:spLocks noGrp="1"/>
          </p:cNvSpPr>
          <p:nvPr>
            <p:ph type="body" sz="quarter" idx="33" hasCustomPrompt="1"/>
          </p:nvPr>
        </p:nvSpPr>
        <p:spPr>
          <a:xfrm>
            <a:off x="4357798"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47" name="Text Placeholder 21">
            <a:extLst>
              <a:ext uri="{FF2B5EF4-FFF2-40B4-BE49-F238E27FC236}">
                <a16:creationId xmlns:a16="http://schemas.microsoft.com/office/drawing/2014/main" id="{FD8172E5-4C05-20A0-5A99-CDAE97CDBA82}"/>
              </a:ext>
            </a:extLst>
          </p:cNvPr>
          <p:cNvSpPr>
            <a:spLocks noGrp="1"/>
          </p:cNvSpPr>
          <p:nvPr>
            <p:ph type="body" sz="quarter" idx="34" hasCustomPrompt="1"/>
          </p:nvPr>
        </p:nvSpPr>
        <p:spPr>
          <a:xfrm>
            <a:off x="4357798"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48" name="Text Placeholder 21">
            <a:extLst>
              <a:ext uri="{FF2B5EF4-FFF2-40B4-BE49-F238E27FC236}">
                <a16:creationId xmlns:a16="http://schemas.microsoft.com/office/drawing/2014/main" id="{EFCA6682-AC60-E0DD-E9F4-278BB927F064}"/>
              </a:ext>
            </a:extLst>
          </p:cNvPr>
          <p:cNvSpPr>
            <a:spLocks noGrp="1"/>
          </p:cNvSpPr>
          <p:nvPr>
            <p:ph type="body" sz="quarter" idx="35" hasCustomPrompt="1"/>
          </p:nvPr>
        </p:nvSpPr>
        <p:spPr>
          <a:xfrm>
            <a:off x="4357798"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9" name="Text Placeholder 21">
            <a:extLst>
              <a:ext uri="{FF2B5EF4-FFF2-40B4-BE49-F238E27FC236}">
                <a16:creationId xmlns:a16="http://schemas.microsoft.com/office/drawing/2014/main" id="{EA9EB05A-ECFC-D0C7-D344-80760F3EE398}"/>
              </a:ext>
            </a:extLst>
          </p:cNvPr>
          <p:cNvSpPr>
            <a:spLocks noGrp="1"/>
          </p:cNvSpPr>
          <p:nvPr>
            <p:ph type="body" sz="quarter" idx="36" hasCustomPrompt="1"/>
          </p:nvPr>
        </p:nvSpPr>
        <p:spPr>
          <a:xfrm>
            <a:off x="4357798"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0" name="Text Placeholder 21">
            <a:extLst>
              <a:ext uri="{FF2B5EF4-FFF2-40B4-BE49-F238E27FC236}">
                <a16:creationId xmlns:a16="http://schemas.microsoft.com/office/drawing/2014/main" id="{2125F283-519D-4089-88C6-DA76C007CE19}"/>
              </a:ext>
            </a:extLst>
          </p:cNvPr>
          <p:cNvSpPr>
            <a:spLocks noGrp="1"/>
          </p:cNvSpPr>
          <p:nvPr>
            <p:ph type="body" sz="quarter" idx="37" hasCustomPrompt="1"/>
          </p:nvPr>
        </p:nvSpPr>
        <p:spPr>
          <a:xfrm>
            <a:off x="4357798"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1" name="Picture Placeholder 17">
            <a:extLst>
              <a:ext uri="{FF2B5EF4-FFF2-40B4-BE49-F238E27FC236}">
                <a16:creationId xmlns:a16="http://schemas.microsoft.com/office/drawing/2014/main" id="{B48330BB-A2A5-F35C-84F5-8F5A59066BB0}"/>
              </a:ext>
            </a:extLst>
          </p:cNvPr>
          <p:cNvSpPr>
            <a:spLocks noGrp="1"/>
          </p:cNvSpPr>
          <p:nvPr>
            <p:ph type="pic" sz="quarter" idx="38"/>
          </p:nvPr>
        </p:nvSpPr>
        <p:spPr>
          <a:xfrm>
            <a:off x="6938930"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2" name="Text Placeholder 21">
            <a:extLst>
              <a:ext uri="{FF2B5EF4-FFF2-40B4-BE49-F238E27FC236}">
                <a16:creationId xmlns:a16="http://schemas.microsoft.com/office/drawing/2014/main" id="{6A85BCAD-C14E-A476-A9E0-449DC0B328E9}"/>
              </a:ext>
            </a:extLst>
          </p:cNvPr>
          <p:cNvSpPr>
            <a:spLocks noGrp="1"/>
          </p:cNvSpPr>
          <p:nvPr>
            <p:ph type="body" sz="quarter" idx="39" hasCustomPrompt="1"/>
          </p:nvPr>
        </p:nvSpPr>
        <p:spPr>
          <a:xfrm>
            <a:off x="6938930"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53" name="Text Placeholder 21">
            <a:extLst>
              <a:ext uri="{FF2B5EF4-FFF2-40B4-BE49-F238E27FC236}">
                <a16:creationId xmlns:a16="http://schemas.microsoft.com/office/drawing/2014/main" id="{6B83347D-EA4D-E37D-15E2-8C279762B9B4}"/>
              </a:ext>
            </a:extLst>
          </p:cNvPr>
          <p:cNvSpPr>
            <a:spLocks noGrp="1"/>
          </p:cNvSpPr>
          <p:nvPr>
            <p:ph type="body" sz="quarter" idx="40" hasCustomPrompt="1"/>
          </p:nvPr>
        </p:nvSpPr>
        <p:spPr>
          <a:xfrm>
            <a:off x="6938930"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54" name="Text Placeholder 21">
            <a:extLst>
              <a:ext uri="{FF2B5EF4-FFF2-40B4-BE49-F238E27FC236}">
                <a16:creationId xmlns:a16="http://schemas.microsoft.com/office/drawing/2014/main" id="{FA25772F-5A9C-B263-3017-5B7D0D2F18E4}"/>
              </a:ext>
            </a:extLst>
          </p:cNvPr>
          <p:cNvSpPr>
            <a:spLocks noGrp="1"/>
          </p:cNvSpPr>
          <p:nvPr>
            <p:ph type="body" sz="quarter" idx="41" hasCustomPrompt="1"/>
          </p:nvPr>
        </p:nvSpPr>
        <p:spPr>
          <a:xfrm>
            <a:off x="6938930"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55" name="Text Placeholder 21">
            <a:extLst>
              <a:ext uri="{FF2B5EF4-FFF2-40B4-BE49-F238E27FC236}">
                <a16:creationId xmlns:a16="http://schemas.microsoft.com/office/drawing/2014/main" id="{194AF891-5078-65ED-984C-743AE1D52B03}"/>
              </a:ext>
            </a:extLst>
          </p:cNvPr>
          <p:cNvSpPr>
            <a:spLocks noGrp="1"/>
          </p:cNvSpPr>
          <p:nvPr>
            <p:ph type="body" sz="quarter" idx="42" hasCustomPrompt="1"/>
          </p:nvPr>
        </p:nvSpPr>
        <p:spPr>
          <a:xfrm>
            <a:off x="6938930"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6" name="Text Placeholder 21">
            <a:extLst>
              <a:ext uri="{FF2B5EF4-FFF2-40B4-BE49-F238E27FC236}">
                <a16:creationId xmlns:a16="http://schemas.microsoft.com/office/drawing/2014/main" id="{D5F82467-B450-EE86-EE3F-38832BC1EB75}"/>
              </a:ext>
            </a:extLst>
          </p:cNvPr>
          <p:cNvSpPr>
            <a:spLocks noGrp="1"/>
          </p:cNvSpPr>
          <p:nvPr>
            <p:ph type="body" sz="quarter" idx="43" hasCustomPrompt="1"/>
          </p:nvPr>
        </p:nvSpPr>
        <p:spPr>
          <a:xfrm>
            <a:off x="6938930"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7" name="Text Placeholder 21">
            <a:extLst>
              <a:ext uri="{FF2B5EF4-FFF2-40B4-BE49-F238E27FC236}">
                <a16:creationId xmlns:a16="http://schemas.microsoft.com/office/drawing/2014/main" id="{A4F2A168-E209-D237-784E-EDBA6285C5CB}"/>
              </a:ext>
            </a:extLst>
          </p:cNvPr>
          <p:cNvSpPr>
            <a:spLocks noGrp="1"/>
          </p:cNvSpPr>
          <p:nvPr>
            <p:ph type="body" sz="quarter" idx="44" hasCustomPrompt="1"/>
          </p:nvPr>
        </p:nvSpPr>
        <p:spPr>
          <a:xfrm>
            <a:off x="6938930"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8" name="Picture Placeholder 17">
            <a:extLst>
              <a:ext uri="{FF2B5EF4-FFF2-40B4-BE49-F238E27FC236}">
                <a16:creationId xmlns:a16="http://schemas.microsoft.com/office/drawing/2014/main" id="{D5088AC2-E830-409E-0EE5-C8914C0DB37B}"/>
              </a:ext>
            </a:extLst>
          </p:cNvPr>
          <p:cNvSpPr>
            <a:spLocks noGrp="1"/>
          </p:cNvSpPr>
          <p:nvPr>
            <p:ph type="pic" sz="quarter" idx="45"/>
          </p:nvPr>
        </p:nvSpPr>
        <p:spPr>
          <a:xfrm>
            <a:off x="9520062"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9" name="Text Placeholder 21">
            <a:extLst>
              <a:ext uri="{FF2B5EF4-FFF2-40B4-BE49-F238E27FC236}">
                <a16:creationId xmlns:a16="http://schemas.microsoft.com/office/drawing/2014/main" id="{6D0AA649-80A4-C7CE-C88D-10074D454AD8}"/>
              </a:ext>
            </a:extLst>
          </p:cNvPr>
          <p:cNvSpPr>
            <a:spLocks noGrp="1"/>
          </p:cNvSpPr>
          <p:nvPr>
            <p:ph type="body" sz="quarter" idx="46" hasCustomPrompt="1"/>
          </p:nvPr>
        </p:nvSpPr>
        <p:spPr>
          <a:xfrm>
            <a:off x="9520062"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60" name="Text Placeholder 21">
            <a:extLst>
              <a:ext uri="{FF2B5EF4-FFF2-40B4-BE49-F238E27FC236}">
                <a16:creationId xmlns:a16="http://schemas.microsoft.com/office/drawing/2014/main" id="{B5D1E910-95FB-638B-482E-406140B52312}"/>
              </a:ext>
            </a:extLst>
          </p:cNvPr>
          <p:cNvSpPr>
            <a:spLocks noGrp="1"/>
          </p:cNvSpPr>
          <p:nvPr>
            <p:ph type="body" sz="quarter" idx="47" hasCustomPrompt="1"/>
          </p:nvPr>
        </p:nvSpPr>
        <p:spPr>
          <a:xfrm>
            <a:off x="9520062"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61" name="Text Placeholder 21">
            <a:extLst>
              <a:ext uri="{FF2B5EF4-FFF2-40B4-BE49-F238E27FC236}">
                <a16:creationId xmlns:a16="http://schemas.microsoft.com/office/drawing/2014/main" id="{CCC92905-0AD1-3EAD-3E2A-33E8E5736276}"/>
              </a:ext>
            </a:extLst>
          </p:cNvPr>
          <p:cNvSpPr>
            <a:spLocks noGrp="1"/>
          </p:cNvSpPr>
          <p:nvPr>
            <p:ph type="body" sz="quarter" idx="48" hasCustomPrompt="1"/>
          </p:nvPr>
        </p:nvSpPr>
        <p:spPr>
          <a:xfrm>
            <a:off x="9520062"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62" name="Text Placeholder 21">
            <a:extLst>
              <a:ext uri="{FF2B5EF4-FFF2-40B4-BE49-F238E27FC236}">
                <a16:creationId xmlns:a16="http://schemas.microsoft.com/office/drawing/2014/main" id="{B5EB85E1-1AE8-A529-62DE-C853AA3A53FA}"/>
              </a:ext>
            </a:extLst>
          </p:cNvPr>
          <p:cNvSpPr>
            <a:spLocks noGrp="1"/>
          </p:cNvSpPr>
          <p:nvPr>
            <p:ph type="body" sz="quarter" idx="49" hasCustomPrompt="1"/>
          </p:nvPr>
        </p:nvSpPr>
        <p:spPr>
          <a:xfrm>
            <a:off x="9520062"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3" name="Text Placeholder 21">
            <a:extLst>
              <a:ext uri="{FF2B5EF4-FFF2-40B4-BE49-F238E27FC236}">
                <a16:creationId xmlns:a16="http://schemas.microsoft.com/office/drawing/2014/main" id="{7C7B1A8B-8274-74AE-FBA4-92840A0AA691}"/>
              </a:ext>
            </a:extLst>
          </p:cNvPr>
          <p:cNvSpPr>
            <a:spLocks noGrp="1"/>
          </p:cNvSpPr>
          <p:nvPr>
            <p:ph type="body" sz="quarter" idx="50" hasCustomPrompt="1"/>
          </p:nvPr>
        </p:nvSpPr>
        <p:spPr>
          <a:xfrm>
            <a:off x="9520062"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4" name="Text Placeholder 21">
            <a:extLst>
              <a:ext uri="{FF2B5EF4-FFF2-40B4-BE49-F238E27FC236}">
                <a16:creationId xmlns:a16="http://schemas.microsoft.com/office/drawing/2014/main" id="{AF578BE3-23EE-7A5E-D7B4-C32E3B01E926}"/>
              </a:ext>
            </a:extLst>
          </p:cNvPr>
          <p:cNvSpPr>
            <a:spLocks noGrp="1"/>
          </p:cNvSpPr>
          <p:nvPr>
            <p:ph type="body" sz="quarter" idx="51" hasCustomPrompt="1"/>
          </p:nvPr>
        </p:nvSpPr>
        <p:spPr>
          <a:xfrm>
            <a:off x="9520062"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Tree>
    <p:extLst>
      <p:ext uri="{BB962C8B-B14F-4D97-AF65-F5344CB8AC3E}">
        <p14:creationId xmlns:p14="http://schemas.microsoft.com/office/powerpoint/2010/main" val="3694949251"/>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rms and Conditions">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EEF710-10D3-89CB-6916-E6484473DD4A}"/>
              </a:ext>
            </a:extLst>
          </p:cNvPr>
          <p:cNvSpPr/>
          <p:nvPr userDrawn="1"/>
        </p:nvSpPr>
        <p:spPr>
          <a:xfrm>
            <a:off x="0" y="-7694"/>
            <a:ext cx="2247900" cy="6865694"/>
          </a:xfrm>
          <a:prstGeom prst="rect">
            <a:avLst/>
          </a:prstGeom>
          <a:solidFill>
            <a:schemeClr val="bg1"/>
          </a:solidFill>
          <a:ln>
            <a:noFill/>
          </a:ln>
          <a:effectLst>
            <a:innerShdw blurRad="76200" dist="38100">
              <a:prstClr val="black">
                <a:alpha val="25000"/>
              </a:prstClr>
            </a:inn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9840D64C-03ED-87F0-F139-A4DC4C5F5C2B}"/>
              </a:ext>
            </a:extLst>
          </p:cNvPr>
          <p:cNvSpPr txBox="1">
            <a:spLocks/>
          </p:cNvSpPr>
          <p:nvPr userDrawn="1"/>
        </p:nvSpPr>
        <p:spPr>
          <a:xfrm>
            <a:off x="376239" y="3028891"/>
            <a:ext cx="1576387" cy="800219"/>
          </a:xfrm>
          <a:prstGeom prst="rect">
            <a:avLst/>
          </a:prstGeom>
          <a:noFill/>
        </p:spPr>
        <p:txBody>
          <a:bodyPr vert="horz" lIns="0" tIns="0" rIns="0" bIns="0" rtlCol="0" anchor="ctr">
            <a:no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IN"/>
              <a:t>Terms and Conditions</a:t>
            </a:r>
          </a:p>
        </p:txBody>
      </p:sp>
      <p:sp>
        <p:nvSpPr>
          <p:cNvPr id="6" name="Text Placeholder 5">
            <a:extLst>
              <a:ext uri="{FF2B5EF4-FFF2-40B4-BE49-F238E27FC236}">
                <a16:creationId xmlns:a16="http://schemas.microsoft.com/office/drawing/2014/main" id="{59B6F1A3-035B-B477-8464-505CC5CF9EFA}"/>
              </a:ext>
            </a:extLst>
          </p:cNvPr>
          <p:cNvSpPr>
            <a:spLocks noGrp="1"/>
          </p:cNvSpPr>
          <p:nvPr>
            <p:ph type="body" sz="quarter" idx="10"/>
          </p:nvPr>
        </p:nvSpPr>
        <p:spPr>
          <a:xfrm>
            <a:off x="2657476" y="366624"/>
            <a:ext cx="8924925" cy="6124754"/>
          </a:xfrm>
        </p:spPr>
        <p:txBody>
          <a:bodyPr/>
          <a:lstStyle>
            <a:lvl1pPr>
              <a:defRPr sz="1200"/>
            </a:lvl1pPr>
            <a:lvl2pPr>
              <a:defRPr sz="1100"/>
            </a:lvl2pPr>
            <a:lvl3pPr>
              <a:defRPr sz="1000"/>
            </a:lvl3pPr>
            <a:lvl4pPr>
              <a:defRPr sz="9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reeform: Shape 1">
            <a:extLst>
              <a:ext uri="{FF2B5EF4-FFF2-40B4-BE49-F238E27FC236}">
                <a16:creationId xmlns:a16="http://schemas.microsoft.com/office/drawing/2014/main" id="{F0A4B281-2D3B-8DEC-1521-39464EF987C0}"/>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54536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2" name="Text Placeholder 10">
            <a:extLst>
              <a:ext uri="{FF2B5EF4-FFF2-40B4-BE49-F238E27FC236}">
                <a16:creationId xmlns:a16="http://schemas.microsoft.com/office/drawing/2014/main" id="{1697DCE3-22FE-7C6F-755D-49BB2B0569C2}"/>
              </a:ext>
            </a:extLst>
          </p:cNvPr>
          <p:cNvSpPr>
            <a:spLocks noGrp="1"/>
          </p:cNvSpPr>
          <p:nvPr>
            <p:ph type="body" sz="quarter" idx="25"/>
          </p:nvPr>
        </p:nvSpPr>
        <p:spPr>
          <a:xfrm>
            <a:off x="695192" y="1722220"/>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846287"/>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910461"/>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891897"/>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7882D941-EA0C-0CCE-025A-4B881D2F5F5B}"/>
              </a:ext>
            </a:extLst>
          </p:cNvPr>
          <p:cNvSpPr>
            <a:spLocks noGrp="1"/>
          </p:cNvSpPr>
          <p:nvPr>
            <p:ph type="body" sz="quarter" idx="32"/>
          </p:nvPr>
        </p:nvSpPr>
        <p:spPr>
          <a:xfrm>
            <a:off x="695192" y="4307627"/>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6A84C582-5D06-92C0-9C51-DE7A872D9898}"/>
              </a:ext>
            </a:extLst>
          </p:cNvPr>
          <p:cNvSpPr>
            <a:spLocks noGrp="1"/>
          </p:cNvSpPr>
          <p:nvPr>
            <p:ph type="body" sz="quarter" idx="33"/>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2043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482781"/>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546956"/>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528391"/>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9" name="Text Placeholder 10">
            <a:extLst>
              <a:ext uri="{FF2B5EF4-FFF2-40B4-BE49-F238E27FC236}">
                <a16:creationId xmlns:a16="http://schemas.microsoft.com/office/drawing/2014/main" id="{6E22796E-FAE7-65A0-0A38-0CF27B9CE89B}"/>
              </a:ext>
            </a:extLst>
          </p:cNvPr>
          <p:cNvSpPr>
            <a:spLocks noGrp="1"/>
          </p:cNvSpPr>
          <p:nvPr>
            <p:ph type="body" sz="quarter" idx="32" hasCustomPrompt="1"/>
          </p:nvPr>
        </p:nvSpPr>
        <p:spPr>
          <a:xfrm>
            <a:off x="612774" y="5594905"/>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0" name="Text Placeholder 15">
            <a:extLst>
              <a:ext uri="{FF2B5EF4-FFF2-40B4-BE49-F238E27FC236}">
                <a16:creationId xmlns:a16="http://schemas.microsoft.com/office/drawing/2014/main" id="{58D68B89-F1E0-00B3-F83F-F00989B36929}"/>
              </a:ext>
            </a:extLst>
          </p:cNvPr>
          <p:cNvSpPr>
            <a:spLocks noGrp="1"/>
          </p:cNvSpPr>
          <p:nvPr>
            <p:ph type="body" sz="quarter" idx="33" hasCustomPrompt="1"/>
          </p:nvPr>
        </p:nvSpPr>
        <p:spPr>
          <a:xfrm>
            <a:off x="785971" y="5659080"/>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2" name="Text Placeholder 10">
            <a:extLst>
              <a:ext uri="{FF2B5EF4-FFF2-40B4-BE49-F238E27FC236}">
                <a16:creationId xmlns:a16="http://schemas.microsoft.com/office/drawing/2014/main" id="{7C92A668-94C1-7C08-4DC3-A7DA44680AF4}"/>
              </a:ext>
            </a:extLst>
          </p:cNvPr>
          <p:cNvSpPr>
            <a:spLocks noGrp="1"/>
          </p:cNvSpPr>
          <p:nvPr>
            <p:ph type="body" sz="quarter" idx="34" hasCustomPrompt="1"/>
          </p:nvPr>
        </p:nvSpPr>
        <p:spPr>
          <a:xfrm>
            <a:off x="4504577" y="5640515"/>
            <a:ext cx="283350" cy="283350"/>
          </a:xfrm>
          <a:prstGeom prst="roundRect">
            <a:avLst>
              <a:gd name="adj" fmla="val 50000"/>
            </a:avLst>
          </a:prstGeom>
          <a:blipFill>
            <a:blip r:embed="rId8">
              <a:extLst>
                <a:ext uri="{96DAC541-7B7A-43D3-8B79-37D633B846F1}">
                  <asvg:svgBlip xmlns:asvg="http://schemas.microsoft.com/office/drawing/2016/SVG/main" r:embed="rId9"/>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3" name="Text Placeholder 10">
            <a:extLst>
              <a:ext uri="{FF2B5EF4-FFF2-40B4-BE49-F238E27FC236}">
                <a16:creationId xmlns:a16="http://schemas.microsoft.com/office/drawing/2014/main" id="{F2778086-3832-BC3B-F8A6-9EF66355FDEF}"/>
              </a:ext>
            </a:extLst>
          </p:cNvPr>
          <p:cNvSpPr>
            <a:spLocks noGrp="1"/>
          </p:cNvSpPr>
          <p:nvPr>
            <p:ph type="body" sz="quarter" idx="35" hasCustomPrompt="1"/>
          </p:nvPr>
        </p:nvSpPr>
        <p:spPr>
          <a:xfrm>
            <a:off x="5053149" y="3482781"/>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4" name="Text Placeholder 15">
            <a:extLst>
              <a:ext uri="{FF2B5EF4-FFF2-40B4-BE49-F238E27FC236}">
                <a16:creationId xmlns:a16="http://schemas.microsoft.com/office/drawing/2014/main" id="{ACCDF9AC-7768-C449-4B9C-9BCDA2A71E93}"/>
              </a:ext>
            </a:extLst>
          </p:cNvPr>
          <p:cNvSpPr>
            <a:spLocks noGrp="1"/>
          </p:cNvSpPr>
          <p:nvPr>
            <p:ph type="body" sz="quarter" idx="36" hasCustomPrompt="1"/>
          </p:nvPr>
        </p:nvSpPr>
        <p:spPr>
          <a:xfrm>
            <a:off x="5191125" y="3546956"/>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9" name="Text Placeholder 10">
            <a:extLst>
              <a:ext uri="{FF2B5EF4-FFF2-40B4-BE49-F238E27FC236}">
                <a16:creationId xmlns:a16="http://schemas.microsoft.com/office/drawing/2014/main" id="{31EE4353-FAFB-F172-E69D-34AC37240C7C}"/>
              </a:ext>
            </a:extLst>
          </p:cNvPr>
          <p:cNvSpPr>
            <a:spLocks noGrp="1"/>
          </p:cNvSpPr>
          <p:nvPr>
            <p:ph type="body" sz="quarter" idx="39" hasCustomPrompt="1"/>
          </p:nvPr>
        </p:nvSpPr>
        <p:spPr>
          <a:xfrm>
            <a:off x="7504160" y="3528391"/>
            <a:ext cx="283350" cy="283350"/>
          </a:xfrm>
          <a:prstGeom prst="roundRect">
            <a:avLst>
              <a:gd name="adj" fmla="val 50000"/>
            </a:avLst>
          </a:prstGeom>
          <a:blipFill>
            <a:blip r:embed="rId10">
              <a:extLst>
                <a:ext uri="{96DAC541-7B7A-43D3-8B79-37D633B846F1}">
                  <asvg:svgBlip xmlns:asvg="http://schemas.microsoft.com/office/drawing/2016/SVG/main" r:embed="rId11"/>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BF3DB875-734D-4EA3-398E-07D9035B067C}"/>
              </a:ext>
            </a:extLst>
          </p:cNvPr>
          <p:cNvSpPr>
            <a:spLocks noGrp="1"/>
          </p:cNvSpPr>
          <p:nvPr>
            <p:ph type="body" sz="quarter" idx="25"/>
          </p:nvPr>
        </p:nvSpPr>
        <p:spPr>
          <a:xfrm>
            <a:off x="695192" y="1722220"/>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7E5E3C64-FF6D-2606-AB53-94EA3786C166}"/>
              </a:ext>
            </a:extLst>
          </p:cNvPr>
          <p:cNvSpPr>
            <a:spLocks noGrp="1"/>
          </p:cNvSpPr>
          <p:nvPr>
            <p:ph type="body" sz="quarter" idx="40"/>
          </p:nvPr>
        </p:nvSpPr>
        <p:spPr>
          <a:xfrm>
            <a:off x="692017" y="3907943"/>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6018CA3-A2C8-C9A6-A42A-2565B736431C}"/>
              </a:ext>
            </a:extLst>
          </p:cNvPr>
          <p:cNvSpPr>
            <a:spLocks noGrp="1"/>
          </p:cNvSpPr>
          <p:nvPr>
            <p:ph type="body" sz="quarter" idx="41"/>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49EA176F-AC25-0F7F-8411-C58BA6CDED01}"/>
              </a:ext>
            </a:extLst>
          </p:cNvPr>
          <p:cNvSpPr>
            <a:spLocks noGrp="1"/>
          </p:cNvSpPr>
          <p:nvPr>
            <p:ph type="body" sz="quarter" idx="42"/>
          </p:nvPr>
        </p:nvSpPr>
        <p:spPr>
          <a:xfrm>
            <a:off x="5270307" y="3906021"/>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723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578224"/>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tx1"/>
                </a:solidFill>
              </a:rPr>
              <a:pPr algn="ctr"/>
              <a:t>‹#›</a:t>
            </a:fld>
            <a:endParaRPr lang="en-US" sz="900">
              <a:solidFill>
                <a:schemeClr val="tx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78510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9" name="Content Placeholder 11"/>
          <p:cNvSpPr>
            <a:spLocks noGrp="1"/>
          </p:cNvSpPr>
          <p:nvPr>
            <p:ph sz="quarter" idx="14"/>
          </p:nvPr>
        </p:nvSpPr>
        <p:spPr>
          <a:xfrm>
            <a:off x="6097109"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62753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83567" y="1376605"/>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83567" y="319430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83567" y="498474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94764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33671685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7611401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7" name="Rectangle 6">
            <a:hlinkClick r:id="rId5"/>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1" name="Rectangle 50">
            <a:hlinkClick r:id="rId5"/>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8"/>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9" cstate="print">
            <a:grayscl/>
            <a:extLs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0"/>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1" cstate="print">
            <a:grayscl/>
            <a:extLst>
              <a:ext uri="{28A0092B-C50C-407E-A947-70E740481C1C}">
                <a14:useLocalDpi xmlns:a14="http://schemas.microsoft.com/office/drawing/2010/main" val="0"/>
              </a:ext>
            </a:extLst>
          </a:blip>
          <a:srcRect/>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2"/>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3" cstate="print">
            <a:grayscl/>
            <a:extLs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51496" y="6405894"/>
            <a:ext cx="152400" cy="330200"/>
          </a:xfrm>
          <a:prstGeom prst="rect">
            <a:avLst/>
          </a:prstGeom>
        </p:spPr>
      </p:pic>
      <p:grpSp>
        <p:nvGrpSpPr>
          <p:cNvPr id="66" name="Group 65">
            <a:extLst>
              <a:ext uri="{FF2B5EF4-FFF2-40B4-BE49-F238E27FC236}">
                <a16:creationId xmlns:a16="http://schemas.microsoft.com/office/drawing/2014/main" id="{76EAD314-1FBB-4CB5-9A1D-83E6CA099C47}"/>
              </a:ext>
            </a:extLst>
          </p:cNvPr>
          <p:cNvGrpSpPr>
            <a:grpSpLocks/>
          </p:cNvGrpSpPr>
          <p:nvPr userDrawn="1"/>
        </p:nvGrpSpPr>
        <p:grpSpPr>
          <a:xfrm>
            <a:off x="2999292" y="3815825"/>
            <a:ext cx="6193416" cy="3042175"/>
            <a:chOff x="571501" y="1987465"/>
            <a:chExt cx="8000999" cy="3891134"/>
          </a:xfrm>
          <a:solidFill>
            <a:srgbClr val="F3F2F2"/>
          </a:solidFill>
        </p:grpSpPr>
        <p:sp>
          <p:nvSpPr>
            <p:cNvPr id="74" name="Freeform 7">
              <a:extLst>
                <a:ext uri="{FF2B5EF4-FFF2-40B4-BE49-F238E27FC236}">
                  <a16:creationId xmlns:a16="http://schemas.microsoft.com/office/drawing/2014/main" id="{663254B2-23E7-4281-A9DE-24C49895315B}"/>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E056408E-CA85-488F-898C-A12AB071CB31}"/>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11">
              <a:extLst>
                <a:ext uri="{FF2B5EF4-FFF2-40B4-BE49-F238E27FC236}">
                  <a16:creationId xmlns:a16="http://schemas.microsoft.com/office/drawing/2014/main" id="{5F6A418A-F690-4341-9EB8-44857EF0D0FF}"/>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13">
              <a:extLst>
                <a:ext uri="{FF2B5EF4-FFF2-40B4-BE49-F238E27FC236}">
                  <a16:creationId xmlns:a16="http://schemas.microsoft.com/office/drawing/2014/main" id="{02A29AC2-6A93-4F91-8909-0BD8FA55F2D8}"/>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15">
              <a:extLst>
                <a:ext uri="{FF2B5EF4-FFF2-40B4-BE49-F238E27FC236}">
                  <a16:creationId xmlns:a16="http://schemas.microsoft.com/office/drawing/2014/main" id="{44F9E3A7-EF85-49B5-A382-86A8A45B30F2}"/>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17">
              <a:extLst>
                <a:ext uri="{FF2B5EF4-FFF2-40B4-BE49-F238E27FC236}">
                  <a16:creationId xmlns:a16="http://schemas.microsoft.com/office/drawing/2014/main" id="{67D40441-2608-44DC-A4EB-A4ACF587E895}"/>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19">
              <a:extLst>
                <a:ext uri="{FF2B5EF4-FFF2-40B4-BE49-F238E27FC236}">
                  <a16:creationId xmlns:a16="http://schemas.microsoft.com/office/drawing/2014/main" id="{9D5E61F1-EA51-49AA-9530-15917BC2D744}"/>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1">
              <a:extLst>
                <a:ext uri="{FF2B5EF4-FFF2-40B4-BE49-F238E27FC236}">
                  <a16:creationId xmlns:a16="http://schemas.microsoft.com/office/drawing/2014/main" id="{AD8B6016-B835-426F-8C95-20FDF7487ED4}"/>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3">
              <a:extLst>
                <a:ext uri="{FF2B5EF4-FFF2-40B4-BE49-F238E27FC236}">
                  <a16:creationId xmlns:a16="http://schemas.microsoft.com/office/drawing/2014/main" id="{CCE699DB-94F8-4DFE-896B-D499DB72C99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5">
              <a:extLst>
                <a:ext uri="{FF2B5EF4-FFF2-40B4-BE49-F238E27FC236}">
                  <a16:creationId xmlns:a16="http://schemas.microsoft.com/office/drawing/2014/main" id="{8A2C392D-B6C4-4E2A-8333-B8459082A89D}"/>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7">
              <a:extLst>
                <a:ext uri="{FF2B5EF4-FFF2-40B4-BE49-F238E27FC236}">
                  <a16:creationId xmlns:a16="http://schemas.microsoft.com/office/drawing/2014/main" id="{5D3D3563-941C-4937-9AFA-047BA3ABBDE4}"/>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9">
              <a:extLst>
                <a:ext uri="{FF2B5EF4-FFF2-40B4-BE49-F238E27FC236}">
                  <a16:creationId xmlns:a16="http://schemas.microsoft.com/office/drawing/2014/main" id="{047E89A7-B979-45AE-8528-DF3D7B883873}"/>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31">
              <a:extLst>
                <a:ext uri="{FF2B5EF4-FFF2-40B4-BE49-F238E27FC236}">
                  <a16:creationId xmlns:a16="http://schemas.microsoft.com/office/drawing/2014/main" id="{DE6112E0-3BB9-4042-8317-0B4FF84E8B09}"/>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33">
              <a:extLst>
                <a:ext uri="{FF2B5EF4-FFF2-40B4-BE49-F238E27FC236}">
                  <a16:creationId xmlns:a16="http://schemas.microsoft.com/office/drawing/2014/main" id="{B5D95480-AEA7-42E8-9FDD-4349B62A4D0D}"/>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35">
              <a:extLst>
                <a:ext uri="{FF2B5EF4-FFF2-40B4-BE49-F238E27FC236}">
                  <a16:creationId xmlns:a16="http://schemas.microsoft.com/office/drawing/2014/main" id="{F9BBA758-2106-4A29-8EF9-4118AA105766}"/>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37">
              <a:extLst>
                <a:ext uri="{FF2B5EF4-FFF2-40B4-BE49-F238E27FC236}">
                  <a16:creationId xmlns:a16="http://schemas.microsoft.com/office/drawing/2014/main" id="{16572115-98E6-4E70-BE7F-F23209ABAB32}"/>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39">
              <a:extLst>
                <a:ext uri="{FF2B5EF4-FFF2-40B4-BE49-F238E27FC236}">
                  <a16:creationId xmlns:a16="http://schemas.microsoft.com/office/drawing/2014/main" id="{5BD9F178-A790-4BAA-BA28-21031EF2EBAE}"/>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41">
              <a:extLst>
                <a:ext uri="{FF2B5EF4-FFF2-40B4-BE49-F238E27FC236}">
                  <a16:creationId xmlns:a16="http://schemas.microsoft.com/office/drawing/2014/main" id="{2BFBE1FB-D277-4380-9039-8306B20EC4AA}"/>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43">
              <a:extLst>
                <a:ext uri="{FF2B5EF4-FFF2-40B4-BE49-F238E27FC236}">
                  <a16:creationId xmlns:a16="http://schemas.microsoft.com/office/drawing/2014/main" id="{011F907C-A9D5-4313-AF9E-E89959759D7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45">
              <a:extLst>
                <a:ext uri="{FF2B5EF4-FFF2-40B4-BE49-F238E27FC236}">
                  <a16:creationId xmlns:a16="http://schemas.microsoft.com/office/drawing/2014/main" id="{32962D00-D3E6-4F09-92F7-807851371136}"/>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47">
              <a:extLst>
                <a:ext uri="{FF2B5EF4-FFF2-40B4-BE49-F238E27FC236}">
                  <a16:creationId xmlns:a16="http://schemas.microsoft.com/office/drawing/2014/main" id="{6BD87D53-7DF6-4D4A-A546-62A0C63C01EE}"/>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49">
              <a:extLst>
                <a:ext uri="{FF2B5EF4-FFF2-40B4-BE49-F238E27FC236}">
                  <a16:creationId xmlns:a16="http://schemas.microsoft.com/office/drawing/2014/main" id="{8CD0383E-0898-45B8-9AA3-4B966D5090CB}"/>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51">
              <a:extLst>
                <a:ext uri="{FF2B5EF4-FFF2-40B4-BE49-F238E27FC236}">
                  <a16:creationId xmlns:a16="http://schemas.microsoft.com/office/drawing/2014/main" id="{707F5954-C2A4-4B72-AF7F-BB7E7CAB8ADC}"/>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53">
              <a:extLst>
                <a:ext uri="{FF2B5EF4-FFF2-40B4-BE49-F238E27FC236}">
                  <a16:creationId xmlns:a16="http://schemas.microsoft.com/office/drawing/2014/main" id="{10C14BA0-0465-4C3C-9AD8-AB5C37985A91}"/>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55">
              <a:extLst>
                <a:ext uri="{FF2B5EF4-FFF2-40B4-BE49-F238E27FC236}">
                  <a16:creationId xmlns:a16="http://schemas.microsoft.com/office/drawing/2014/main" id="{E615170D-A957-4CBA-84AF-6ABF00539783}"/>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57">
              <a:extLst>
                <a:ext uri="{FF2B5EF4-FFF2-40B4-BE49-F238E27FC236}">
                  <a16:creationId xmlns:a16="http://schemas.microsoft.com/office/drawing/2014/main" id="{EAA504D4-75B3-4E13-B7F3-A8D2BAAA6C9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59">
              <a:extLst>
                <a:ext uri="{FF2B5EF4-FFF2-40B4-BE49-F238E27FC236}">
                  <a16:creationId xmlns:a16="http://schemas.microsoft.com/office/drawing/2014/main" id="{5B38A8E1-2C70-4916-805B-1A9D447B789D}"/>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61">
              <a:extLst>
                <a:ext uri="{FF2B5EF4-FFF2-40B4-BE49-F238E27FC236}">
                  <a16:creationId xmlns:a16="http://schemas.microsoft.com/office/drawing/2014/main" id="{37BE8EA5-57C5-453C-B581-B2F733266920}"/>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63">
              <a:extLst>
                <a:ext uri="{FF2B5EF4-FFF2-40B4-BE49-F238E27FC236}">
                  <a16:creationId xmlns:a16="http://schemas.microsoft.com/office/drawing/2014/main" id="{5677B113-22BF-4FB5-BFCF-D222101DEB38}"/>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65">
              <a:extLst>
                <a:ext uri="{FF2B5EF4-FFF2-40B4-BE49-F238E27FC236}">
                  <a16:creationId xmlns:a16="http://schemas.microsoft.com/office/drawing/2014/main" id="{B3EDBF1B-6E46-4C1A-AC46-2BF448393672}"/>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67">
              <a:extLst>
                <a:ext uri="{FF2B5EF4-FFF2-40B4-BE49-F238E27FC236}">
                  <a16:creationId xmlns:a16="http://schemas.microsoft.com/office/drawing/2014/main" id="{2C39FEC3-144F-480F-A926-6738B8852030}"/>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9">
              <a:extLst>
                <a:ext uri="{FF2B5EF4-FFF2-40B4-BE49-F238E27FC236}">
                  <a16:creationId xmlns:a16="http://schemas.microsoft.com/office/drawing/2014/main" id="{1F2951DA-B0A6-47DF-BA0D-93F8B5D5A766}"/>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1">
              <a:extLst>
                <a:ext uri="{FF2B5EF4-FFF2-40B4-BE49-F238E27FC236}">
                  <a16:creationId xmlns:a16="http://schemas.microsoft.com/office/drawing/2014/main" id="{D62BAE07-54A6-4D12-81FA-4537B6ECD9A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73">
              <a:extLst>
                <a:ext uri="{FF2B5EF4-FFF2-40B4-BE49-F238E27FC236}">
                  <a16:creationId xmlns:a16="http://schemas.microsoft.com/office/drawing/2014/main" id="{4DBF453B-E711-49DF-B7AE-31A9BA85AE61}"/>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75">
              <a:extLst>
                <a:ext uri="{FF2B5EF4-FFF2-40B4-BE49-F238E27FC236}">
                  <a16:creationId xmlns:a16="http://schemas.microsoft.com/office/drawing/2014/main" id="{A8DD320B-38E2-4D4B-8AE3-7DD463C59BB0}"/>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77">
              <a:extLst>
                <a:ext uri="{FF2B5EF4-FFF2-40B4-BE49-F238E27FC236}">
                  <a16:creationId xmlns:a16="http://schemas.microsoft.com/office/drawing/2014/main" id="{58DFB1DD-226F-4472-AA6E-39D491442010}"/>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79">
              <a:extLst>
                <a:ext uri="{FF2B5EF4-FFF2-40B4-BE49-F238E27FC236}">
                  <a16:creationId xmlns:a16="http://schemas.microsoft.com/office/drawing/2014/main" id="{AF0CB3C7-D4E7-405F-BE13-70B64BCAACB3}"/>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81">
              <a:extLst>
                <a:ext uri="{FF2B5EF4-FFF2-40B4-BE49-F238E27FC236}">
                  <a16:creationId xmlns:a16="http://schemas.microsoft.com/office/drawing/2014/main" id="{2F20E7C3-E261-4C5E-B920-07576A03DFF6}"/>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83">
              <a:extLst>
                <a:ext uri="{FF2B5EF4-FFF2-40B4-BE49-F238E27FC236}">
                  <a16:creationId xmlns:a16="http://schemas.microsoft.com/office/drawing/2014/main" id="{81E13550-0336-4FA2-BE56-5561A640855F}"/>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85">
              <a:extLst>
                <a:ext uri="{FF2B5EF4-FFF2-40B4-BE49-F238E27FC236}">
                  <a16:creationId xmlns:a16="http://schemas.microsoft.com/office/drawing/2014/main" id="{1A104419-620C-4A1D-8ED2-F87381420CC9}"/>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87">
              <a:extLst>
                <a:ext uri="{FF2B5EF4-FFF2-40B4-BE49-F238E27FC236}">
                  <a16:creationId xmlns:a16="http://schemas.microsoft.com/office/drawing/2014/main" id="{F4E71827-AAD6-4C86-8D85-D9249F52CB5A}"/>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89">
              <a:extLst>
                <a:ext uri="{FF2B5EF4-FFF2-40B4-BE49-F238E27FC236}">
                  <a16:creationId xmlns:a16="http://schemas.microsoft.com/office/drawing/2014/main" id="{C7284C34-72B5-451E-ADCA-99946A318F7C}"/>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91">
              <a:extLst>
                <a:ext uri="{FF2B5EF4-FFF2-40B4-BE49-F238E27FC236}">
                  <a16:creationId xmlns:a16="http://schemas.microsoft.com/office/drawing/2014/main" id="{9F44C1D6-01D4-4241-A80E-DFA0199573D6}"/>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93">
              <a:extLst>
                <a:ext uri="{FF2B5EF4-FFF2-40B4-BE49-F238E27FC236}">
                  <a16:creationId xmlns:a16="http://schemas.microsoft.com/office/drawing/2014/main" id="{F6BD6BED-9B8C-40A4-9E97-E697B3671858}"/>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95">
              <a:extLst>
                <a:ext uri="{FF2B5EF4-FFF2-40B4-BE49-F238E27FC236}">
                  <a16:creationId xmlns:a16="http://schemas.microsoft.com/office/drawing/2014/main" id="{BC4184F9-308F-4DB2-813A-F4464B316B82}"/>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97">
              <a:extLst>
                <a:ext uri="{FF2B5EF4-FFF2-40B4-BE49-F238E27FC236}">
                  <a16:creationId xmlns:a16="http://schemas.microsoft.com/office/drawing/2014/main" id="{45BAF9BC-C1F7-4AC3-9766-D12210776971}"/>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99">
              <a:extLst>
                <a:ext uri="{FF2B5EF4-FFF2-40B4-BE49-F238E27FC236}">
                  <a16:creationId xmlns:a16="http://schemas.microsoft.com/office/drawing/2014/main" id="{AE90907B-33A9-4032-8DAC-57D686BF224B}"/>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101">
              <a:extLst>
                <a:ext uri="{FF2B5EF4-FFF2-40B4-BE49-F238E27FC236}">
                  <a16:creationId xmlns:a16="http://schemas.microsoft.com/office/drawing/2014/main" id="{FBDAC725-79E4-4424-BEA3-A05B4B093458}"/>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03">
              <a:extLst>
                <a:ext uri="{FF2B5EF4-FFF2-40B4-BE49-F238E27FC236}">
                  <a16:creationId xmlns:a16="http://schemas.microsoft.com/office/drawing/2014/main" id="{4E1FDD66-48F6-43CE-8FB1-29AE920F26BD}"/>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105">
              <a:extLst>
                <a:ext uri="{FF2B5EF4-FFF2-40B4-BE49-F238E27FC236}">
                  <a16:creationId xmlns:a16="http://schemas.microsoft.com/office/drawing/2014/main" id="{EA8ECA2B-A277-4C1A-9ED0-9967A366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107">
              <a:extLst>
                <a:ext uri="{FF2B5EF4-FFF2-40B4-BE49-F238E27FC236}">
                  <a16:creationId xmlns:a16="http://schemas.microsoft.com/office/drawing/2014/main" id="{13DA351B-BED9-48FE-AD3D-0DC682273886}"/>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109">
              <a:extLst>
                <a:ext uri="{FF2B5EF4-FFF2-40B4-BE49-F238E27FC236}">
                  <a16:creationId xmlns:a16="http://schemas.microsoft.com/office/drawing/2014/main" id="{8D932769-77AE-4FCA-87EF-C66D2D5AC49D}"/>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111">
              <a:extLst>
                <a:ext uri="{FF2B5EF4-FFF2-40B4-BE49-F238E27FC236}">
                  <a16:creationId xmlns:a16="http://schemas.microsoft.com/office/drawing/2014/main" id="{080846FC-9D3B-4936-B032-4DC2C6CE7473}"/>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13">
              <a:extLst>
                <a:ext uri="{FF2B5EF4-FFF2-40B4-BE49-F238E27FC236}">
                  <a16:creationId xmlns:a16="http://schemas.microsoft.com/office/drawing/2014/main" id="{1E185463-0F4E-4E10-A2DC-0B9B0F15D28E}"/>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115">
              <a:extLst>
                <a:ext uri="{FF2B5EF4-FFF2-40B4-BE49-F238E27FC236}">
                  <a16:creationId xmlns:a16="http://schemas.microsoft.com/office/drawing/2014/main" id="{62C7EA61-3058-4F25-BC8B-8C21B67A39EF}"/>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117">
              <a:extLst>
                <a:ext uri="{FF2B5EF4-FFF2-40B4-BE49-F238E27FC236}">
                  <a16:creationId xmlns:a16="http://schemas.microsoft.com/office/drawing/2014/main" id="{74062FA8-DA72-4752-8A8D-EF8DFCF0BE09}"/>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119">
              <a:extLst>
                <a:ext uri="{FF2B5EF4-FFF2-40B4-BE49-F238E27FC236}">
                  <a16:creationId xmlns:a16="http://schemas.microsoft.com/office/drawing/2014/main" id="{031D4A47-A1DB-460E-8271-17EBD81654B2}"/>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21">
              <a:extLst>
                <a:ext uri="{FF2B5EF4-FFF2-40B4-BE49-F238E27FC236}">
                  <a16:creationId xmlns:a16="http://schemas.microsoft.com/office/drawing/2014/main" id="{BA79A05C-1693-41E3-A7EC-9489039F3487}"/>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123">
              <a:extLst>
                <a:ext uri="{FF2B5EF4-FFF2-40B4-BE49-F238E27FC236}">
                  <a16:creationId xmlns:a16="http://schemas.microsoft.com/office/drawing/2014/main" id="{147A2CCF-892A-430E-8A35-6D763F927C9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125">
              <a:extLst>
                <a:ext uri="{FF2B5EF4-FFF2-40B4-BE49-F238E27FC236}">
                  <a16:creationId xmlns:a16="http://schemas.microsoft.com/office/drawing/2014/main" id="{29785A94-0B88-4940-A41C-A6CE0913B63B}"/>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127">
              <a:extLst>
                <a:ext uri="{FF2B5EF4-FFF2-40B4-BE49-F238E27FC236}">
                  <a16:creationId xmlns:a16="http://schemas.microsoft.com/office/drawing/2014/main" id="{6DA84B56-58AE-40B0-8C1D-62A52561B87B}"/>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29">
              <a:extLst>
                <a:ext uri="{FF2B5EF4-FFF2-40B4-BE49-F238E27FC236}">
                  <a16:creationId xmlns:a16="http://schemas.microsoft.com/office/drawing/2014/main" id="{9C5EE5EC-417D-4848-A81F-DC8B9B31745D}"/>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131">
              <a:extLst>
                <a:ext uri="{FF2B5EF4-FFF2-40B4-BE49-F238E27FC236}">
                  <a16:creationId xmlns:a16="http://schemas.microsoft.com/office/drawing/2014/main" id="{D82F408F-197E-44E9-8072-3A1D3A390CB3}"/>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33">
              <a:extLst>
                <a:ext uri="{FF2B5EF4-FFF2-40B4-BE49-F238E27FC236}">
                  <a16:creationId xmlns:a16="http://schemas.microsoft.com/office/drawing/2014/main" id="{70F5A8AD-0C9B-440F-9956-802E0BD548C6}"/>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35">
              <a:extLst>
                <a:ext uri="{FF2B5EF4-FFF2-40B4-BE49-F238E27FC236}">
                  <a16:creationId xmlns:a16="http://schemas.microsoft.com/office/drawing/2014/main" id="{9BBE1DDE-0D98-45F5-BFC1-241EACF4724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36">
              <a:extLst>
                <a:ext uri="{FF2B5EF4-FFF2-40B4-BE49-F238E27FC236}">
                  <a16:creationId xmlns:a16="http://schemas.microsoft.com/office/drawing/2014/main" id="{B3DAF428-BB11-4598-8F07-85335E6B9F7C}"/>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38">
              <a:extLst>
                <a:ext uri="{FF2B5EF4-FFF2-40B4-BE49-F238E27FC236}">
                  <a16:creationId xmlns:a16="http://schemas.microsoft.com/office/drawing/2014/main" id="{30B60972-8832-450C-A6EB-6125FE9B878C}"/>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0">
              <a:extLst>
                <a:ext uri="{FF2B5EF4-FFF2-40B4-BE49-F238E27FC236}">
                  <a16:creationId xmlns:a16="http://schemas.microsoft.com/office/drawing/2014/main" id="{272A235A-A103-46A4-ABED-110B954385FF}"/>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41">
              <a:extLst>
                <a:ext uri="{FF2B5EF4-FFF2-40B4-BE49-F238E27FC236}">
                  <a16:creationId xmlns:a16="http://schemas.microsoft.com/office/drawing/2014/main" id="{5980AFFE-3063-4552-B37F-7E8E2DFAFE9F}"/>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3">
              <a:extLst>
                <a:ext uri="{FF2B5EF4-FFF2-40B4-BE49-F238E27FC236}">
                  <a16:creationId xmlns:a16="http://schemas.microsoft.com/office/drawing/2014/main" id="{F73374A3-2A80-4F07-BC4F-35CBCDE6532C}"/>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45">
              <a:extLst>
                <a:ext uri="{FF2B5EF4-FFF2-40B4-BE49-F238E27FC236}">
                  <a16:creationId xmlns:a16="http://schemas.microsoft.com/office/drawing/2014/main" id="{3CBB941F-2387-4E06-8A32-447B6234E9BB}"/>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47">
              <a:extLst>
                <a:ext uri="{FF2B5EF4-FFF2-40B4-BE49-F238E27FC236}">
                  <a16:creationId xmlns:a16="http://schemas.microsoft.com/office/drawing/2014/main" id="{4DCAE0CA-8D69-4ABC-9B02-113F4A6AD75B}"/>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49">
              <a:extLst>
                <a:ext uri="{FF2B5EF4-FFF2-40B4-BE49-F238E27FC236}">
                  <a16:creationId xmlns:a16="http://schemas.microsoft.com/office/drawing/2014/main" id="{0C15CE6C-B4B7-456A-B358-31858AD8783B}"/>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151">
              <a:extLst>
                <a:ext uri="{FF2B5EF4-FFF2-40B4-BE49-F238E27FC236}">
                  <a16:creationId xmlns:a16="http://schemas.microsoft.com/office/drawing/2014/main" id="{CE01C3DB-EA38-4F59-BB37-845A9E744B1B}"/>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153">
              <a:extLst>
                <a:ext uri="{FF2B5EF4-FFF2-40B4-BE49-F238E27FC236}">
                  <a16:creationId xmlns:a16="http://schemas.microsoft.com/office/drawing/2014/main" id="{53B2BE04-D1FB-46F7-973F-EBAB0B603FCC}"/>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155">
              <a:extLst>
                <a:ext uri="{FF2B5EF4-FFF2-40B4-BE49-F238E27FC236}">
                  <a16:creationId xmlns:a16="http://schemas.microsoft.com/office/drawing/2014/main" id="{2C0E7EF5-8C9D-4449-AE93-DF43A4963A64}"/>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157">
              <a:extLst>
                <a:ext uri="{FF2B5EF4-FFF2-40B4-BE49-F238E27FC236}">
                  <a16:creationId xmlns:a16="http://schemas.microsoft.com/office/drawing/2014/main" id="{6EA486AC-56D4-441A-8F67-B6F216ECD80B}"/>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159">
              <a:extLst>
                <a:ext uri="{FF2B5EF4-FFF2-40B4-BE49-F238E27FC236}">
                  <a16:creationId xmlns:a16="http://schemas.microsoft.com/office/drawing/2014/main" id="{62460E9A-49BE-40A0-AEE1-9FC972292B52}"/>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161">
              <a:extLst>
                <a:ext uri="{FF2B5EF4-FFF2-40B4-BE49-F238E27FC236}">
                  <a16:creationId xmlns:a16="http://schemas.microsoft.com/office/drawing/2014/main" id="{1A020BCE-9C81-4F25-A961-138AFBDEA424}"/>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163">
              <a:extLst>
                <a:ext uri="{FF2B5EF4-FFF2-40B4-BE49-F238E27FC236}">
                  <a16:creationId xmlns:a16="http://schemas.microsoft.com/office/drawing/2014/main" id="{70233644-0091-4120-8A2C-95E335BBCD49}"/>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165">
              <a:extLst>
                <a:ext uri="{FF2B5EF4-FFF2-40B4-BE49-F238E27FC236}">
                  <a16:creationId xmlns:a16="http://schemas.microsoft.com/office/drawing/2014/main" id="{E2FDBB79-E536-4759-9D39-582827AB469E}"/>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67">
              <a:extLst>
                <a:ext uri="{FF2B5EF4-FFF2-40B4-BE49-F238E27FC236}">
                  <a16:creationId xmlns:a16="http://schemas.microsoft.com/office/drawing/2014/main" id="{6142F183-880B-4F7B-917A-4A4EE1D73DB3}"/>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69">
              <a:extLst>
                <a:ext uri="{FF2B5EF4-FFF2-40B4-BE49-F238E27FC236}">
                  <a16:creationId xmlns:a16="http://schemas.microsoft.com/office/drawing/2014/main" id="{5D7E0446-3028-4393-8FE5-8A86923C0CCA}"/>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171">
              <a:extLst>
                <a:ext uri="{FF2B5EF4-FFF2-40B4-BE49-F238E27FC236}">
                  <a16:creationId xmlns:a16="http://schemas.microsoft.com/office/drawing/2014/main" id="{A919673F-3E5A-4D2D-9ABA-6FD6C6A5471B}"/>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173">
              <a:extLst>
                <a:ext uri="{FF2B5EF4-FFF2-40B4-BE49-F238E27FC236}">
                  <a16:creationId xmlns:a16="http://schemas.microsoft.com/office/drawing/2014/main" id="{D52997DA-CB80-4F9E-AA78-52A63301CD16}"/>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175">
              <a:extLst>
                <a:ext uri="{FF2B5EF4-FFF2-40B4-BE49-F238E27FC236}">
                  <a16:creationId xmlns:a16="http://schemas.microsoft.com/office/drawing/2014/main" id="{AAEA2BAD-FEF1-45B6-8E07-4175D95DE49F}"/>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77">
              <a:extLst>
                <a:ext uri="{FF2B5EF4-FFF2-40B4-BE49-F238E27FC236}">
                  <a16:creationId xmlns:a16="http://schemas.microsoft.com/office/drawing/2014/main" id="{6112A44A-335F-4B73-BAEA-4CACB1FB60FB}"/>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79">
              <a:extLst>
                <a:ext uri="{FF2B5EF4-FFF2-40B4-BE49-F238E27FC236}">
                  <a16:creationId xmlns:a16="http://schemas.microsoft.com/office/drawing/2014/main" id="{715656F8-4EEB-4023-9780-802C01877039}"/>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81">
              <a:extLst>
                <a:ext uri="{FF2B5EF4-FFF2-40B4-BE49-F238E27FC236}">
                  <a16:creationId xmlns:a16="http://schemas.microsoft.com/office/drawing/2014/main" id="{C6EC7315-601E-46FD-86BB-3EA57901B836}"/>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83">
              <a:extLst>
                <a:ext uri="{FF2B5EF4-FFF2-40B4-BE49-F238E27FC236}">
                  <a16:creationId xmlns:a16="http://schemas.microsoft.com/office/drawing/2014/main" id="{8E91D79F-3901-44AD-8320-B0A898FFDA4D}"/>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185">
              <a:extLst>
                <a:ext uri="{FF2B5EF4-FFF2-40B4-BE49-F238E27FC236}">
                  <a16:creationId xmlns:a16="http://schemas.microsoft.com/office/drawing/2014/main" id="{9D2524F4-8479-42FB-84D2-0D7FB71DC105}"/>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187">
              <a:extLst>
                <a:ext uri="{FF2B5EF4-FFF2-40B4-BE49-F238E27FC236}">
                  <a16:creationId xmlns:a16="http://schemas.microsoft.com/office/drawing/2014/main" id="{E98ECBA8-55B8-4823-B34F-2C0540EE350A}"/>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189">
              <a:extLst>
                <a:ext uri="{FF2B5EF4-FFF2-40B4-BE49-F238E27FC236}">
                  <a16:creationId xmlns:a16="http://schemas.microsoft.com/office/drawing/2014/main" id="{DE52EE6F-A916-4DA0-AF9A-45CA9DBD0737}"/>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191">
              <a:extLst>
                <a:ext uri="{FF2B5EF4-FFF2-40B4-BE49-F238E27FC236}">
                  <a16:creationId xmlns:a16="http://schemas.microsoft.com/office/drawing/2014/main" id="{735ABB14-CFAE-4FFA-97BD-6413E5A59946}"/>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193">
              <a:extLst>
                <a:ext uri="{FF2B5EF4-FFF2-40B4-BE49-F238E27FC236}">
                  <a16:creationId xmlns:a16="http://schemas.microsoft.com/office/drawing/2014/main" id="{1ADF7794-E522-4612-BA91-FFCB8B55227A}"/>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195">
              <a:extLst>
                <a:ext uri="{FF2B5EF4-FFF2-40B4-BE49-F238E27FC236}">
                  <a16:creationId xmlns:a16="http://schemas.microsoft.com/office/drawing/2014/main" id="{D2CCD40D-183A-4C03-9BE0-87F16EEE6D53}"/>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197">
              <a:extLst>
                <a:ext uri="{FF2B5EF4-FFF2-40B4-BE49-F238E27FC236}">
                  <a16:creationId xmlns:a16="http://schemas.microsoft.com/office/drawing/2014/main" id="{AF0F44B0-BAE2-4A86-9326-F0EF27D97A13}"/>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199">
              <a:extLst>
                <a:ext uri="{FF2B5EF4-FFF2-40B4-BE49-F238E27FC236}">
                  <a16:creationId xmlns:a16="http://schemas.microsoft.com/office/drawing/2014/main" id="{72C70C40-A0C6-4798-AB2D-C5EFC9FA9297}"/>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201">
              <a:extLst>
                <a:ext uri="{FF2B5EF4-FFF2-40B4-BE49-F238E27FC236}">
                  <a16:creationId xmlns:a16="http://schemas.microsoft.com/office/drawing/2014/main" id="{8C56CAD5-6EE1-4261-A7E5-294EEE36D4E4}"/>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203">
              <a:extLst>
                <a:ext uri="{FF2B5EF4-FFF2-40B4-BE49-F238E27FC236}">
                  <a16:creationId xmlns:a16="http://schemas.microsoft.com/office/drawing/2014/main" id="{5651E49C-8CD8-4626-B972-04C76B2B8015}"/>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205">
              <a:extLst>
                <a:ext uri="{FF2B5EF4-FFF2-40B4-BE49-F238E27FC236}">
                  <a16:creationId xmlns:a16="http://schemas.microsoft.com/office/drawing/2014/main" id="{21FCCF8F-91E0-46E5-820A-C5CDBCF09926}"/>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208">
              <a:extLst>
                <a:ext uri="{FF2B5EF4-FFF2-40B4-BE49-F238E27FC236}">
                  <a16:creationId xmlns:a16="http://schemas.microsoft.com/office/drawing/2014/main" id="{EC48CBA0-0CF8-4143-B7A9-A005C7200B11}"/>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210">
              <a:extLst>
                <a:ext uri="{FF2B5EF4-FFF2-40B4-BE49-F238E27FC236}">
                  <a16:creationId xmlns:a16="http://schemas.microsoft.com/office/drawing/2014/main" id="{552F1385-1EAB-4C32-8F56-3DDE8417BF7A}"/>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213">
              <a:extLst>
                <a:ext uri="{FF2B5EF4-FFF2-40B4-BE49-F238E27FC236}">
                  <a16:creationId xmlns:a16="http://schemas.microsoft.com/office/drawing/2014/main" id="{5DBE25D9-2EFA-4704-A893-87DB5F7B8010}"/>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215">
              <a:extLst>
                <a:ext uri="{FF2B5EF4-FFF2-40B4-BE49-F238E27FC236}">
                  <a16:creationId xmlns:a16="http://schemas.microsoft.com/office/drawing/2014/main" id="{29B620F7-0074-46F2-818A-E372DD46E9B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217">
              <a:extLst>
                <a:ext uri="{FF2B5EF4-FFF2-40B4-BE49-F238E27FC236}">
                  <a16:creationId xmlns:a16="http://schemas.microsoft.com/office/drawing/2014/main" id="{F3CAC812-50E7-4B95-990D-92F16851921E}"/>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219">
              <a:extLst>
                <a:ext uri="{FF2B5EF4-FFF2-40B4-BE49-F238E27FC236}">
                  <a16:creationId xmlns:a16="http://schemas.microsoft.com/office/drawing/2014/main" id="{9F74C8B0-94F2-48B7-A12C-87822D0C0896}"/>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221">
              <a:extLst>
                <a:ext uri="{FF2B5EF4-FFF2-40B4-BE49-F238E27FC236}">
                  <a16:creationId xmlns:a16="http://schemas.microsoft.com/office/drawing/2014/main" id="{2E12C447-8365-4CDD-B414-4713C9F3312F}"/>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223">
              <a:extLst>
                <a:ext uri="{FF2B5EF4-FFF2-40B4-BE49-F238E27FC236}">
                  <a16:creationId xmlns:a16="http://schemas.microsoft.com/office/drawing/2014/main" id="{0FAECF81-15AA-462F-9551-9676A33F3B81}"/>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225">
              <a:extLst>
                <a:ext uri="{FF2B5EF4-FFF2-40B4-BE49-F238E27FC236}">
                  <a16:creationId xmlns:a16="http://schemas.microsoft.com/office/drawing/2014/main" id="{F56D0D12-139F-4C10-B577-98C2F79104BF}"/>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227">
              <a:extLst>
                <a:ext uri="{FF2B5EF4-FFF2-40B4-BE49-F238E27FC236}">
                  <a16:creationId xmlns:a16="http://schemas.microsoft.com/office/drawing/2014/main" id="{CA784634-F767-42DC-9FB5-945BC614F07C}"/>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229">
              <a:extLst>
                <a:ext uri="{FF2B5EF4-FFF2-40B4-BE49-F238E27FC236}">
                  <a16:creationId xmlns:a16="http://schemas.microsoft.com/office/drawing/2014/main" id="{CA63FD32-14AA-47FC-B09F-75444D0BAF02}"/>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231">
              <a:extLst>
                <a:ext uri="{FF2B5EF4-FFF2-40B4-BE49-F238E27FC236}">
                  <a16:creationId xmlns:a16="http://schemas.microsoft.com/office/drawing/2014/main" id="{04237488-F960-4B21-B6B0-320649307880}"/>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233">
              <a:extLst>
                <a:ext uri="{FF2B5EF4-FFF2-40B4-BE49-F238E27FC236}">
                  <a16:creationId xmlns:a16="http://schemas.microsoft.com/office/drawing/2014/main" id="{7B8DB531-273B-45F3-8BE0-BA83C12F90E7}"/>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235">
              <a:extLst>
                <a:ext uri="{FF2B5EF4-FFF2-40B4-BE49-F238E27FC236}">
                  <a16:creationId xmlns:a16="http://schemas.microsoft.com/office/drawing/2014/main" id="{669D55B3-0142-40D5-99DE-C45DB7631CEA}"/>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237">
              <a:extLst>
                <a:ext uri="{FF2B5EF4-FFF2-40B4-BE49-F238E27FC236}">
                  <a16:creationId xmlns:a16="http://schemas.microsoft.com/office/drawing/2014/main" id="{04E93950-36C0-4067-B760-3199B0DD239B}"/>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239">
              <a:extLst>
                <a:ext uri="{FF2B5EF4-FFF2-40B4-BE49-F238E27FC236}">
                  <a16:creationId xmlns:a16="http://schemas.microsoft.com/office/drawing/2014/main" id="{0AD94A6C-E319-4953-AAA3-57E4494D0090}"/>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241">
              <a:extLst>
                <a:ext uri="{FF2B5EF4-FFF2-40B4-BE49-F238E27FC236}">
                  <a16:creationId xmlns:a16="http://schemas.microsoft.com/office/drawing/2014/main" id="{E7E7E5D4-4A66-4135-9814-DE09944A66A9}"/>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243">
              <a:extLst>
                <a:ext uri="{FF2B5EF4-FFF2-40B4-BE49-F238E27FC236}">
                  <a16:creationId xmlns:a16="http://schemas.microsoft.com/office/drawing/2014/main" id="{35290ABB-7037-4330-B66F-01176C819103}"/>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4" name="Rectangle 223">
            <a:extLst>
              <a:ext uri="{FF2B5EF4-FFF2-40B4-BE49-F238E27FC236}">
                <a16:creationId xmlns:a16="http://schemas.microsoft.com/office/drawing/2014/main" id="{C69EC4AE-281A-46D9-873E-07BB1E51B05A}"/>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225" name="Title 1">
            <a:extLst>
              <a:ext uri="{FF2B5EF4-FFF2-40B4-BE49-F238E27FC236}">
                <a16:creationId xmlns:a16="http://schemas.microsoft.com/office/drawing/2014/main" id="{35737774-FF6C-4629-B50A-18CFF24C5375}"/>
              </a:ext>
            </a:extLst>
          </p:cNvPr>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226" name="Text Placeholder 12">
            <a:extLst>
              <a:ext uri="{FF2B5EF4-FFF2-40B4-BE49-F238E27FC236}">
                <a16:creationId xmlns:a16="http://schemas.microsoft.com/office/drawing/2014/main" id="{763DFA56-A75B-4906-9775-8AAB400E4C31}"/>
              </a:ext>
            </a:extLst>
          </p:cNvPr>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7" name="Text Placeholder 12">
            <a:extLst>
              <a:ext uri="{FF2B5EF4-FFF2-40B4-BE49-F238E27FC236}">
                <a16:creationId xmlns:a16="http://schemas.microsoft.com/office/drawing/2014/main" id="{1F8CE907-3C90-41EB-91C7-DA18FA106401}"/>
              </a:ext>
            </a:extLst>
          </p:cNvPr>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8" name="Text Placeholder 12">
            <a:extLst>
              <a:ext uri="{FF2B5EF4-FFF2-40B4-BE49-F238E27FC236}">
                <a16:creationId xmlns:a16="http://schemas.microsoft.com/office/drawing/2014/main" id="{B4D241AA-6FF3-4200-BFC4-3729D0603CFF}"/>
              </a:ext>
            </a:extLst>
          </p:cNvPr>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9" name="Text Placeholder 12">
            <a:extLst>
              <a:ext uri="{FF2B5EF4-FFF2-40B4-BE49-F238E27FC236}">
                <a16:creationId xmlns:a16="http://schemas.microsoft.com/office/drawing/2014/main" id="{F6C3451D-9208-4A3A-9A11-2DDE6C330EC8}"/>
              </a:ext>
            </a:extLst>
          </p:cNvPr>
          <p:cNvSpPr>
            <a:spLocks noGrp="1"/>
          </p:cNvSpPr>
          <p:nvPr>
            <p:ph type="body" sz="quarter" idx="26" hasCustomPrompt="1"/>
          </p:nvPr>
        </p:nvSpPr>
        <p:spPr>
          <a:xfrm>
            <a:off x="1929251" y="4531191"/>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0" name="Text Placeholder 12">
            <a:extLst>
              <a:ext uri="{FF2B5EF4-FFF2-40B4-BE49-F238E27FC236}">
                <a16:creationId xmlns:a16="http://schemas.microsoft.com/office/drawing/2014/main" id="{6E2907FF-2C7C-460B-B05F-BE4B56F1C815}"/>
              </a:ext>
            </a:extLst>
          </p:cNvPr>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231" name="Text Placeholder 12">
            <a:extLst>
              <a:ext uri="{FF2B5EF4-FFF2-40B4-BE49-F238E27FC236}">
                <a16:creationId xmlns:a16="http://schemas.microsoft.com/office/drawing/2014/main" id="{78719E91-891E-4FAB-9142-5F2DD1E252F5}"/>
              </a:ext>
            </a:extLst>
          </p:cNvPr>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232" name="Text Placeholder 12">
            <a:extLst>
              <a:ext uri="{FF2B5EF4-FFF2-40B4-BE49-F238E27FC236}">
                <a16:creationId xmlns:a16="http://schemas.microsoft.com/office/drawing/2014/main" id="{7F77393C-C96C-4DF6-9050-4B3C3FB2C5EF}"/>
              </a:ext>
            </a:extLst>
          </p:cNvPr>
          <p:cNvSpPr>
            <a:spLocks noGrp="1"/>
          </p:cNvSpPr>
          <p:nvPr>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233" name="Text Placeholder 12">
            <a:extLst>
              <a:ext uri="{FF2B5EF4-FFF2-40B4-BE49-F238E27FC236}">
                <a16:creationId xmlns:a16="http://schemas.microsoft.com/office/drawing/2014/main" id="{BA4218A5-F5D0-4116-B615-8D1922502525}"/>
              </a:ext>
            </a:extLst>
          </p:cNvPr>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4" name="Text Placeholder 12">
            <a:extLst>
              <a:ext uri="{FF2B5EF4-FFF2-40B4-BE49-F238E27FC236}">
                <a16:creationId xmlns:a16="http://schemas.microsoft.com/office/drawing/2014/main" id="{8722B1D3-D916-4E16-8E31-739781F5F3B5}"/>
              </a:ext>
            </a:extLst>
          </p:cNvPr>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5" name="Text Placeholder 12">
            <a:extLst>
              <a:ext uri="{FF2B5EF4-FFF2-40B4-BE49-F238E27FC236}">
                <a16:creationId xmlns:a16="http://schemas.microsoft.com/office/drawing/2014/main" id="{F0A13DB8-9044-4579-A67C-3278A2ADBB21}"/>
              </a:ext>
            </a:extLst>
          </p:cNvPr>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6" name="Text Placeholder 12">
            <a:extLst>
              <a:ext uri="{FF2B5EF4-FFF2-40B4-BE49-F238E27FC236}">
                <a16:creationId xmlns:a16="http://schemas.microsoft.com/office/drawing/2014/main" id="{DBE8D341-5191-4133-94BC-B8AFA2172D62}"/>
              </a:ext>
            </a:extLst>
          </p:cNvPr>
          <p:cNvSpPr>
            <a:spLocks noGrp="1"/>
          </p:cNvSpPr>
          <p:nvPr>
            <p:ph type="body" sz="quarter" idx="31" hasCustomPrompt="1"/>
          </p:nvPr>
        </p:nvSpPr>
        <p:spPr>
          <a:xfrm>
            <a:off x="6806051" y="4531191"/>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7" name="Text Placeholder 12">
            <a:extLst>
              <a:ext uri="{FF2B5EF4-FFF2-40B4-BE49-F238E27FC236}">
                <a16:creationId xmlns:a16="http://schemas.microsoft.com/office/drawing/2014/main" id="{E0D9B687-E5AC-4EB2-8E32-52C6A7BC273A}"/>
              </a:ext>
            </a:extLst>
          </p:cNvPr>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238" name="Text Placeholder 12">
            <a:extLst>
              <a:ext uri="{FF2B5EF4-FFF2-40B4-BE49-F238E27FC236}">
                <a16:creationId xmlns:a16="http://schemas.microsoft.com/office/drawing/2014/main" id="{B72450F8-D29A-4586-A330-65D7B8850D1A}"/>
              </a:ext>
            </a:extLst>
          </p:cNvPr>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239" name="Text Placeholder 12">
            <a:extLst>
              <a:ext uri="{FF2B5EF4-FFF2-40B4-BE49-F238E27FC236}">
                <a16:creationId xmlns:a16="http://schemas.microsoft.com/office/drawing/2014/main" id="{580A7465-6C73-4C3D-85E5-58D1DFF9741D}"/>
              </a:ext>
            </a:extLst>
          </p:cNvPr>
          <p:cNvSpPr>
            <a:spLocks noGrp="1"/>
          </p:cNvSpPr>
          <p:nvPr>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240" name="Text Placeholder 12">
            <a:extLst>
              <a:ext uri="{FF2B5EF4-FFF2-40B4-BE49-F238E27FC236}">
                <a16:creationId xmlns:a16="http://schemas.microsoft.com/office/drawing/2014/main" id="{3981ACA2-061D-42E5-84B6-56462232FC2D}"/>
              </a:ext>
            </a:extLst>
          </p:cNvPr>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grpSp>
        <p:nvGrpSpPr>
          <p:cNvPr id="2" name="Group 1">
            <a:extLst>
              <a:ext uri="{FF2B5EF4-FFF2-40B4-BE49-F238E27FC236}">
                <a16:creationId xmlns:a16="http://schemas.microsoft.com/office/drawing/2014/main" id="{DB9F30B6-DF89-1762-7679-92C83D8EC1B8}"/>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14AF95AC-A041-2120-6470-824591C6F158}"/>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0AA41FEB-DAEA-49CC-1E4C-EB286F735838}"/>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35" name="Group 34">
            <a:extLst>
              <a:ext uri="{FF2B5EF4-FFF2-40B4-BE49-F238E27FC236}">
                <a16:creationId xmlns:a16="http://schemas.microsoft.com/office/drawing/2014/main" id="{615B14D5-E45B-DD0B-8A90-B77E6773B7B9}"/>
              </a:ext>
            </a:extLst>
          </p:cNvPr>
          <p:cNvGrpSpPr/>
          <p:nvPr userDrawn="1"/>
        </p:nvGrpSpPr>
        <p:grpSpPr>
          <a:xfrm>
            <a:off x="1419076" y="5725874"/>
            <a:ext cx="951309" cy="341297"/>
            <a:chOff x="1419076" y="6371773"/>
            <a:chExt cx="951309" cy="341297"/>
          </a:xfrm>
        </p:grpSpPr>
        <p:sp>
          <p:nvSpPr>
            <p:cNvPr id="36" name="Shape 2452">
              <a:extLst>
                <a:ext uri="{FF2B5EF4-FFF2-40B4-BE49-F238E27FC236}">
                  <a16:creationId xmlns:a16="http://schemas.microsoft.com/office/drawing/2014/main" id="{5985CE1B-A8DE-2791-691C-74AB5AB551B7}"/>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31C51F9D-F912-B335-BC5C-EE36F6AEFBC5}"/>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44" name="Group 43">
            <a:extLst>
              <a:ext uri="{FF2B5EF4-FFF2-40B4-BE49-F238E27FC236}">
                <a16:creationId xmlns:a16="http://schemas.microsoft.com/office/drawing/2014/main" id="{30A16698-4CC1-817F-2E21-7D413FED1EE6}"/>
              </a:ext>
            </a:extLst>
          </p:cNvPr>
          <p:cNvGrpSpPr/>
          <p:nvPr userDrawn="1"/>
        </p:nvGrpSpPr>
        <p:grpSpPr>
          <a:xfrm>
            <a:off x="2470784" y="5725874"/>
            <a:ext cx="951309" cy="341297"/>
            <a:chOff x="2470784" y="6371773"/>
            <a:chExt cx="951309" cy="341297"/>
          </a:xfrm>
        </p:grpSpPr>
        <p:sp>
          <p:nvSpPr>
            <p:cNvPr id="45" name="Shape 2452">
              <a:extLst>
                <a:ext uri="{FF2B5EF4-FFF2-40B4-BE49-F238E27FC236}">
                  <a16:creationId xmlns:a16="http://schemas.microsoft.com/office/drawing/2014/main" id="{F590BB96-8911-EDB7-62F8-767AE73FC0D4}"/>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6" name="TextBox 45">
              <a:extLst>
                <a:ext uri="{FF2B5EF4-FFF2-40B4-BE49-F238E27FC236}">
                  <a16:creationId xmlns:a16="http://schemas.microsoft.com/office/drawing/2014/main" id="{D63CD3C3-9455-1520-3768-3288A1BC4AED}"/>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47" name="Group 46">
            <a:extLst>
              <a:ext uri="{FF2B5EF4-FFF2-40B4-BE49-F238E27FC236}">
                <a16:creationId xmlns:a16="http://schemas.microsoft.com/office/drawing/2014/main" id="{050252AC-6335-832D-AC27-C9EEF2700BC0}"/>
              </a:ext>
            </a:extLst>
          </p:cNvPr>
          <p:cNvGrpSpPr/>
          <p:nvPr userDrawn="1"/>
        </p:nvGrpSpPr>
        <p:grpSpPr>
          <a:xfrm>
            <a:off x="5625908" y="5725874"/>
            <a:ext cx="951309" cy="341297"/>
            <a:chOff x="5625908" y="6371773"/>
            <a:chExt cx="951309" cy="341297"/>
          </a:xfrm>
        </p:grpSpPr>
        <p:sp>
          <p:nvSpPr>
            <p:cNvPr id="48" name="Shape 2452">
              <a:extLst>
                <a:ext uri="{FF2B5EF4-FFF2-40B4-BE49-F238E27FC236}">
                  <a16:creationId xmlns:a16="http://schemas.microsoft.com/office/drawing/2014/main" id="{5DFB239C-A55B-4B96-F168-E0A6A4BEC60A}"/>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0" name="TextBox 49">
              <a:extLst>
                <a:ext uri="{FF2B5EF4-FFF2-40B4-BE49-F238E27FC236}">
                  <a16:creationId xmlns:a16="http://schemas.microsoft.com/office/drawing/2014/main" id="{855306DA-489E-C9AC-3665-8C63AC75922D}"/>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52" name="Group 51">
            <a:extLst>
              <a:ext uri="{FF2B5EF4-FFF2-40B4-BE49-F238E27FC236}">
                <a16:creationId xmlns:a16="http://schemas.microsoft.com/office/drawing/2014/main" id="{D3C30A7A-006B-1E46-EE5E-60E6CE4C1E04}"/>
              </a:ext>
            </a:extLst>
          </p:cNvPr>
          <p:cNvGrpSpPr/>
          <p:nvPr userDrawn="1"/>
        </p:nvGrpSpPr>
        <p:grpSpPr>
          <a:xfrm>
            <a:off x="9832740" y="5725874"/>
            <a:ext cx="951309" cy="341297"/>
            <a:chOff x="9832740" y="6371773"/>
            <a:chExt cx="951309" cy="341297"/>
          </a:xfrm>
        </p:grpSpPr>
        <p:sp>
          <p:nvSpPr>
            <p:cNvPr id="54" name="Shape 2452">
              <a:extLst>
                <a:ext uri="{FF2B5EF4-FFF2-40B4-BE49-F238E27FC236}">
                  <a16:creationId xmlns:a16="http://schemas.microsoft.com/office/drawing/2014/main" id="{EB45FF2F-D800-0371-9D79-42CF70843CD7}"/>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6" name="TextBox 55">
              <a:extLst>
                <a:ext uri="{FF2B5EF4-FFF2-40B4-BE49-F238E27FC236}">
                  <a16:creationId xmlns:a16="http://schemas.microsoft.com/office/drawing/2014/main" id="{27C7C02A-57B5-2FD9-16FA-1866A17FAE9C}"/>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57" name="Group 56">
            <a:extLst>
              <a:ext uri="{FF2B5EF4-FFF2-40B4-BE49-F238E27FC236}">
                <a16:creationId xmlns:a16="http://schemas.microsoft.com/office/drawing/2014/main" id="{26767756-A20B-A02E-FD5B-72FDC0BB91E3}"/>
              </a:ext>
            </a:extLst>
          </p:cNvPr>
          <p:cNvGrpSpPr/>
          <p:nvPr userDrawn="1"/>
        </p:nvGrpSpPr>
        <p:grpSpPr>
          <a:xfrm>
            <a:off x="7729324" y="5725874"/>
            <a:ext cx="951309" cy="341297"/>
            <a:chOff x="7729324" y="5725874"/>
            <a:chExt cx="951309" cy="341297"/>
          </a:xfrm>
        </p:grpSpPr>
        <p:sp>
          <p:nvSpPr>
            <p:cNvPr id="58" name="TextBox 57">
              <a:extLst>
                <a:ext uri="{FF2B5EF4-FFF2-40B4-BE49-F238E27FC236}">
                  <a16:creationId xmlns:a16="http://schemas.microsoft.com/office/drawing/2014/main" id="{72F9C6CE-F70E-833E-1BB7-1C8F1DCA37E7}"/>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59" name="Shape 2452">
              <a:extLst>
                <a:ext uri="{FF2B5EF4-FFF2-40B4-BE49-F238E27FC236}">
                  <a16:creationId xmlns:a16="http://schemas.microsoft.com/office/drawing/2014/main" id="{48E720C1-09C7-D199-59F5-47D28055041C}"/>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60" name="Group 59">
            <a:extLst>
              <a:ext uri="{FF2B5EF4-FFF2-40B4-BE49-F238E27FC236}">
                <a16:creationId xmlns:a16="http://schemas.microsoft.com/office/drawing/2014/main" id="{18B1E878-87CB-AEF4-C457-DBEE9AF1D1FE}"/>
              </a:ext>
            </a:extLst>
          </p:cNvPr>
          <p:cNvGrpSpPr/>
          <p:nvPr userDrawn="1"/>
        </p:nvGrpSpPr>
        <p:grpSpPr>
          <a:xfrm>
            <a:off x="6677616" y="5725874"/>
            <a:ext cx="951309" cy="341297"/>
            <a:chOff x="6677616" y="5725874"/>
            <a:chExt cx="951309" cy="341297"/>
          </a:xfrm>
        </p:grpSpPr>
        <p:sp>
          <p:nvSpPr>
            <p:cNvPr id="61" name="Shape 2452">
              <a:extLst>
                <a:ext uri="{FF2B5EF4-FFF2-40B4-BE49-F238E27FC236}">
                  <a16:creationId xmlns:a16="http://schemas.microsoft.com/office/drawing/2014/main" id="{1E2971BA-A131-BDFE-BE81-A6CD1AB1B9B0}"/>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2" name="TextBox 61">
              <a:extLst>
                <a:ext uri="{FF2B5EF4-FFF2-40B4-BE49-F238E27FC236}">
                  <a16:creationId xmlns:a16="http://schemas.microsoft.com/office/drawing/2014/main" id="{CB4A05A2-09C0-FAF2-861A-20D9048A37C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63" name="Group 62">
            <a:extLst>
              <a:ext uri="{FF2B5EF4-FFF2-40B4-BE49-F238E27FC236}">
                <a16:creationId xmlns:a16="http://schemas.microsoft.com/office/drawing/2014/main" id="{CD5339AF-4A3A-171E-55C8-CAF44EB8C981}"/>
              </a:ext>
            </a:extLst>
          </p:cNvPr>
          <p:cNvGrpSpPr/>
          <p:nvPr userDrawn="1"/>
        </p:nvGrpSpPr>
        <p:grpSpPr>
          <a:xfrm>
            <a:off x="8781032" y="5725874"/>
            <a:ext cx="951309" cy="341297"/>
            <a:chOff x="8781032" y="6371773"/>
            <a:chExt cx="951309" cy="341297"/>
          </a:xfrm>
        </p:grpSpPr>
        <p:sp>
          <p:nvSpPr>
            <p:cNvPr id="65" name="Shape 2452">
              <a:extLst>
                <a:ext uri="{FF2B5EF4-FFF2-40B4-BE49-F238E27FC236}">
                  <a16:creationId xmlns:a16="http://schemas.microsoft.com/office/drawing/2014/main" id="{DB060A30-71EE-AAA9-CECC-CE31F66A7C7E}"/>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7" name="TextBox 66">
              <a:extLst>
                <a:ext uri="{FF2B5EF4-FFF2-40B4-BE49-F238E27FC236}">
                  <a16:creationId xmlns:a16="http://schemas.microsoft.com/office/drawing/2014/main" id="{2BD68742-E44C-4D53-4FCE-6CC36B61013C}"/>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68" name="Group 67">
            <a:extLst>
              <a:ext uri="{FF2B5EF4-FFF2-40B4-BE49-F238E27FC236}">
                <a16:creationId xmlns:a16="http://schemas.microsoft.com/office/drawing/2014/main" id="{9B7B5779-AE47-57F2-B872-D35098B4C0A9}"/>
              </a:ext>
            </a:extLst>
          </p:cNvPr>
          <p:cNvGrpSpPr/>
          <p:nvPr userDrawn="1"/>
        </p:nvGrpSpPr>
        <p:grpSpPr>
          <a:xfrm>
            <a:off x="3522492" y="5725874"/>
            <a:ext cx="951309" cy="341297"/>
            <a:chOff x="3522492" y="6371773"/>
            <a:chExt cx="951309" cy="341297"/>
          </a:xfrm>
        </p:grpSpPr>
        <p:sp>
          <p:nvSpPr>
            <p:cNvPr id="69" name="TextBox 68">
              <a:extLst>
                <a:ext uri="{FF2B5EF4-FFF2-40B4-BE49-F238E27FC236}">
                  <a16:creationId xmlns:a16="http://schemas.microsoft.com/office/drawing/2014/main" id="{ECA45C61-9282-422B-BECB-C7E2EC28EE8C}"/>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70" name="Shape 2452">
              <a:extLst>
                <a:ext uri="{FF2B5EF4-FFF2-40B4-BE49-F238E27FC236}">
                  <a16:creationId xmlns:a16="http://schemas.microsoft.com/office/drawing/2014/main" id="{B693884A-B083-8581-D747-028FDFF22DB0}"/>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71" name="Group 70">
            <a:extLst>
              <a:ext uri="{FF2B5EF4-FFF2-40B4-BE49-F238E27FC236}">
                <a16:creationId xmlns:a16="http://schemas.microsoft.com/office/drawing/2014/main" id="{EA616A0A-90B7-2E87-3CFD-340C49FC782C}"/>
              </a:ext>
            </a:extLst>
          </p:cNvPr>
          <p:cNvGrpSpPr/>
          <p:nvPr userDrawn="1"/>
        </p:nvGrpSpPr>
        <p:grpSpPr>
          <a:xfrm>
            <a:off x="4574200" y="5725874"/>
            <a:ext cx="951309" cy="341297"/>
            <a:chOff x="4574200" y="6371773"/>
            <a:chExt cx="951309" cy="341297"/>
          </a:xfrm>
        </p:grpSpPr>
        <p:sp>
          <p:nvSpPr>
            <p:cNvPr id="72" name="Shape 2452">
              <a:extLst>
                <a:ext uri="{FF2B5EF4-FFF2-40B4-BE49-F238E27FC236}">
                  <a16:creationId xmlns:a16="http://schemas.microsoft.com/office/drawing/2014/main" id="{A86B73BD-7A41-724C-DBB4-ADD739B2A3BD}"/>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73" name="TextBox 72">
              <a:extLst>
                <a:ext uri="{FF2B5EF4-FFF2-40B4-BE49-F238E27FC236}">
                  <a16:creationId xmlns:a16="http://schemas.microsoft.com/office/drawing/2014/main" id="{3D741C62-88EF-CA5A-EE8A-1577FEE61D9C}"/>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75" name="Group 74">
            <a:extLst>
              <a:ext uri="{FF2B5EF4-FFF2-40B4-BE49-F238E27FC236}">
                <a16:creationId xmlns:a16="http://schemas.microsoft.com/office/drawing/2014/main" id="{F2DB4799-6867-3FB9-47CA-484D46A1CE0C}"/>
              </a:ext>
            </a:extLst>
          </p:cNvPr>
          <p:cNvGrpSpPr/>
          <p:nvPr userDrawn="1"/>
        </p:nvGrpSpPr>
        <p:grpSpPr>
          <a:xfrm>
            <a:off x="10884444" y="5725874"/>
            <a:ext cx="951309" cy="341297"/>
            <a:chOff x="10884444" y="6371773"/>
            <a:chExt cx="951309" cy="341297"/>
          </a:xfrm>
        </p:grpSpPr>
        <p:sp>
          <p:nvSpPr>
            <p:cNvPr id="85" name="TextBox 84">
              <a:extLst>
                <a:ext uri="{FF2B5EF4-FFF2-40B4-BE49-F238E27FC236}">
                  <a16:creationId xmlns:a16="http://schemas.microsoft.com/office/drawing/2014/main" id="{3CE03958-D72C-4FD5-5323-79A5DE9C88BE}"/>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86" name="Shape 2452">
              <a:extLst>
                <a:ext uri="{FF2B5EF4-FFF2-40B4-BE49-F238E27FC236}">
                  <a16:creationId xmlns:a16="http://schemas.microsoft.com/office/drawing/2014/main" id="{2C68EC04-1FA6-29D6-3AC6-97E221C51C69}"/>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
        <p:nvSpPr>
          <p:cNvPr id="5" name="Rectangle 7">
            <a:extLst>
              <a:ext uri="{FF2B5EF4-FFF2-40B4-BE49-F238E27FC236}">
                <a16:creationId xmlns:a16="http://schemas.microsoft.com/office/drawing/2014/main" id="{09A8FE08-DEAB-9BD1-400F-ED8ABA5653B6}"/>
              </a:ext>
            </a:extLst>
          </p:cNvPr>
          <p:cNvSpPr/>
          <p:nvPr userDrawn="1"/>
        </p:nvSpPr>
        <p:spPr>
          <a:xfrm>
            <a:off x="8568451" y="0"/>
            <a:ext cx="3623549" cy="2658017"/>
          </a:xfrm>
          <a:custGeom>
            <a:avLst/>
            <a:gdLst>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2658017 h 2658017"/>
              <a:gd name="connsiteX4" fmla="*/ 0 w 3623549"/>
              <a:gd name="connsiteY4"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67238"/>
              <a:gd name="connsiteX1" fmla="*/ 3623549 w 3623549"/>
              <a:gd name="connsiteY1" fmla="*/ 0 h 2667238"/>
              <a:gd name="connsiteX2" fmla="*/ 3623549 w 3623549"/>
              <a:gd name="connsiteY2" fmla="*/ 2658017 h 2667238"/>
              <a:gd name="connsiteX3" fmla="*/ 0 w 3623549"/>
              <a:gd name="connsiteY3" fmla="*/ 0 h 2667238"/>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Lst>
            <a:ahLst/>
            <a:cxnLst>
              <a:cxn ang="0">
                <a:pos x="connsiteX0" y="connsiteY0"/>
              </a:cxn>
              <a:cxn ang="0">
                <a:pos x="connsiteX1" y="connsiteY1"/>
              </a:cxn>
              <a:cxn ang="0">
                <a:pos x="connsiteX2" y="connsiteY2"/>
              </a:cxn>
              <a:cxn ang="0">
                <a:pos x="connsiteX3" y="connsiteY3"/>
              </a:cxn>
            </a:cxnLst>
            <a:rect l="l" t="t" r="r" b="b"/>
            <a:pathLst>
              <a:path w="3623549" h="2658017">
                <a:moveTo>
                  <a:pt x="0" y="0"/>
                </a:moveTo>
                <a:lnTo>
                  <a:pt x="3623549" y="0"/>
                </a:lnTo>
                <a:lnTo>
                  <a:pt x="3623549" y="2658017"/>
                </a:lnTo>
                <a:cubicBezTo>
                  <a:pt x="1659920" y="2229211"/>
                  <a:pt x="2159572" y="512781"/>
                  <a:pt x="0" y="0"/>
                </a:cubicBezTo>
                <a:close/>
              </a:path>
            </a:pathLst>
          </a:custGeom>
          <a:gradFill flip="none" rotWithShape="1">
            <a:gsLst>
              <a:gs pos="0">
                <a:srgbClr val="27AAE1"/>
              </a:gs>
              <a:gs pos="50000">
                <a:srgbClr val="5573B1"/>
              </a:gs>
              <a:gs pos="99000">
                <a:srgbClr val="5C5DA7"/>
              </a:gs>
            </a:gsLst>
            <a:lin ang="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lvl="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6" name="Graphic 5">
            <a:extLst>
              <a:ext uri="{FF2B5EF4-FFF2-40B4-BE49-F238E27FC236}">
                <a16:creationId xmlns:a16="http://schemas.microsoft.com/office/drawing/2014/main" id="{7D8D250B-7D9E-AA64-4404-403D9E8F1273}"/>
              </a:ext>
            </a:extLst>
          </p:cNvPr>
          <p:cNvPicPr>
            <a:picLocks noChangeAspect="1"/>
          </p:cNvPicPr>
          <p:nvPr userDrawn="1"/>
        </p:nvPicPr>
        <p:blipFill rotWithShape="1">
          <a:blip r:embed="rId16"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 b="9697"/>
          <a:stretch/>
        </p:blipFill>
        <p:spPr>
          <a:xfrm>
            <a:off x="10824661" y="329745"/>
            <a:ext cx="1163215" cy="2275928"/>
          </a:xfrm>
          <a:custGeom>
            <a:avLst/>
            <a:gdLst>
              <a:gd name="connsiteX0" fmla="*/ 0 w 1163215"/>
              <a:gd name="connsiteY0" fmla="*/ 0 h 2275928"/>
              <a:gd name="connsiteX1" fmla="*/ 1163215 w 1163215"/>
              <a:gd name="connsiteY1" fmla="*/ 0 h 2275928"/>
              <a:gd name="connsiteX2" fmla="*/ 1163215 w 1163215"/>
              <a:gd name="connsiteY2" fmla="*/ 2275928 h 2275928"/>
              <a:gd name="connsiteX3" fmla="*/ 1026775 w 1163215"/>
              <a:gd name="connsiteY3" fmla="*/ 2233390 h 2275928"/>
              <a:gd name="connsiteX4" fmla="*/ 91775 w 1163215"/>
              <a:gd name="connsiteY4" fmla="*/ 1625060 h 2275928"/>
              <a:gd name="connsiteX5" fmla="*/ 0 w 1163215"/>
              <a:gd name="connsiteY5" fmla="*/ 1518451 h 227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215" h="2275928">
                <a:moveTo>
                  <a:pt x="0" y="0"/>
                </a:moveTo>
                <a:lnTo>
                  <a:pt x="1163215" y="0"/>
                </a:lnTo>
                <a:lnTo>
                  <a:pt x="1163215" y="2275928"/>
                </a:lnTo>
                <a:lnTo>
                  <a:pt x="1026775" y="2233390"/>
                </a:lnTo>
                <a:cubicBezTo>
                  <a:pt x="607842" y="2088383"/>
                  <a:pt x="322855" y="1872631"/>
                  <a:pt x="91775" y="1625060"/>
                </a:cubicBezTo>
                <a:lnTo>
                  <a:pt x="0" y="1518451"/>
                </a:lnTo>
                <a:close/>
              </a:path>
            </a:pathLst>
          </a:custGeom>
        </p:spPr>
      </p:pic>
    </p:spTree>
    <p:extLst>
      <p:ext uri="{BB962C8B-B14F-4D97-AF65-F5344CB8AC3E}">
        <p14:creationId xmlns:p14="http://schemas.microsoft.com/office/powerpoint/2010/main" val="2280084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41166E1-83D4-B383-09BF-71FDDFFB5357}"/>
              </a:ext>
            </a:extLst>
          </p:cNvPr>
          <p:cNvSpPr/>
          <p:nvPr userDrawn="1"/>
        </p:nvSpPr>
        <p:spPr>
          <a:xfrm>
            <a:off x="6746588" y="0"/>
            <a:ext cx="5445412" cy="5580442"/>
          </a:xfrm>
          <a:custGeom>
            <a:avLst/>
            <a:gdLst>
              <a:gd name="connsiteX0" fmla="*/ 3650826 w 5445412"/>
              <a:gd name="connsiteY0" fmla="*/ 2012439 h 5580442"/>
              <a:gd name="connsiteX1" fmla="*/ 3988291 w 5445412"/>
              <a:gd name="connsiteY1" fmla="*/ 2189599 h 5580442"/>
              <a:gd name="connsiteX2" fmla="*/ 3988290 w 5445412"/>
              <a:gd name="connsiteY2" fmla="*/ 2189599 h 5580442"/>
              <a:gd name="connsiteX3" fmla="*/ 3924483 w 5445412"/>
              <a:gd name="connsiteY3" fmla="*/ 2890960 h 5580442"/>
              <a:gd name="connsiteX4" fmla="*/ 835187 w 5445412"/>
              <a:gd name="connsiteY4" fmla="*/ 5465029 h 5580442"/>
              <a:gd name="connsiteX5" fmla="*/ 133827 w 5445412"/>
              <a:gd name="connsiteY5" fmla="*/ 5401221 h 5580442"/>
              <a:gd name="connsiteX6" fmla="*/ 197633 w 5445412"/>
              <a:gd name="connsiteY6" fmla="*/ 4699862 h 5580442"/>
              <a:gd name="connsiteX7" fmla="*/ 3286931 w 5445412"/>
              <a:gd name="connsiteY7" fmla="*/ 2125792 h 5580442"/>
              <a:gd name="connsiteX8" fmla="*/ 3650826 w 5445412"/>
              <a:gd name="connsiteY8" fmla="*/ 2012439 h 5580442"/>
              <a:gd name="connsiteX9" fmla="*/ 5445412 w 5445412"/>
              <a:gd name="connsiteY9" fmla="*/ 1740925 h 5580442"/>
              <a:gd name="connsiteX10" fmla="*/ 5445412 w 5445412"/>
              <a:gd name="connsiteY10" fmla="*/ 3037314 h 5580442"/>
              <a:gd name="connsiteX11" fmla="*/ 2774226 w 5445412"/>
              <a:gd name="connsiteY11" fmla="*/ 5263005 h 5580442"/>
              <a:gd name="connsiteX12" fmla="*/ 2072865 w 5445412"/>
              <a:gd name="connsiteY12" fmla="*/ 5199198 h 5580442"/>
              <a:gd name="connsiteX13" fmla="*/ 2136672 w 5445412"/>
              <a:gd name="connsiteY13" fmla="*/ 4497838 h 5580442"/>
              <a:gd name="connsiteX14" fmla="*/ 5445412 w 5445412"/>
              <a:gd name="connsiteY14" fmla="*/ 327304 h 5580442"/>
              <a:gd name="connsiteX15" fmla="*/ 5445412 w 5445412"/>
              <a:gd name="connsiteY15" fmla="*/ 1623695 h 5580442"/>
              <a:gd name="connsiteX16" fmla="*/ 4801989 w 5445412"/>
              <a:gd name="connsiteY16" fmla="*/ 2159809 h 5580442"/>
              <a:gd name="connsiteX17" fmla="*/ 4100628 w 5445412"/>
              <a:gd name="connsiteY17" fmla="*/ 2096003 h 5580442"/>
              <a:gd name="connsiteX18" fmla="*/ 4164435 w 5445412"/>
              <a:gd name="connsiteY18" fmla="*/ 1394642 h 5580442"/>
              <a:gd name="connsiteX19" fmla="*/ 4144497 w 5445412"/>
              <a:gd name="connsiteY19" fmla="*/ 0 h 5580442"/>
              <a:gd name="connsiteX20" fmla="*/ 5445412 w 5445412"/>
              <a:gd name="connsiteY20" fmla="*/ 0 h 5580442"/>
              <a:gd name="connsiteX21" fmla="*/ 5445412 w 5445412"/>
              <a:gd name="connsiteY21" fmla="*/ 212439 h 5580442"/>
              <a:gd name="connsiteX22" fmla="*/ 835368 w 5445412"/>
              <a:gd name="connsiteY22" fmla="*/ 4053629 h 5580442"/>
              <a:gd name="connsiteX23" fmla="*/ 134007 w 5445412"/>
              <a:gd name="connsiteY23" fmla="*/ 3989822 h 5580442"/>
              <a:gd name="connsiteX24" fmla="*/ 197814 w 5445412"/>
              <a:gd name="connsiteY24" fmla="*/ 3288462 h 5580442"/>
              <a:gd name="connsiteX25" fmla="*/ 2446252 w 5445412"/>
              <a:gd name="connsiteY25" fmla="*/ 0 h 5580442"/>
              <a:gd name="connsiteX26" fmla="*/ 4002128 w 5445412"/>
              <a:gd name="connsiteY26" fmla="*/ 0 h 5580442"/>
              <a:gd name="connsiteX27" fmla="*/ 816775 w 5445412"/>
              <a:gd name="connsiteY27" fmla="*/ 2654107 h 5580442"/>
              <a:gd name="connsiteX28" fmla="*/ 115414 w 5445412"/>
              <a:gd name="connsiteY28" fmla="*/ 2590300 h 5580442"/>
              <a:gd name="connsiteX29" fmla="*/ 179221 w 5445412"/>
              <a:gd name="connsiteY29" fmla="*/ 1888939 h 558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445412" h="5580442">
                <a:moveTo>
                  <a:pt x="3650826" y="2012439"/>
                </a:moveTo>
                <a:cubicBezTo>
                  <a:pt x="3777748" y="2023985"/>
                  <a:pt x="3900263" y="2083951"/>
                  <a:pt x="3988291" y="2189599"/>
                </a:cubicBezTo>
                <a:lnTo>
                  <a:pt x="3988290" y="2189599"/>
                </a:lnTo>
                <a:cubicBezTo>
                  <a:pt x="4164346" y="2400895"/>
                  <a:pt x="4135779" y="2714903"/>
                  <a:pt x="3924483" y="2890960"/>
                </a:cubicBezTo>
                <a:lnTo>
                  <a:pt x="835187" y="5465029"/>
                </a:lnTo>
                <a:cubicBezTo>
                  <a:pt x="623892" y="5641085"/>
                  <a:pt x="309883" y="5612517"/>
                  <a:pt x="133827" y="5401221"/>
                </a:cubicBezTo>
                <a:cubicBezTo>
                  <a:pt x="-42228" y="5189926"/>
                  <a:pt x="-13662" y="4875917"/>
                  <a:pt x="197633" y="4699862"/>
                </a:cubicBezTo>
                <a:cubicBezTo>
                  <a:pt x="1227399" y="3841838"/>
                  <a:pt x="2257165" y="2983816"/>
                  <a:pt x="3286931" y="2125792"/>
                </a:cubicBezTo>
                <a:cubicBezTo>
                  <a:pt x="3392580" y="2037765"/>
                  <a:pt x="3523905" y="2000892"/>
                  <a:pt x="3650826" y="2012439"/>
                </a:cubicBezTo>
                <a:close/>
                <a:moveTo>
                  <a:pt x="5445412" y="1740925"/>
                </a:moveTo>
                <a:lnTo>
                  <a:pt x="5445412" y="3037314"/>
                </a:lnTo>
                <a:lnTo>
                  <a:pt x="2774226" y="5263005"/>
                </a:lnTo>
                <a:cubicBezTo>
                  <a:pt x="2562931" y="5439061"/>
                  <a:pt x="2248921" y="5410494"/>
                  <a:pt x="2072865" y="5199198"/>
                </a:cubicBezTo>
                <a:cubicBezTo>
                  <a:pt x="1896809" y="4987903"/>
                  <a:pt x="1925378" y="4673894"/>
                  <a:pt x="2136672" y="4497838"/>
                </a:cubicBezTo>
                <a:close/>
                <a:moveTo>
                  <a:pt x="5445412" y="327304"/>
                </a:moveTo>
                <a:lnTo>
                  <a:pt x="5445412" y="1623695"/>
                </a:lnTo>
                <a:lnTo>
                  <a:pt x="4801989" y="2159809"/>
                </a:lnTo>
                <a:cubicBezTo>
                  <a:pt x="4590694" y="2335865"/>
                  <a:pt x="4276684" y="2307298"/>
                  <a:pt x="4100628" y="2096003"/>
                </a:cubicBezTo>
                <a:cubicBezTo>
                  <a:pt x="3924572" y="1884707"/>
                  <a:pt x="3953139" y="1570698"/>
                  <a:pt x="4164435" y="1394642"/>
                </a:cubicBezTo>
                <a:close/>
                <a:moveTo>
                  <a:pt x="4144497" y="0"/>
                </a:moveTo>
                <a:lnTo>
                  <a:pt x="5445412" y="0"/>
                </a:lnTo>
                <a:lnTo>
                  <a:pt x="5445412" y="212439"/>
                </a:lnTo>
                <a:lnTo>
                  <a:pt x="835368" y="4053629"/>
                </a:lnTo>
                <a:cubicBezTo>
                  <a:pt x="624073" y="4229685"/>
                  <a:pt x="310063" y="4201118"/>
                  <a:pt x="134007" y="3989822"/>
                </a:cubicBezTo>
                <a:cubicBezTo>
                  <a:pt x="-42048" y="3778527"/>
                  <a:pt x="-13481" y="3464518"/>
                  <a:pt x="197814" y="3288462"/>
                </a:cubicBezTo>
                <a:close/>
                <a:moveTo>
                  <a:pt x="2446252" y="0"/>
                </a:moveTo>
                <a:lnTo>
                  <a:pt x="4002128" y="0"/>
                </a:lnTo>
                <a:lnTo>
                  <a:pt x="816775" y="2654107"/>
                </a:lnTo>
                <a:cubicBezTo>
                  <a:pt x="605479" y="2830163"/>
                  <a:pt x="291470" y="2801595"/>
                  <a:pt x="115414" y="2590300"/>
                </a:cubicBezTo>
                <a:cubicBezTo>
                  <a:pt x="-60641" y="2379005"/>
                  <a:pt x="-32075" y="2064995"/>
                  <a:pt x="179221" y="1888939"/>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11" name="Object 10"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597308" y="2740358"/>
            <a:ext cx="5371689" cy="461665"/>
          </a:xfrm>
          <a:prstGeom prst="rect">
            <a:avLst/>
          </a:prstGeom>
        </p:spPr>
        <p:txBody>
          <a:bodyPr vert="horz" lIns="0" tIns="0" rIns="0" bIns="0" anchor="b" anchorCtr="0"/>
          <a:lstStyle>
            <a:lvl1pPr algn="l" defTabSz="914400" rtl="0" eaLnBrk="1" latinLnBrk="0" hangingPunct="1">
              <a:spcBef>
                <a:spcPct val="0"/>
              </a:spcBef>
              <a:buNone/>
              <a:defRPr lang="en-US" sz="30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Click to edit Master title style</a:t>
            </a:r>
          </a:p>
        </p:txBody>
      </p:sp>
      <p:sp>
        <p:nvSpPr>
          <p:cNvPr id="3" name="Subtitle 2"/>
          <p:cNvSpPr>
            <a:spLocks noGrp="1"/>
          </p:cNvSpPr>
          <p:nvPr>
            <p:ph type="subTitle" idx="1"/>
          </p:nvPr>
        </p:nvSpPr>
        <p:spPr>
          <a:xfrm>
            <a:off x="597308" y="3302541"/>
            <a:ext cx="5371689" cy="335280"/>
          </a:xfrm>
        </p:spPr>
        <p:txBody>
          <a:bodyPr lIns="0" tIns="0" rIns="0" bIns="0" anchor="b" anchorCtr="0">
            <a:noAutofit/>
          </a:bodyPr>
          <a:lstStyle>
            <a:lvl1pPr marL="0" indent="0" algn="l" defTabSz="914400" rtl="0" eaLnBrk="1" latinLnBrk="0" hangingPunct="1">
              <a:spcBef>
                <a:spcPts val="600"/>
              </a:spcBef>
              <a:buClr>
                <a:schemeClr val="bg2">
                  <a:lumMod val="50000"/>
                </a:schemeClr>
              </a:buClr>
              <a:buFont typeface="Arial" panose="020B0604020202020204" pitchFamily="34" charset="0"/>
              <a:buNone/>
              <a:defRPr lang="en-US" sz="1800" kern="1200" dirty="0">
                <a:solidFill>
                  <a:schemeClr val="tx1"/>
                </a:solidFill>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597308" y="3738344"/>
            <a:ext cx="5371689" cy="304800"/>
          </a:xfrm>
        </p:spPr>
        <p:txBody>
          <a:bodyPr lIns="0" tIns="0" rIns="0" bIns="0" anchor="b" anchorCtr="0">
            <a:noAutofit/>
          </a:bodyPr>
          <a:lstStyle>
            <a:lvl1pPr marL="233045" indent="-229870" algn="l" defTabSz="914400" rtl="0" eaLnBrk="1" latinLnBrk="0" hangingPunct="1">
              <a:spcBef>
                <a:spcPts val="600"/>
              </a:spcBef>
              <a:buClr>
                <a:schemeClr val="bg2">
                  <a:lumMod val="50000"/>
                </a:schemeClr>
              </a:buClr>
              <a:buFontTx/>
              <a:buNone/>
              <a:defRPr lang="en-US" sz="1400" kern="1200" baseline="0" dirty="0">
                <a:solidFill>
                  <a:schemeClr val="tx1"/>
                </a:solidFill>
                <a:latin typeface="+mn-lt"/>
                <a:ea typeface="+mn-ea"/>
                <a:cs typeface="Tahoma"/>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This presentation is provided to you by Trinity, LLC. The presentation is meant to enhance discussions between your organization and Trinity, LLC. </a:t>
            </a:r>
            <a:b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b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The substance of this presentation is confidential and may be legally privileged.  This presentation is intended only for those in attendance.</a:t>
            </a:r>
          </a:p>
        </p:txBody>
      </p:sp>
      <p:sp>
        <p:nvSpPr>
          <p:cNvPr id="17" name="Picture Placeholder 16"/>
          <p:cNvSpPr>
            <a:spLocks noGrp="1"/>
          </p:cNvSpPr>
          <p:nvPr>
            <p:ph type="pic" sz="quarter" idx="14" hasCustomPrompt="1"/>
          </p:nvPr>
        </p:nvSpPr>
        <p:spPr>
          <a:xfrm>
            <a:off x="597308" y="783323"/>
            <a:ext cx="5371688" cy="1676400"/>
          </a:xfrm>
        </p:spPr>
        <p:txBody>
          <a:bodyPr anchor="ctr"/>
          <a:lstStyle>
            <a:lvl1pPr marL="3175" indent="0" algn="ctr">
              <a:buNone/>
              <a:defRPr baseline="0"/>
            </a:lvl1pPr>
          </a:lstStyle>
          <a:p>
            <a:r>
              <a:rPr lang="en-US"/>
              <a:t>Placeholder for Client / Trinity Logo</a:t>
            </a:r>
          </a:p>
        </p:txBody>
      </p:sp>
      <p:sp>
        <p:nvSpPr>
          <p:cNvPr id="4" name="Freeform: Shape 3">
            <a:extLst>
              <a:ext uri="{FF2B5EF4-FFF2-40B4-BE49-F238E27FC236}">
                <a16:creationId xmlns:a16="http://schemas.microsoft.com/office/drawing/2014/main" id="{95A42EC8-16B0-D828-9C33-9788F9908295}"/>
              </a:ext>
            </a:extLst>
          </p:cNvPr>
          <p:cNvSpPr/>
          <p:nvPr userDrawn="1"/>
        </p:nvSpPr>
        <p:spPr>
          <a:xfrm rot="16200000">
            <a:off x="1021553" y="4604550"/>
            <a:ext cx="1231897" cy="32750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80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tags" Target="../tags/tag1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ags" Target="../tags/tag13.xml"/><Relationship Id="rId2" Type="http://schemas.openxmlformats.org/officeDocument/2006/relationships/slideLayout" Target="../slideLayouts/slideLayout11.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oleObject" Target="../embeddings/oleObject11.bin"/><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7"/>
            </p:custDataLst>
            <p:extLst>
              <p:ext uri="{D42A27DB-BD31-4B8C-83A1-F6EECF244321}">
                <p14:modId xmlns:p14="http://schemas.microsoft.com/office/powerpoint/2010/main" val="280826091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9" imgW="383" imgH="384" progId="TCLayout.ActiveDocument.1">
                  <p:embed/>
                </p:oleObj>
              </mc:Choice>
              <mc:Fallback>
                <p:oleObj name="think-cell Slide" r:id="rId19" imgW="383" imgH="384" progId="TCLayout.ActiveDocument.1">
                  <p:embed/>
                  <p:pic>
                    <p:nvPicPr>
                      <p:cNvPr id="6" name="Object 5" hidden="1"/>
                      <p:cNvPicPr/>
                      <p:nvPr/>
                    </p:nvPicPr>
                    <p:blipFill>
                      <a:blip r:embed="rId20"/>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8"/>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300578"/>
            <a:ext cx="10972800" cy="800219"/>
          </a:xfrm>
          <a:prstGeom prst="rect">
            <a:avLst/>
          </a:prstGeom>
          <a:noFill/>
        </p:spPr>
        <p:txBody>
          <a:bodyPr vert="horz" lIns="0" tIns="0" rIns="0" bIns="0" rtlCol="0" anchor="t">
            <a:sp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105CFA7-2D79-9C6C-A7AC-669EC6993B1B}"/>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7" name="Freeform: Shape 6">
            <a:extLst>
              <a:ext uri="{FF2B5EF4-FFF2-40B4-BE49-F238E27FC236}">
                <a16:creationId xmlns:a16="http://schemas.microsoft.com/office/drawing/2014/main" id="{7A5B4747-322E-690F-1005-197546590BBC}"/>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41807821"/>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Lst>
  <p:hf hdr="0" ftr="0" dt="0"/>
  <p:txStyles>
    <p:title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tx2"/>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24.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image" Target="../media/image29.emf"/><Relationship Id="rId4" Type="http://schemas.openxmlformats.org/officeDocument/2006/relationships/oleObject" Target="../embeddings/oleObject2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407B-C44D-9436-7414-19479F71D9A0}"/>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BEA0EBA-6B01-5724-4CDA-F983D7EE8F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FF1A54E-10F0-3322-751E-C44A7E69ED9D}"/>
              </a:ext>
            </a:extLst>
          </p:cNvPr>
          <p:cNvSpPr>
            <a:spLocks noGrp="1"/>
          </p:cNvSpPr>
          <p:nvPr>
            <p:ph type="ctrTitle"/>
          </p:nvPr>
        </p:nvSpPr>
        <p:spPr/>
        <p:txBody>
          <a:bodyPr vert="horz"/>
          <a:lstStyle/>
          <a:p>
            <a:r>
              <a:rPr lang="en-US"/>
              <a:t>Chatbot </a:t>
            </a:r>
            <a:r>
              <a:rPr lang="en-US" dirty="0"/>
              <a:t>POV</a:t>
            </a:r>
          </a:p>
        </p:txBody>
      </p:sp>
      <p:pic>
        <p:nvPicPr>
          <p:cNvPr id="14" name="Graphic 13">
            <a:extLst>
              <a:ext uri="{FF2B5EF4-FFF2-40B4-BE49-F238E27FC236}">
                <a16:creationId xmlns:a16="http://schemas.microsoft.com/office/drawing/2014/main" id="{698F2407-422F-73D0-CE90-ECF10A5619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2970" y="1387877"/>
            <a:ext cx="3952053" cy="951420"/>
          </a:xfrm>
          <a:prstGeom prst="rect">
            <a:avLst/>
          </a:prstGeom>
        </p:spPr>
      </p:pic>
      <p:sp>
        <p:nvSpPr>
          <p:cNvPr id="7" name="Text Placeholder 6">
            <a:extLst>
              <a:ext uri="{FF2B5EF4-FFF2-40B4-BE49-F238E27FC236}">
                <a16:creationId xmlns:a16="http://schemas.microsoft.com/office/drawing/2014/main" id="{ECAED702-46A0-1538-4D29-E906397D4411}"/>
              </a:ext>
            </a:extLst>
          </p:cNvPr>
          <p:cNvSpPr>
            <a:spLocks noGrp="1"/>
          </p:cNvSpPr>
          <p:nvPr>
            <p:ph type="body" sz="quarter" idx="13"/>
          </p:nvPr>
        </p:nvSpPr>
        <p:spPr/>
        <p:txBody>
          <a:bodyPr/>
          <a:lstStyle/>
          <a:p>
            <a:r>
              <a:rPr lang="en-IN"/>
              <a:t>Jan, 2025</a:t>
            </a:r>
          </a:p>
        </p:txBody>
      </p:sp>
      <p:sp>
        <p:nvSpPr>
          <p:cNvPr id="10" name="Subtitle 9">
            <a:extLst>
              <a:ext uri="{FF2B5EF4-FFF2-40B4-BE49-F238E27FC236}">
                <a16:creationId xmlns:a16="http://schemas.microsoft.com/office/drawing/2014/main" id="{FAC85B1D-CA2C-4FE2-44A1-AB2C9BCE5F1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7144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DF7C2C-957B-349C-7291-46550758E029}"/>
              </a:ext>
            </a:extLst>
          </p:cNvPr>
          <p:cNvSpPr>
            <a:spLocks noGrp="1"/>
          </p:cNvSpPr>
          <p:nvPr>
            <p:ph type="title"/>
          </p:nvPr>
        </p:nvSpPr>
        <p:spPr/>
        <p:txBody>
          <a:bodyPr/>
          <a:lstStyle/>
          <a:p>
            <a:r>
              <a:rPr lang="en-US"/>
              <a:t>Agenda</a:t>
            </a:r>
            <a:endParaRPr lang="en-IN"/>
          </a:p>
        </p:txBody>
      </p:sp>
      <p:sp>
        <p:nvSpPr>
          <p:cNvPr id="8" name="Text Placeholder 1">
            <a:extLst>
              <a:ext uri="{FF2B5EF4-FFF2-40B4-BE49-F238E27FC236}">
                <a16:creationId xmlns:a16="http://schemas.microsoft.com/office/drawing/2014/main" id="{DFE3864C-C11E-D4BE-D06B-580577BA9240}"/>
              </a:ext>
            </a:extLst>
          </p:cNvPr>
          <p:cNvSpPr txBox="1">
            <a:spLocks/>
          </p:cNvSpPr>
          <p:nvPr/>
        </p:nvSpPr>
        <p:spPr>
          <a:xfrm>
            <a:off x="5664200" y="1009403"/>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Background</a:t>
            </a:r>
          </a:p>
        </p:txBody>
      </p:sp>
      <p:sp>
        <p:nvSpPr>
          <p:cNvPr id="9" name="Text Placeholder 1">
            <a:extLst>
              <a:ext uri="{FF2B5EF4-FFF2-40B4-BE49-F238E27FC236}">
                <a16:creationId xmlns:a16="http://schemas.microsoft.com/office/drawing/2014/main" id="{912D8D05-AEEA-7EEE-6290-9CF12DA2A2D5}"/>
              </a:ext>
            </a:extLst>
          </p:cNvPr>
          <p:cNvSpPr txBox="1">
            <a:spLocks/>
          </p:cNvSpPr>
          <p:nvPr/>
        </p:nvSpPr>
        <p:spPr>
          <a:xfrm>
            <a:off x="5664200" y="2572952"/>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Solution (Overview, Detailed)</a:t>
            </a:r>
          </a:p>
        </p:txBody>
      </p:sp>
      <p:sp>
        <p:nvSpPr>
          <p:cNvPr id="10" name="Text Placeholder 1">
            <a:extLst>
              <a:ext uri="{FF2B5EF4-FFF2-40B4-BE49-F238E27FC236}">
                <a16:creationId xmlns:a16="http://schemas.microsoft.com/office/drawing/2014/main" id="{1849FEBA-6E3B-754A-3608-26C2F3D12F79}"/>
              </a:ext>
            </a:extLst>
          </p:cNvPr>
          <p:cNvSpPr txBox="1">
            <a:spLocks/>
          </p:cNvSpPr>
          <p:nvPr/>
        </p:nvSpPr>
        <p:spPr>
          <a:xfrm>
            <a:off x="5664200" y="3400083"/>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Fitment into IRIS</a:t>
            </a:r>
          </a:p>
        </p:txBody>
      </p:sp>
      <p:sp>
        <p:nvSpPr>
          <p:cNvPr id="11" name="Text Placeholder 1">
            <a:extLst>
              <a:ext uri="{FF2B5EF4-FFF2-40B4-BE49-F238E27FC236}">
                <a16:creationId xmlns:a16="http://schemas.microsoft.com/office/drawing/2014/main" id="{E8A842FB-45CF-FE97-DFC8-30E801E2403A}"/>
              </a:ext>
            </a:extLst>
          </p:cNvPr>
          <p:cNvSpPr txBox="1">
            <a:spLocks/>
          </p:cNvSpPr>
          <p:nvPr/>
        </p:nvSpPr>
        <p:spPr>
          <a:xfrm>
            <a:off x="5664200" y="4227214"/>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Conclusion</a:t>
            </a:r>
          </a:p>
        </p:txBody>
      </p:sp>
      <p:sp>
        <p:nvSpPr>
          <p:cNvPr id="2" name="Text Placeholder 1">
            <a:extLst>
              <a:ext uri="{FF2B5EF4-FFF2-40B4-BE49-F238E27FC236}">
                <a16:creationId xmlns:a16="http://schemas.microsoft.com/office/drawing/2014/main" id="{D667DF95-7DB7-D5B3-F25F-57C92DA9A8FD}"/>
              </a:ext>
            </a:extLst>
          </p:cNvPr>
          <p:cNvSpPr txBox="1">
            <a:spLocks/>
          </p:cNvSpPr>
          <p:nvPr/>
        </p:nvSpPr>
        <p:spPr>
          <a:xfrm>
            <a:off x="5670296" y="1806781"/>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Use Cases &amp; Scenario</a:t>
            </a:r>
          </a:p>
        </p:txBody>
      </p:sp>
    </p:spTree>
    <p:extLst>
      <p:ext uri="{BB962C8B-B14F-4D97-AF65-F5344CB8AC3E}">
        <p14:creationId xmlns:p14="http://schemas.microsoft.com/office/powerpoint/2010/main" val="3393482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28E9-57BD-0974-1CCC-636D05428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94A84-B99F-BA26-C575-174ADF3C83F8}"/>
              </a:ext>
            </a:extLst>
          </p:cNvPr>
          <p:cNvSpPr>
            <a:spLocks noGrp="1"/>
          </p:cNvSpPr>
          <p:nvPr>
            <p:ph type="title"/>
          </p:nvPr>
        </p:nvSpPr>
        <p:spPr>
          <a:xfrm>
            <a:off x="609600" y="300578"/>
            <a:ext cx="10972800" cy="400110"/>
          </a:xfrm>
        </p:spPr>
        <p:txBody>
          <a:bodyPr/>
          <a:lstStyle/>
          <a:p>
            <a:r>
              <a:rPr lang="en-IN" dirty="0"/>
              <a:t>Background</a:t>
            </a:r>
          </a:p>
        </p:txBody>
      </p:sp>
      <p:sp>
        <p:nvSpPr>
          <p:cNvPr id="3" name="Text Placeholder 2">
            <a:extLst>
              <a:ext uri="{FF2B5EF4-FFF2-40B4-BE49-F238E27FC236}">
                <a16:creationId xmlns:a16="http://schemas.microsoft.com/office/drawing/2014/main" id="{CA68BEA1-F021-7703-6D23-BB5F94D22627}"/>
              </a:ext>
            </a:extLst>
          </p:cNvPr>
          <p:cNvSpPr>
            <a:spLocks noGrp="1"/>
          </p:cNvSpPr>
          <p:nvPr>
            <p:ph type="body" sz="quarter" idx="14"/>
          </p:nvPr>
        </p:nvSpPr>
        <p:spPr>
          <a:xfrm>
            <a:off x="609600" y="5569320"/>
            <a:ext cx="10972800" cy="301625"/>
          </a:xfrm>
        </p:spPr>
        <p:txBody>
          <a:bodyPr/>
          <a:lstStyle/>
          <a:p>
            <a:endParaRPr lang="en-IN"/>
          </a:p>
        </p:txBody>
      </p:sp>
      <p:sp>
        <p:nvSpPr>
          <p:cNvPr id="4" name="TextBox 3">
            <a:extLst>
              <a:ext uri="{FF2B5EF4-FFF2-40B4-BE49-F238E27FC236}">
                <a16:creationId xmlns:a16="http://schemas.microsoft.com/office/drawing/2014/main" id="{8AB40EF1-00D7-9045-7827-762E700283BD}"/>
              </a:ext>
            </a:extLst>
          </p:cNvPr>
          <p:cNvSpPr txBox="1"/>
          <p:nvPr/>
        </p:nvSpPr>
        <p:spPr>
          <a:xfrm>
            <a:off x="2221992" y="1229307"/>
            <a:ext cx="9180576" cy="534237"/>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User wants a Chatbot Interface where he can key in Natural Language Questions and the interface can provide the response as needed. Below are the basic requirements. </a:t>
            </a:r>
          </a:p>
        </p:txBody>
      </p:sp>
      <p:sp>
        <p:nvSpPr>
          <p:cNvPr id="5" name="TextBox 4">
            <a:extLst>
              <a:ext uri="{FF2B5EF4-FFF2-40B4-BE49-F238E27FC236}">
                <a16:creationId xmlns:a16="http://schemas.microsoft.com/office/drawing/2014/main" id="{04517C6F-9840-09BD-D0AF-BF7EC74A79D5}"/>
              </a:ext>
            </a:extLst>
          </p:cNvPr>
          <p:cNvSpPr txBox="1"/>
          <p:nvPr/>
        </p:nvSpPr>
        <p:spPr>
          <a:xfrm>
            <a:off x="554737" y="1124215"/>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Ask</a:t>
            </a:r>
          </a:p>
        </p:txBody>
      </p:sp>
      <p:sp>
        <p:nvSpPr>
          <p:cNvPr id="6" name="TextBox 5">
            <a:extLst>
              <a:ext uri="{FF2B5EF4-FFF2-40B4-BE49-F238E27FC236}">
                <a16:creationId xmlns:a16="http://schemas.microsoft.com/office/drawing/2014/main" id="{9FD56768-3757-704B-E3FD-38A81A57B38C}"/>
              </a:ext>
            </a:extLst>
          </p:cNvPr>
          <p:cNvSpPr txBox="1"/>
          <p:nvPr/>
        </p:nvSpPr>
        <p:spPr>
          <a:xfrm>
            <a:off x="2221992" y="2999232"/>
            <a:ext cx="9180576" cy="2468880"/>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3175">
              <a:spcBef>
                <a:spcPts val="600"/>
              </a:spcBef>
              <a:spcAft>
                <a:spcPts val="600"/>
              </a:spcAft>
              <a:buClr>
                <a:srgbClr val="303030">
                  <a:lumMod val="50000"/>
                  <a:lumOff val="50000"/>
                </a:srgbClr>
              </a:buClr>
            </a:pPr>
            <a:r>
              <a:rPr lang="en-US" sz="1400" b="1" dirty="0">
                <a:solidFill>
                  <a:srgbClr val="002240"/>
                </a:solidFill>
                <a:cs typeface="Tahoma" pitchFamily="34" charset="0"/>
              </a:rPr>
              <a:t>Normal Text to SQL Conversion Case</a:t>
            </a:r>
            <a:r>
              <a:rPr lang="en-US" sz="1400" dirty="0">
                <a:solidFill>
                  <a:srgbClr val="002240"/>
                </a:solidFill>
                <a:cs typeface="Tahoma" pitchFamily="34" charset="0"/>
              </a:rPr>
              <a:t>: User Wants to "Get an SQL query to fetch the Last 6 Months of Sales for particular Geography for a particular product“</a:t>
            </a:r>
          </a:p>
          <a:p>
            <a:pPr marL="3175">
              <a:spcBef>
                <a:spcPts val="600"/>
              </a:spcBef>
              <a:spcAft>
                <a:spcPts val="600"/>
              </a:spcAft>
              <a:buClr>
                <a:srgbClr val="303030">
                  <a:lumMod val="50000"/>
                  <a:lumOff val="50000"/>
                </a:srgbClr>
              </a:buClr>
            </a:pPr>
            <a:r>
              <a:rPr lang="en-US" sz="1400" b="1" dirty="0">
                <a:solidFill>
                  <a:srgbClr val="002240"/>
                </a:solidFill>
                <a:cs typeface="Tahoma" pitchFamily="34" charset="0"/>
              </a:rPr>
              <a:t>Fetch Data, Summarized form of Data</a:t>
            </a:r>
            <a:r>
              <a:rPr lang="en-US" sz="1400" dirty="0">
                <a:solidFill>
                  <a:srgbClr val="002240"/>
                </a:solidFill>
                <a:cs typeface="Tahoma" pitchFamily="34" charset="0"/>
              </a:rPr>
              <a:t>: </a:t>
            </a:r>
            <a:r>
              <a:rPr lang="en-US" sz="1200" dirty="0">
                <a:solidFill>
                  <a:srgbClr val="002240"/>
                </a:solidFill>
                <a:cs typeface="Tahoma" pitchFamily="34" charset="0"/>
              </a:rPr>
              <a:t>a) User wants to fetch and analyze data for a particular period. b) User wants to find a total value for a particular category/criteria</a:t>
            </a:r>
          </a:p>
          <a:p>
            <a:pPr marL="3175">
              <a:spcBef>
                <a:spcPts val="600"/>
              </a:spcBef>
              <a:spcAft>
                <a:spcPts val="600"/>
              </a:spcAft>
              <a:buClr>
                <a:srgbClr val="303030">
                  <a:lumMod val="50000"/>
                  <a:lumOff val="50000"/>
                </a:srgbClr>
              </a:buClr>
            </a:pPr>
            <a:r>
              <a:rPr lang="en-US" sz="1400" b="1" dirty="0">
                <a:solidFill>
                  <a:srgbClr val="002240"/>
                </a:solidFill>
                <a:cs typeface="Tahoma" pitchFamily="34" charset="0"/>
              </a:rPr>
              <a:t>Text to Code Conversion in Python (preferably)</a:t>
            </a:r>
            <a:r>
              <a:rPr lang="en-US" sz="1400" dirty="0">
                <a:solidFill>
                  <a:srgbClr val="002240"/>
                </a:solidFill>
                <a:cs typeface="Tahoma" pitchFamily="34" charset="0"/>
              </a:rPr>
              <a:t>: User wants to write a code in Python, he don't know the exact syntax, he is looking for help from Chatbot.</a:t>
            </a:r>
          </a:p>
        </p:txBody>
      </p:sp>
      <p:sp>
        <p:nvSpPr>
          <p:cNvPr id="7" name="TextBox 6">
            <a:extLst>
              <a:ext uri="{FF2B5EF4-FFF2-40B4-BE49-F238E27FC236}">
                <a16:creationId xmlns:a16="http://schemas.microsoft.com/office/drawing/2014/main" id="{FF566897-336A-F2EA-D562-BADF09F2765B}"/>
              </a:ext>
            </a:extLst>
          </p:cNvPr>
          <p:cNvSpPr txBox="1"/>
          <p:nvPr/>
        </p:nvSpPr>
        <p:spPr>
          <a:xfrm>
            <a:off x="554737" y="2799924"/>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Basic Requirements</a:t>
            </a:r>
          </a:p>
        </p:txBody>
      </p:sp>
    </p:spTree>
    <p:extLst>
      <p:ext uri="{BB962C8B-B14F-4D97-AF65-F5344CB8AC3E}">
        <p14:creationId xmlns:p14="http://schemas.microsoft.com/office/powerpoint/2010/main" val="136885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DBF2ADD-2C2C-EDE8-F0BD-78689C9C12B0}"/>
              </a:ext>
            </a:extLst>
          </p:cNvPr>
          <p:cNvSpPr/>
          <p:nvPr/>
        </p:nvSpPr>
        <p:spPr>
          <a:xfrm>
            <a:off x="5029200" y="4471416"/>
            <a:ext cx="6620256" cy="2084960"/>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5BFF444-B13A-268F-E933-763EFB70E7E5}"/>
              </a:ext>
            </a:extLst>
          </p:cNvPr>
          <p:cNvSpPr>
            <a:spLocks noGrp="1"/>
          </p:cNvSpPr>
          <p:nvPr>
            <p:ph type="title"/>
          </p:nvPr>
        </p:nvSpPr>
        <p:spPr>
          <a:xfrm>
            <a:off x="838200" y="365125"/>
            <a:ext cx="10515600" cy="730609"/>
          </a:xfrm>
        </p:spPr>
        <p:txBody>
          <a:bodyPr/>
          <a:lstStyle/>
          <a:p>
            <a:r>
              <a:rPr lang="en-IN" dirty="0"/>
              <a:t>Use Cases</a:t>
            </a:r>
          </a:p>
        </p:txBody>
      </p:sp>
      <p:sp>
        <p:nvSpPr>
          <p:cNvPr id="3" name="Text Placeholder 2">
            <a:extLst>
              <a:ext uri="{FF2B5EF4-FFF2-40B4-BE49-F238E27FC236}">
                <a16:creationId xmlns:a16="http://schemas.microsoft.com/office/drawing/2014/main" id="{2BEC50FB-693B-2521-5452-2CF457E9EC12}"/>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3A745608-0A15-E499-B712-F25D6B4927CD}"/>
              </a:ext>
            </a:extLst>
          </p:cNvPr>
          <p:cNvSpPr>
            <a:spLocks noGrp="1"/>
          </p:cNvSpPr>
          <p:nvPr>
            <p:ph type="body" sz="quarter" idx="15"/>
          </p:nvPr>
        </p:nvSpPr>
        <p:spPr>
          <a:xfrm>
            <a:off x="609600" y="868680"/>
            <a:ext cx="10972800" cy="5687696"/>
          </a:xfrm>
        </p:spPr>
        <p:txBody>
          <a:bodyPr/>
          <a:lstStyle/>
          <a:p>
            <a:pPr marL="0" indent="0">
              <a:buNone/>
            </a:pPr>
            <a:r>
              <a:rPr lang="en-IN" sz="1400" b="1" dirty="0"/>
              <a:t>Use Case 1: </a:t>
            </a:r>
            <a:r>
              <a:rPr lang="en-IN" sz="1400" b="1" dirty="0">
                <a:highlight>
                  <a:srgbClr val="00FF00"/>
                </a:highlight>
              </a:rPr>
              <a:t>Text to SQL (Normal Text to SQL Query Conversion)</a:t>
            </a:r>
          </a:p>
          <a:p>
            <a:pPr marL="0" indent="0">
              <a:buNone/>
            </a:pPr>
            <a:endParaRPr lang="en-IN" sz="1400" dirty="0"/>
          </a:p>
          <a:p>
            <a:pPr marL="0" indent="0">
              <a:buNone/>
            </a:pPr>
            <a:r>
              <a:rPr lang="en-IN" sz="1400" b="1" dirty="0"/>
              <a:t>Considerations: </a:t>
            </a:r>
            <a:r>
              <a:rPr lang="en-IN" sz="1400" dirty="0"/>
              <a:t>IRIS User (Data Science Team) has the Table “</a:t>
            </a:r>
            <a:r>
              <a:rPr lang="en-IN" sz="1400" dirty="0" err="1"/>
              <a:t>Historical_Spend</a:t>
            </a:r>
            <a:r>
              <a:rPr lang="en-IN" sz="1400" dirty="0"/>
              <a:t>” which provides the Spend related details for various channels for various months. The below images gives the schema and sample data from that table. This table is present in a particular database “DB1” </a:t>
            </a:r>
          </a:p>
          <a:p>
            <a:pPr marL="0" indent="0">
              <a:buNone/>
            </a:pPr>
            <a:endParaRPr lang="en-IN" sz="1400" dirty="0"/>
          </a:p>
          <a:p>
            <a:pPr marL="0" indent="0">
              <a:buNone/>
            </a:pPr>
            <a:r>
              <a:rPr lang="en-IN" sz="1400" b="1" dirty="0"/>
              <a:t>Ask:</a:t>
            </a:r>
            <a:r>
              <a:rPr lang="en-IN" sz="1400" dirty="0"/>
              <a:t> The User wants to get a SQL Query, to retrieve last 6 months of spend from Historical Spend</a:t>
            </a:r>
          </a:p>
          <a:p>
            <a:pPr marL="0" indent="0">
              <a:buNone/>
            </a:pPr>
            <a:endParaRPr lang="en-IN" sz="1400" dirty="0"/>
          </a:p>
          <a:p>
            <a:pPr marL="0" indent="0">
              <a:buNone/>
            </a:pPr>
            <a:r>
              <a:rPr lang="en-IN" sz="1400" b="1" dirty="0"/>
              <a:t>User I/P:</a:t>
            </a:r>
            <a:r>
              <a:rPr lang="en-IN" sz="1400" dirty="0"/>
              <a:t> User types in the Chatbot Interface “</a:t>
            </a:r>
            <a:r>
              <a:rPr lang="en-US" sz="1400" u="none" strike="noStrike" dirty="0">
                <a:effectLst/>
              </a:rPr>
              <a:t>"Please get me an SQL query to fetch last 6 months of Spend for the Channel “OTT”</a:t>
            </a:r>
          </a:p>
          <a:p>
            <a:pPr marL="0" indent="0">
              <a:buNone/>
            </a:pPr>
            <a:r>
              <a:rPr lang="en-US" sz="1400" dirty="0"/>
              <a:t> </a:t>
            </a:r>
          </a:p>
          <a:p>
            <a:pPr marL="0" indent="0">
              <a:buNone/>
            </a:pPr>
            <a:r>
              <a:rPr lang="en-US" sz="1400" b="1" dirty="0"/>
              <a:t>Approach</a:t>
            </a:r>
            <a:r>
              <a:rPr lang="en-US" sz="1400" b="1" u="none" strike="noStrike" dirty="0">
                <a:effectLst/>
              </a:rPr>
              <a:t>:</a:t>
            </a:r>
            <a:r>
              <a:rPr lang="en-US" sz="1400" u="none" strike="noStrike" dirty="0">
                <a:effectLst/>
              </a:rPr>
              <a:t> </a:t>
            </a:r>
          </a:p>
          <a:p>
            <a:pPr marL="171450" indent="-171450"/>
            <a:r>
              <a:rPr lang="en-US" sz="1200" u="none" strike="noStrike" dirty="0">
                <a:effectLst/>
              </a:rPr>
              <a:t>Chatbot should connect to the Source Database “DB1” </a:t>
            </a:r>
          </a:p>
          <a:p>
            <a:pPr marL="171450" indent="-171450"/>
            <a:r>
              <a:rPr lang="en-US" sz="1200" dirty="0"/>
              <a:t>Trace the r</a:t>
            </a:r>
            <a:r>
              <a:rPr lang="en-US" sz="1200" u="none" strike="noStrike" dirty="0">
                <a:effectLst/>
              </a:rPr>
              <a:t>elevant schema and “</a:t>
            </a:r>
            <a:r>
              <a:rPr lang="en-US" sz="1200" u="none" strike="noStrike" dirty="0" err="1">
                <a:effectLst/>
              </a:rPr>
              <a:t>Historical_Spend</a:t>
            </a:r>
            <a:r>
              <a:rPr lang="en-US" sz="1200" u="none" strike="noStrike" dirty="0">
                <a:effectLst/>
              </a:rPr>
              <a:t>” table</a:t>
            </a:r>
            <a:r>
              <a:rPr lang="en-US" sz="1200" dirty="0"/>
              <a:t> and find </a:t>
            </a:r>
            <a:r>
              <a:rPr lang="en-US" sz="1200" u="none" strike="noStrike" dirty="0">
                <a:effectLst/>
              </a:rPr>
              <a:t>the exact columns “Spend”, “</a:t>
            </a:r>
            <a:r>
              <a:rPr lang="en-US" sz="1200" u="none" strike="noStrike" dirty="0" err="1">
                <a:effectLst/>
              </a:rPr>
              <a:t>Month_year</a:t>
            </a:r>
            <a:r>
              <a:rPr lang="en-US" sz="1200" u="none" strike="noStrike" dirty="0">
                <a:effectLst/>
              </a:rPr>
              <a:t>”, “Channel” and frame the SQL query (As mentioned below). </a:t>
            </a:r>
          </a:p>
          <a:p>
            <a:pPr marL="171450" indent="-171450"/>
            <a:r>
              <a:rPr lang="en-US" sz="1200" u="none" strike="noStrike" dirty="0">
                <a:effectLst/>
              </a:rPr>
              <a:t>Where Condition for filtering the Channel =‘OTT’ and Date function for pulling only the last 6 months data. </a:t>
            </a:r>
          </a:p>
          <a:p>
            <a:pPr marL="0" indent="0">
              <a:buNone/>
            </a:pPr>
            <a:endParaRPr lang="en-US" sz="1200" dirty="0"/>
          </a:p>
          <a:p>
            <a:pPr marL="0" indent="0">
              <a:buNone/>
            </a:pPr>
            <a:r>
              <a:rPr lang="en-US" sz="1400" b="1" u="none" strike="noStrike" dirty="0">
                <a:effectLst/>
              </a:rPr>
              <a:t>Expected O/P: </a:t>
            </a:r>
          </a:p>
          <a:p>
            <a:pPr marL="0" indent="0">
              <a:buNone/>
            </a:pPr>
            <a:r>
              <a:rPr lang="en-US" sz="1000" u="none" strike="noStrike" dirty="0">
                <a:effectLst/>
              </a:rPr>
              <a:t>SELECT  Channel, </a:t>
            </a:r>
            <a:r>
              <a:rPr lang="en-US" sz="1000" u="none" strike="noStrike" dirty="0" err="1">
                <a:effectLst/>
              </a:rPr>
              <a:t>Month_Year</a:t>
            </a:r>
            <a:r>
              <a:rPr lang="en-US" sz="1000" u="none" strike="noStrike" dirty="0">
                <a:effectLst/>
              </a:rPr>
              <a:t>, Sum(Spend) </a:t>
            </a:r>
          </a:p>
          <a:p>
            <a:pPr marL="0" indent="0">
              <a:buNone/>
            </a:pPr>
            <a:r>
              <a:rPr lang="en-US" sz="1000" u="none" strike="noStrike" dirty="0">
                <a:effectLst/>
              </a:rPr>
              <a:t>FROM </a:t>
            </a:r>
          </a:p>
          <a:p>
            <a:pPr marL="0" indent="0">
              <a:buNone/>
            </a:pPr>
            <a:r>
              <a:rPr lang="en-US" sz="1000" u="none" strike="noStrike" dirty="0">
                <a:effectLst/>
              </a:rPr>
              <a:t>  </a:t>
            </a:r>
            <a:r>
              <a:rPr lang="en-US" sz="1000" u="none" strike="noStrike" dirty="0" err="1">
                <a:effectLst/>
              </a:rPr>
              <a:t>Historical_Spend</a:t>
            </a:r>
            <a:endParaRPr lang="en-US" sz="1000" u="none" strike="noStrike" dirty="0">
              <a:effectLst/>
            </a:endParaRPr>
          </a:p>
          <a:p>
            <a:pPr marL="0" indent="0">
              <a:buNone/>
            </a:pPr>
            <a:r>
              <a:rPr lang="en-US" sz="1000" u="none" strike="noStrike" dirty="0">
                <a:effectLst/>
              </a:rPr>
              <a:t>WHERE </a:t>
            </a:r>
          </a:p>
          <a:p>
            <a:pPr marL="0" indent="0">
              <a:buNone/>
            </a:pPr>
            <a:r>
              <a:rPr lang="en-US" sz="1000" u="none" strike="noStrike" dirty="0">
                <a:effectLst/>
              </a:rPr>
              <a:t>    Channel = ‘OTT' </a:t>
            </a:r>
          </a:p>
          <a:p>
            <a:pPr marL="0" indent="0">
              <a:buNone/>
            </a:pPr>
            <a:r>
              <a:rPr lang="en-US" sz="1000" u="none" strike="noStrike" dirty="0">
                <a:effectLst/>
              </a:rPr>
              <a:t>    AND </a:t>
            </a:r>
            <a:r>
              <a:rPr lang="en-US" sz="1000" u="none" strike="noStrike" dirty="0" err="1">
                <a:effectLst/>
              </a:rPr>
              <a:t>Month_year</a:t>
            </a:r>
            <a:r>
              <a:rPr lang="en-US" sz="1000" u="none" strike="noStrike" dirty="0">
                <a:effectLst/>
              </a:rPr>
              <a:t> &gt;= DATEADD(month, -6, GETDATE())</a:t>
            </a:r>
            <a:br>
              <a:rPr lang="en-US" sz="1000" u="none" strike="noStrike" dirty="0">
                <a:effectLst/>
              </a:rPr>
            </a:br>
            <a:endParaRPr lang="en-IN" sz="1000" dirty="0"/>
          </a:p>
          <a:p>
            <a:pPr marL="0" indent="0">
              <a:buNone/>
            </a:pPr>
            <a:endParaRPr lang="en-IN" sz="1400" dirty="0"/>
          </a:p>
          <a:p>
            <a:pPr marL="0" indent="0">
              <a:buNone/>
            </a:pPr>
            <a:endParaRPr lang="en-IN" sz="1400" dirty="0"/>
          </a:p>
        </p:txBody>
      </p:sp>
      <p:pic>
        <p:nvPicPr>
          <p:cNvPr id="6" name="Picture 5">
            <a:extLst>
              <a:ext uri="{FF2B5EF4-FFF2-40B4-BE49-F238E27FC236}">
                <a16:creationId xmlns:a16="http://schemas.microsoft.com/office/drawing/2014/main" id="{1097E144-BFD6-DE51-EFBF-549ACA2C4965}"/>
              </a:ext>
            </a:extLst>
          </p:cNvPr>
          <p:cNvPicPr>
            <a:picLocks noChangeAspect="1"/>
          </p:cNvPicPr>
          <p:nvPr/>
        </p:nvPicPr>
        <p:blipFill>
          <a:blip r:embed="rId2"/>
          <a:stretch>
            <a:fillRect/>
          </a:stretch>
        </p:blipFill>
        <p:spPr>
          <a:xfrm>
            <a:off x="6853783" y="4827270"/>
            <a:ext cx="4500017" cy="1569773"/>
          </a:xfrm>
          <a:prstGeom prst="rect">
            <a:avLst/>
          </a:prstGeom>
        </p:spPr>
      </p:pic>
      <p:pic>
        <p:nvPicPr>
          <p:cNvPr id="7" name="Picture 6">
            <a:extLst>
              <a:ext uri="{FF2B5EF4-FFF2-40B4-BE49-F238E27FC236}">
                <a16:creationId xmlns:a16="http://schemas.microsoft.com/office/drawing/2014/main" id="{4E7B8BD4-221F-9AE4-1349-4D07274C4F89}"/>
              </a:ext>
            </a:extLst>
          </p:cNvPr>
          <p:cNvPicPr>
            <a:picLocks noChangeAspect="1"/>
          </p:cNvPicPr>
          <p:nvPr/>
        </p:nvPicPr>
        <p:blipFill>
          <a:blip r:embed="rId3"/>
          <a:stretch>
            <a:fillRect/>
          </a:stretch>
        </p:blipFill>
        <p:spPr>
          <a:xfrm>
            <a:off x="5107469" y="5055214"/>
            <a:ext cx="1547813" cy="1274444"/>
          </a:xfrm>
          <a:prstGeom prst="rect">
            <a:avLst/>
          </a:prstGeom>
        </p:spPr>
      </p:pic>
      <p:sp>
        <p:nvSpPr>
          <p:cNvPr id="8" name="TextBox 7">
            <a:extLst>
              <a:ext uri="{FF2B5EF4-FFF2-40B4-BE49-F238E27FC236}">
                <a16:creationId xmlns:a16="http://schemas.microsoft.com/office/drawing/2014/main" id="{D0211C18-3017-A2EC-6C32-DD6F581E2F22}"/>
              </a:ext>
            </a:extLst>
          </p:cNvPr>
          <p:cNvSpPr txBox="1"/>
          <p:nvPr/>
        </p:nvSpPr>
        <p:spPr>
          <a:xfrm>
            <a:off x="8579929" y="4563124"/>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Table Preview</a:t>
            </a:r>
          </a:p>
        </p:txBody>
      </p:sp>
      <p:sp>
        <p:nvSpPr>
          <p:cNvPr id="9" name="TextBox 8">
            <a:extLst>
              <a:ext uri="{FF2B5EF4-FFF2-40B4-BE49-F238E27FC236}">
                <a16:creationId xmlns:a16="http://schemas.microsoft.com/office/drawing/2014/main" id="{75D0855F-80BE-5F83-794F-D9FBF24C309B}"/>
              </a:ext>
            </a:extLst>
          </p:cNvPr>
          <p:cNvSpPr txBox="1"/>
          <p:nvPr/>
        </p:nvSpPr>
        <p:spPr>
          <a:xfrm>
            <a:off x="5398294" y="4750038"/>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Schema</a:t>
            </a:r>
          </a:p>
        </p:txBody>
      </p:sp>
      <p:sp>
        <p:nvSpPr>
          <p:cNvPr id="5" name="TextBox 4">
            <a:extLst>
              <a:ext uri="{FF2B5EF4-FFF2-40B4-BE49-F238E27FC236}">
                <a16:creationId xmlns:a16="http://schemas.microsoft.com/office/drawing/2014/main" id="{22A7F9E0-4202-DABA-30AE-6D27AD39AF70}"/>
              </a:ext>
            </a:extLst>
          </p:cNvPr>
          <p:cNvSpPr txBox="1"/>
          <p:nvPr/>
        </p:nvSpPr>
        <p:spPr>
          <a:xfrm>
            <a:off x="8211312" y="2103120"/>
            <a:ext cx="3599688" cy="493776"/>
          </a:xfrm>
          <a:prstGeom prst="rect">
            <a:avLst/>
          </a:prstGeom>
          <a:noFill/>
          <a:ln>
            <a:solidFill>
              <a:schemeClr val="tx1"/>
            </a:solidFill>
            <a:prstDash val="lgDash"/>
          </a:ln>
        </p:spPr>
        <p:txBody>
          <a:bodyPr wrap="square" rtlCol="0">
            <a:noAutofit/>
          </a:bodyPr>
          <a:lstStyle/>
          <a:p>
            <a:pPr marL="3175">
              <a:spcBef>
                <a:spcPts val="600"/>
              </a:spcBef>
              <a:spcAft>
                <a:spcPts val="600"/>
              </a:spcAft>
              <a:buClr>
                <a:srgbClr val="303030">
                  <a:lumMod val="50000"/>
                  <a:lumOff val="50000"/>
                </a:srgbClr>
              </a:buClr>
            </a:pPr>
            <a:r>
              <a:rPr lang="en-IN" sz="1200" dirty="0">
                <a:solidFill>
                  <a:srgbClr val="002240"/>
                </a:solidFill>
                <a:cs typeface="Tahoma" pitchFamily="34" charset="0"/>
              </a:rPr>
              <a:t>Currently they are writing the query manually and running in any SQL editor</a:t>
            </a:r>
          </a:p>
        </p:txBody>
      </p:sp>
    </p:spTree>
    <p:extLst>
      <p:ext uri="{BB962C8B-B14F-4D97-AF65-F5344CB8AC3E}">
        <p14:creationId xmlns:p14="http://schemas.microsoft.com/office/powerpoint/2010/main" val="4138341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8AB21-967F-CA42-8F96-12515AE2E12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2FB1795-AECB-BEF5-5856-30371B1908B3}"/>
              </a:ext>
            </a:extLst>
          </p:cNvPr>
          <p:cNvSpPr/>
          <p:nvPr/>
        </p:nvSpPr>
        <p:spPr>
          <a:xfrm>
            <a:off x="5428332" y="4726702"/>
            <a:ext cx="6221124" cy="1829674"/>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2F1FF08-4AF3-7693-A8C4-8CB5558CCA9B}"/>
              </a:ext>
            </a:extLst>
          </p:cNvPr>
          <p:cNvSpPr>
            <a:spLocks noGrp="1"/>
          </p:cNvSpPr>
          <p:nvPr>
            <p:ph type="title"/>
          </p:nvPr>
        </p:nvSpPr>
        <p:spPr>
          <a:xfrm>
            <a:off x="838200" y="365125"/>
            <a:ext cx="10515600" cy="730609"/>
          </a:xfrm>
        </p:spPr>
        <p:txBody>
          <a:bodyPr/>
          <a:lstStyle/>
          <a:p>
            <a:r>
              <a:rPr lang="en-IN" dirty="0"/>
              <a:t>Use Cases</a:t>
            </a:r>
          </a:p>
        </p:txBody>
      </p:sp>
      <p:sp>
        <p:nvSpPr>
          <p:cNvPr id="3" name="Text Placeholder 2">
            <a:extLst>
              <a:ext uri="{FF2B5EF4-FFF2-40B4-BE49-F238E27FC236}">
                <a16:creationId xmlns:a16="http://schemas.microsoft.com/office/drawing/2014/main" id="{22BAFDE9-891A-9979-D4DB-D337B02A42D4}"/>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050ECB90-5889-98A9-9A8D-6F15989329A1}"/>
              </a:ext>
            </a:extLst>
          </p:cNvPr>
          <p:cNvSpPr>
            <a:spLocks noGrp="1"/>
          </p:cNvSpPr>
          <p:nvPr>
            <p:ph type="body" sz="quarter" idx="15"/>
          </p:nvPr>
        </p:nvSpPr>
        <p:spPr>
          <a:xfrm>
            <a:off x="503361" y="730429"/>
            <a:ext cx="10743760" cy="5825947"/>
          </a:xfrm>
        </p:spPr>
        <p:txBody>
          <a:bodyPr/>
          <a:lstStyle/>
          <a:p>
            <a:pPr marL="0" indent="0">
              <a:buNone/>
            </a:pPr>
            <a:r>
              <a:rPr lang="en-IN" sz="1400" b="1" dirty="0"/>
              <a:t>Use Case 2: a) </a:t>
            </a:r>
            <a:r>
              <a:rPr lang="en-IN" sz="1400" b="1" dirty="0">
                <a:highlight>
                  <a:srgbClr val="00FF00"/>
                </a:highlight>
              </a:rPr>
              <a:t>Fetch Data, </a:t>
            </a:r>
            <a:r>
              <a:rPr lang="en-IN" sz="1400" b="1" dirty="0">
                <a:highlight>
                  <a:srgbClr val="FFFFFF"/>
                </a:highlight>
              </a:rPr>
              <a:t>b) </a:t>
            </a:r>
            <a:r>
              <a:rPr lang="en-IN" sz="1400" b="1" dirty="0">
                <a:highlight>
                  <a:srgbClr val="00FF00"/>
                </a:highlight>
              </a:rPr>
              <a:t>Summarize Data</a:t>
            </a:r>
          </a:p>
          <a:p>
            <a:pPr marL="0" indent="0">
              <a:buNone/>
            </a:pPr>
            <a:endParaRPr lang="en-IN" sz="1400" dirty="0"/>
          </a:p>
          <a:p>
            <a:pPr marL="0" indent="0">
              <a:buNone/>
            </a:pPr>
            <a:r>
              <a:rPr lang="en-IN" sz="1400" b="1" dirty="0">
                <a:highlight>
                  <a:srgbClr val="00FF00"/>
                </a:highlight>
              </a:rPr>
              <a:t>a) Fetch Data</a:t>
            </a:r>
          </a:p>
          <a:p>
            <a:pPr marL="0" indent="0">
              <a:buNone/>
            </a:pPr>
            <a:r>
              <a:rPr lang="en-IN" sz="1400" b="1" dirty="0"/>
              <a:t>Considerations: </a:t>
            </a:r>
            <a:r>
              <a:rPr lang="en-IN" sz="1400" dirty="0"/>
              <a:t>IRIS User (Data Science Team) has the Table “</a:t>
            </a:r>
            <a:r>
              <a:rPr lang="en-IN" sz="1400" dirty="0" err="1"/>
              <a:t>Historical_Spend</a:t>
            </a:r>
            <a:r>
              <a:rPr lang="en-IN" sz="1400" dirty="0"/>
              <a:t>” which provides the Spend related details for various channels for various months. The images below gives the sample data from that table. This table is present in a particular database “DB1” </a:t>
            </a:r>
          </a:p>
          <a:p>
            <a:pPr marL="0" indent="0">
              <a:buNone/>
            </a:pPr>
            <a:endParaRPr lang="en-IN" sz="1400" dirty="0"/>
          </a:p>
          <a:p>
            <a:pPr marL="0" indent="0">
              <a:buNone/>
            </a:pPr>
            <a:r>
              <a:rPr lang="en-IN" sz="1400" b="1" dirty="0"/>
              <a:t>Ask:</a:t>
            </a:r>
            <a:r>
              <a:rPr lang="en-IN" sz="1400" dirty="0"/>
              <a:t> The User wants to get a SQL Query, to retrieve/fetch last 6 months of spend from Historical Spend</a:t>
            </a:r>
          </a:p>
          <a:p>
            <a:pPr marL="0" indent="0">
              <a:buNone/>
            </a:pPr>
            <a:endParaRPr lang="en-IN" sz="1400" dirty="0"/>
          </a:p>
          <a:p>
            <a:pPr marL="0" indent="0">
              <a:buNone/>
            </a:pPr>
            <a:r>
              <a:rPr lang="en-IN" sz="1400" b="1" dirty="0"/>
              <a:t>User I/P:</a:t>
            </a:r>
            <a:r>
              <a:rPr lang="en-IN" sz="1400" dirty="0"/>
              <a:t> User types in the Chatbot Interface “</a:t>
            </a:r>
            <a:r>
              <a:rPr lang="en-US" sz="1400" u="none" strike="noStrike" dirty="0">
                <a:effectLst/>
              </a:rPr>
              <a:t>"Please retrieve the Spend for last 6 months of Spend for the Channel “OTT”</a:t>
            </a:r>
          </a:p>
          <a:p>
            <a:pPr marL="0" indent="0">
              <a:buNone/>
            </a:pPr>
            <a:r>
              <a:rPr lang="en-US" sz="1400" dirty="0"/>
              <a:t> </a:t>
            </a:r>
          </a:p>
          <a:p>
            <a:pPr marL="0" indent="0">
              <a:buNone/>
            </a:pPr>
            <a:r>
              <a:rPr lang="en-US" sz="1400" b="1" u="none" strike="noStrike" dirty="0">
                <a:effectLst/>
              </a:rPr>
              <a:t>Approach:</a:t>
            </a:r>
            <a:r>
              <a:rPr lang="en-US" sz="1400" u="none" strike="noStrike" dirty="0">
                <a:effectLst/>
              </a:rPr>
              <a:t>  </a:t>
            </a:r>
          </a:p>
          <a:p>
            <a:pPr marL="171450" indent="-171450"/>
            <a:r>
              <a:rPr lang="en-US" sz="1200" u="none" strike="noStrike" dirty="0">
                <a:effectLst/>
              </a:rPr>
              <a:t>Chatbot should connect to the Source Database “DB1”</a:t>
            </a:r>
          </a:p>
          <a:p>
            <a:pPr marL="171450" indent="-171450"/>
            <a:r>
              <a:rPr lang="en-US" sz="1200" dirty="0"/>
              <a:t>Trace the r</a:t>
            </a:r>
            <a:r>
              <a:rPr lang="en-US" sz="1200" u="none" strike="noStrike" dirty="0">
                <a:effectLst/>
              </a:rPr>
              <a:t>elevant schema and “</a:t>
            </a:r>
            <a:r>
              <a:rPr lang="en-US" sz="1200" u="none" strike="noStrike" dirty="0" err="1">
                <a:effectLst/>
              </a:rPr>
              <a:t>Historical_Spend</a:t>
            </a:r>
            <a:r>
              <a:rPr lang="en-US" sz="1200" u="none" strike="noStrike" dirty="0">
                <a:effectLst/>
              </a:rPr>
              <a:t>” table</a:t>
            </a:r>
            <a:r>
              <a:rPr lang="en-US" sz="1200" dirty="0"/>
              <a:t> and find </a:t>
            </a:r>
            <a:r>
              <a:rPr lang="en-US" sz="1200" u="none" strike="noStrike" dirty="0">
                <a:effectLst/>
              </a:rPr>
              <a:t>the exact columns “Spend”, “</a:t>
            </a:r>
            <a:r>
              <a:rPr lang="en-US" sz="1200" u="none" strike="noStrike" dirty="0" err="1">
                <a:effectLst/>
              </a:rPr>
              <a:t>Month_year</a:t>
            </a:r>
            <a:r>
              <a:rPr lang="en-US" sz="1200" u="none" strike="noStrike" dirty="0">
                <a:effectLst/>
              </a:rPr>
              <a:t>”, “Channel” </a:t>
            </a:r>
          </a:p>
          <a:p>
            <a:pPr marL="171450" indent="-171450"/>
            <a:r>
              <a:rPr lang="en-US" sz="1200" u="none" strike="noStrike" dirty="0">
                <a:effectLst/>
              </a:rPr>
              <a:t>Fetch the Spend Amount from the Column “Spend”, for the last 6 months (Month should be referred from the Column “</a:t>
            </a:r>
            <a:r>
              <a:rPr lang="en-US" sz="1200" u="none" strike="noStrike" dirty="0" err="1">
                <a:effectLst/>
              </a:rPr>
              <a:t>Month_year</a:t>
            </a:r>
            <a:r>
              <a:rPr lang="en-US" sz="1200" u="none" strike="noStrike" dirty="0">
                <a:effectLst/>
              </a:rPr>
              <a:t>”), for the respective channel “OTT” (Channel should be referred from the column “Channel”) mentioned in the User I/P</a:t>
            </a:r>
          </a:p>
          <a:p>
            <a:pPr marL="0" indent="0">
              <a:buNone/>
            </a:pPr>
            <a:endParaRPr lang="en-US" sz="1400" dirty="0"/>
          </a:p>
          <a:p>
            <a:pPr marL="0" indent="0">
              <a:buNone/>
            </a:pPr>
            <a:r>
              <a:rPr lang="en-US" sz="1400" b="1" u="none" strike="noStrike" dirty="0">
                <a:effectLst/>
              </a:rPr>
              <a:t>Expected O/P (This is sample data only) : </a:t>
            </a:r>
          </a:p>
          <a:p>
            <a:pPr marL="0" indent="0">
              <a:buNone/>
            </a:pPr>
            <a:endParaRPr lang="en-IN" sz="1400" dirty="0"/>
          </a:p>
          <a:p>
            <a:pPr marL="0" indent="0">
              <a:buNone/>
            </a:pPr>
            <a:endParaRPr lang="en-IN" sz="1400" dirty="0"/>
          </a:p>
        </p:txBody>
      </p:sp>
      <p:pic>
        <p:nvPicPr>
          <p:cNvPr id="6" name="Picture 5">
            <a:extLst>
              <a:ext uri="{FF2B5EF4-FFF2-40B4-BE49-F238E27FC236}">
                <a16:creationId xmlns:a16="http://schemas.microsoft.com/office/drawing/2014/main" id="{3993955C-A726-B2A7-6A36-5635A9855884}"/>
              </a:ext>
            </a:extLst>
          </p:cNvPr>
          <p:cNvPicPr>
            <a:picLocks noChangeAspect="1"/>
          </p:cNvPicPr>
          <p:nvPr/>
        </p:nvPicPr>
        <p:blipFill>
          <a:blip r:embed="rId2"/>
          <a:stretch>
            <a:fillRect/>
          </a:stretch>
        </p:blipFill>
        <p:spPr>
          <a:xfrm>
            <a:off x="7082383" y="4941390"/>
            <a:ext cx="4500017" cy="1569773"/>
          </a:xfrm>
          <a:prstGeom prst="rect">
            <a:avLst/>
          </a:prstGeom>
        </p:spPr>
      </p:pic>
      <p:pic>
        <p:nvPicPr>
          <p:cNvPr id="7" name="Picture 6">
            <a:extLst>
              <a:ext uri="{FF2B5EF4-FFF2-40B4-BE49-F238E27FC236}">
                <a16:creationId xmlns:a16="http://schemas.microsoft.com/office/drawing/2014/main" id="{F6060A78-6964-52BA-B399-C28D5AC4358D}"/>
              </a:ext>
            </a:extLst>
          </p:cNvPr>
          <p:cNvPicPr>
            <a:picLocks noChangeAspect="1"/>
          </p:cNvPicPr>
          <p:nvPr/>
        </p:nvPicPr>
        <p:blipFill>
          <a:blip r:embed="rId3"/>
          <a:stretch>
            <a:fillRect/>
          </a:stretch>
        </p:blipFill>
        <p:spPr>
          <a:xfrm>
            <a:off x="5428332" y="5189792"/>
            <a:ext cx="1547813" cy="1274444"/>
          </a:xfrm>
          <a:prstGeom prst="rect">
            <a:avLst/>
          </a:prstGeom>
        </p:spPr>
      </p:pic>
      <p:sp>
        <p:nvSpPr>
          <p:cNvPr id="8" name="TextBox 7">
            <a:extLst>
              <a:ext uri="{FF2B5EF4-FFF2-40B4-BE49-F238E27FC236}">
                <a16:creationId xmlns:a16="http://schemas.microsoft.com/office/drawing/2014/main" id="{4830916D-F0EB-D900-1AEC-81F07CD37B2B}"/>
              </a:ext>
            </a:extLst>
          </p:cNvPr>
          <p:cNvSpPr txBox="1"/>
          <p:nvPr/>
        </p:nvSpPr>
        <p:spPr>
          <a:xfrm>
            <a:off x="8719821" y="4726702"/>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Table Preview</a:t>
            </a:r>
          </a:p>
        </p:txBody>
      </p:sp>
      <p:sp>
        <p:nvSpPr>
          <p:cNvPr id="9" name="TextBox 8">
            <a:extLst>
              <a:ext uri="{FF2B5EF4-FFF2-40B4-BE49-F238E27FC236}">
                <a16:creationId xmlns:a16="http://schemas.microsoft.com/office/drawing/2014/main" id="{13FA413E-9100-E799-C80E-E218F70CA6FD}"/>
              </a:ext>
            </a:extLst>
          </p:cNvPr>
          <p:cNvSpPr txBox="1"/>
          <p:nvPr/>
        </p:nvSpPr>
        <p:spPr>
          <a:xfrm>
            <a:off x="5649122" y="4941390"/>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Schema</a:t>
            </a:r>
          </a:p>
        </p:txBody>
      </p:sp>
      <p:graphicFrame>
        <p:nvGraphicFramePr>
          <p:cNvPr id="11" name="Table 10">
            <a:extLst>
              <a:ext uri="{FF2B5EF4-FFF2-40B4-BE49-F238E27FC236}">
                <a16:creationId xmlns:a16="http://schemas.microsoft.com/office/drawing/2014/main" id="{75340C5E-E822-9B1F-FCB8-06D85F7D6AAD}"/>
              </a:ext>
            </a:extLst>
          </p:cNvPr>
          <p:cNvGraphicFramePr>
            <a:graphicFrameLocks noGrp="1"/>
          </p:cNvGraphicFramePr>
          <p:nvPr>
            <p:extLst>
              <p:ext uri="{D42A27DB-BD31-4B8C-83A1-F6EECF244321}">
                <p14:modId xmlns:p14="http://schemas.microsoft.com/office/powerpoint/2010/main" val="35850620"/>
              </p:ext>
            </p:extLst>
          </p:nvPr>
        </p:nvGraphicFramePr>
        <p:xfrm>
          <a:off x="2243185" y="5305180"/>
          <a:ext cx="2737104" cy="1217930"/>
        </p:xfrm>
        <a:graphic>
          <a:graphicData uri="http://schemas.openxmlformats.org/drawingml/2006/table">
            <a:tbl>
              <a:tblPr/>
              <a:tblGrid>
                <a:gridCol w="912368">
                  <a:extLst>
                    <a:ext uri="{9D8B030D-6E8A-4147-A177-3AD203B41FA5}">
                      <a16:colId xmlns:a16="http://schemas.microsoft.com/office/drawing/2014/main" val="41320862"/>
                    </a:ext>
                  </a:extLst>
                </a:gridCol>
                <a:gridCol w="912368">
                  <a:extLst>
                    <a:ext uri="{9D8B030D-6E8A-4147-A177-3AD203B41FA5}">
                      <a16:colId xmlns:a16="http://schemas.microsoft.com/office/drawing/2014/main" val="520132093"/>
                    </a:ext>
                  </a:extLst>
                </a:gridCol>
                <a:gridCol w="912368">
                  <a:extLst>
                    <a:ext uri="{9D8B030D-6E8A-4147-A177-3AD203B41FA5}">
                      <a16:colId xmlns:a16="http://schemas.microsoft.com/office/drawing/2014/main" val="2301213691"/>
                    </a:ext>
                  </a:extLst>
                </a:gridCol>
              </a:tblGrid>
              <a:tr h="149612">
                <a:tc>
                  <a:txBody>
                    <a:bodyPr/>
                    <a:lstStyle/>
                    <a:p>
                      <a:pPr algn="l" rtl="0" fontAlgn="b"/>
                      <a:r>
                        <a:rPr lang="en-IN" sz="1100" b="1" i="0" u="none" strike="noStrike" dirty="0">
                          <a:solidFill>
                            <a:srgbClr val="000000"/>
                          </a:solidFill>
                          <a:effectLst/>
                          <a:latin typeface="Aptos Narrow" panose="020B0004020202020204" pitchFamily="34" charset="0"/>
                        </a:rPr>
                        <a:t>Channel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l" rtl="0" fontAlgn="b"/>
                      <a:r>
                        <a:rPr lang="en-IN" sz="1100" b="1" i="0" u="none" strike="noStrike">
                          <a:solidFill>
                            <a:srgbClr val="000000"/>
                          </a:solidFill>
                          <a:effectLst/>
                          <a:latin typeface="Aptos Narrow" panose="020B0004020202020204" pitchFamily="34" charset="0"/>
                        </a:rPr>
                        <a:t>Month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l" rtl="0" fontAlgn="b"/>
                      <a:r>
                        <a:rPr lang="en-IN" sz="1100" b="1" i="0" u="none" strike="noStrike">
                          <a:solidFill>
                            <a:srgbClr val="000000"/>
                          </a:solidFill>
                          <a:effectLst/>
                          <a:latin typeface="Aptos Narrow" panose="020B0004020202020204" pitchFamily="34" charset="0"/>
                        </a:rPr>
                        <a:t>Spend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2077259499"/>
                  </a:ext>
                </a:extLst>
              </a:tr>
              <a:tr h="149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a:solidFill>
                            <a:srgbClr val="000000"/>
                          </a:solidFill>
                          <a:effectLst/>
                          <a:latin typeface="Aptos Narrow" panose="020B0004020202020204" pitchFamily="34" charset="0"/>
                        </a:rPr>
                        <a:t>Aug, 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a:solidFill>
                            <a:srgbClr val="000000"/>
                          </a:solidFill>
                          <a:effectLst/>
                          <a:latin typeface="Aptos Narrow" panose="020B0004020202020204" pitchFamily="34" charset="0"/>
                        </a:rPr>
                        <a:t>8350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8401925"/>
                  </a:ext>
                </a:extLst>
              </a:tr>
              <a:tr h="149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a:solidFill>
                            <a:srgbClr val="000000"/>
                          </a:solidFill>
                          <a:effectLst/>
                          <a:latin typeface="Aptos Narrow" panose="020B0004020202020204" pitchFamily="34" charset="0"/>
                        </a:rPr>
                        <a:t>Sep, 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a:solidFill>
                            <a:srgbClr val="000000"/>
                          </a:solidFill>
                          <a:effectLst/>
                          <a:latin typeface="Aptos Narrow" panose="020B0004020202020204" pitchFamily="34" charset="0"/>
                        </a:rPr>
                        <a:t>9500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659098"/>
                  </a:ext>
                </a:extLst>
              </a:tr>
              <a:tr h="149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dirty="0">
                          <a:solidFill>
                            <a:srgbClr val="000000"/>
                          </a:solidFill>
                          <a:effectLst/>
                          <a:latin typeface="Aptos Narrow" panose="020B0004020202020204" pitchFamily="34" charset="0"/>
                        </a:rPr>
                        <a:t>Oct, 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a:solidFill>
                            <a:srgbClr val="000000"/>
                          </a:solidFill>
                          <a:effectLst/>
                          <a:latin typeface="Aptos Narrow" panose="020B0004020202020204" pitchFamily="34" charset="0"/>
                        </a:rPr>
                        <a:t>10000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8001242"/>
                  </a:ext>
                </a:extLst>
              </a:tr>
              <a:tr h="162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a:solidFill>
                            <a:srgbClr val="000000"/>
                          </a:solidFill>
                          <a:effectLst/>
                          <a:latin typeface="Aptos Narrow" panose="020B0004020202020204" pitchFamily="34" charset="0"/>
                        </a:rPr>
                        <a:t>Nov, 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a:solidFill>
                            <a:srgbClr val="000000"/>
                          </a:solidFill>
                          <a:effectLst/>
                          <a:latin typeface="Aptos Narrow" panose="020B0004020202020204" pitchFamily="34" charset="0"/>
                        </a:rPr>
                        <a:t>11350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0539336"/>
                  </a:ext>
                </a:extLst>
              </a:tr>
              <a:tr h="162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a:solidFill>
                            <a:srgbClr val="000000"/>
                          </a:solidFill>
                          <a:effectLst/>
                          <a:latin typeface="Aptos Narrow" panose="020B0004020202020204" pitchFamily="34" charset="0"/>
                        </a:rPr>
                        <a:t>Dec, 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a:solidFill>
                            <a:srgbClr val="000000"/>
                          </a:solidFill>
                          <a:effectLst/>
                          <a:latin typeface="Aptos Narrow" panose="020B0004020202020204" pitchFamily="34" charset="0"/>
                        </a:rPr>
                        <a:t>24560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7511028"/>
                  </a:ext>
                </a:extLst>
              </a:tr>
              <a:tr h="14961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a:solidFill>
                            <a:srgbClr val="000000"/>
                          </a:solidFill>
                          <a:effectLst/>
                          <a:latin typeface="Aptos Narrow" panose="020B0004020202020204" pitchFamily="34" charset="0"/>
                        </a:rPr>
                        <a:t>Jan, 2025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dirty="0">
                          <a:solidFill>
                            <a:srgbClr val="000000"/>
                          </a:solidFill>
                          <a:effectLst/>
                          <a:latin typeface="Aptos Narrow" panose="020B0004020202020204" pitchFamily="34" charset="0"/>
                        </a:rPr>
                        <a:t>28960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7727016"/>
                  </a:ext>
                </a:extLst>
              </a:tr>
            </a:tbl>
          </a:graphicData>
        </a:graphic>
      </p:graphicFrame>
      <p:sp>
        <p:nvSpPr>
          <p:cNvPr id="5" name="TextBox 4">
            <a:extLst>
              <a:ext uri="{FF2B5EF4-FFF2-40B4-BE49-F238E27FC236}">
                <a16:creationId xmlns:a16="http://schemas.microsoft.com/office/drawing/2014/main" id="{7853EEB7-D656-CBA1-C3CF-6BDEC76AB1C9}"/>
              </a:ext>
            </a:extLst>
          </p:cNvPr>
          <p:cNvSpPr txBox="1"/>
          <p:nvPr/>
        </p:nvSpPr>
        <p:spPr>
          <a:xfrm>
            <a:off x="8061960" y="2268754"/>
            <a:ext cx="3599688" cy="493776"/>
          </a:xfrm>
          <a:prstGeom prst="rect">
            <a:avLst/>
          </a:prstGeom>
          <a:noFill/>
          <a:ln>
            <a:solidFill>
              <a:schemeClr val="tx1"/>
            </a:solidFill>
            <a:prstDash val="lgDash"/>
          </a:ln>
        </p:spPr>
        <p:txBody>
          <a:bodyPr wrap="square" rtlCol="0">
            <a:noAutofit/>
          </a:bodyPr>
          <a:lstStyle/>
          <a:p>
            <a:pPr marL="3175">
              <a:spcBef>
                <a:spcPts val="600"/>
              </a:spcBef>
              <a:spcAft>
                <a:spcPts val="600"/>
              </a:spcAft>
              <a:buClr>
                <a:srgbClr val="303030">
                  <a:lumMod val="50000"/>
                  <a:lumOff val="50000"/>
                </a:srgbClr>
              </a:buClr>
            </a:pPr>
            <a:r>
              <a:rPr lang="en-IN" sz="1200" dirty="0">
                <a:solidFill>
                  <a:srgbClr val="002240"/>
                </a:solidFill>
                <a:cs typeface="Tahoma" pitchFamily="34" charset="0"/>
              </a:rPr>
              <a:t>Currently they are writing the query manually and running in any SQL editor</a:t>
            </a:r>
          </a:p>
        </p:txBody>
      </p:sp>
    </p:spTree>
    <p:extLst>
      <p:ext uri="{BB962C8B-B14F-4D97-AF65-F5344CB8AC3E}">
        <p14:creationId xmlns:p14="http://schemas.microsoft.com/office/powerpoint/2010/main" val="2839862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32DA4-2753-EE32-79D8-B41A318BF09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EBA1318-8AF7-0626-910F-D2D81F5F4F55}"/>
              </a:ext>
            </a:extLst>
          </p:cNvPr>
          <p:cNvSpPr/>
          <p:nvPr/>
        </p:nvSpPr>
        <p:spPr>
          <a:xfrm>
            <a:off x="5255036" y="4713451"/>
            <a:ext cx="6455379" cy="1785203"/>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FB8F534-BA12-63EA-423D-65A4F0A23C06}"/>
              </a:ext>
            </a:extLst>
          </p:cNvPr>
          <p:cNvSpPr>
            <a:spLocks noGrp="1"/>
          </p:cNvSpPr>
          <p:nvPr>
            <p:ph type="title"/>
          </p:nvPr>
        </p:nvSpPr>
        <p:spPr>
          <a:xfrm>
            <a:off x="838200" y="365125"/>
            <a:ext cx="10515600" cy="730609"/>
          </a:xfrm>
        </p:spPr>
        <p:txBody>
          <a:bodyPr/>
          <a:lstStyle/>
          <a:p>
            <a:r>
              <a:rPr lang="en-IN" dirty="0"/>
              <a:t>Use Cases</a:t>
            </a:r>
          </a:p>
        </p:txBody>
      </p:sp>
      <p:sp>
        <p:nvSpPr>
          <p:cNvPr id="3" name="Text Placeholder 2">
            <a:extLst>
              <a:ext uri="{FF2B5EF4-FFF2-40B4-BE49-F238E27FC236}">
                <a16:creationId xmlns:a16="http://schemas.microsoft.com/office/drawing/2014/main" id="{CDBAAEAE-DDA3-139D-B4DA-D1EF81E0967D}"/>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E27754C4-0FF1-2DA1-9A7D-F5D6E7AF40A9}"/>
              </a:ext>
            </a:extLst>
          </p:cNvPr>
          <p:cNvSpPr>
            <a:spLocks noGrp="1"/>
          </p:cNvSpPr>
          <p:nvPr>
            <p:ph type="body" sz="quarter" idx="15"/>
          </p:nvPr>
        </p:nvSpPr>
        <p:spPr>
          <a:xfrm>
            <a:off x="503646" y="779911"/>
            <a:ext cx="10972800" cy="5747604"/>
          </a:xfrm>
        </p:spPr>
        <p:txBody>
          <a:bodyPr/>
          <a:lstStyle/>
          <a:p>
            <a:pPr marL="0" indent="0">
              <a:buNone/>
            </a:pPr>
            <a:r>
              <a:rPr lang="en-IN" sz="1400" b="1" dirty="0"/>
              <a:t>Use Case 2: a) </a:t>
            </a:r>
            <a:r>
              <a:rPr lang="en-IN" sz="1400" b="1" dirty="0">
                <a:highlight>
                  <a:srgbClr val="00FF00"/>
                </a:highlight>
              </a:rPr>
              <a:t>Fetch Data, </a:t>
            </a:r>
            <a:r>
              <a:rPr lang="en-IN" sz="1400" b="1" dirty="0">
                <a:highlight>
                  <a:srgbClr val="FFFFFF"/>
                </a:highlight>
              </a:rPr>
              <a:t>b) </a:t>
            </a:r>
            <a:r>
              <a:rPr lang="en-IN" sz="1400" b="1" dirty="0">
                <a:highlight>
                  <a:srgbClr val="00FF00"/>
                </a:highlight>
              </a:rPr>
              <a:t>Summarize Data</a:t>
            </a:r>
          </a:p>
          <a:p>
            <a:pPr marL="0" indent="0">
              <a:buNone/>
            </a:pPr>
            <a:endParaRPr lang="en-IN" sz="1400" dirty="0"/>
          </a:p>
          <a:p>
            <a:pPr marL="0" indent="0">
              <a:buNone/>
            </a:pPr>
            <a:r>
              <a:rPr lang="en-IN" sz="1400" b="1" dirty="0">
                <a:highlight>
                  <a:srgbClr val="00FF00"/>
                </a:highlight>
              </a:rPr>
              <a:t>b) Summarize Data</a:t>
            </a:r>
          </a:p>
          <a:p>
            <a:pPr marL="0" indent="0">
              <a:buNone/>
            </a:pPr>
            <a:r>
              <a:rPr lang="en-IN" sz="1400" b="1" dirty="0"/>
              <a:t>Considerations: </a:t>
            </a:r>
            <a:r>
              <a:rPr lang="en-IN" sz="1400" dirty="0"/>
              <a:t>IRIS User (Data Science Team) has the Table “</a:t>
            </a:r>
            <a:r>
              <a:rPr lang="en-IN" sz="1400" dirty="0" err="1"/>
              <a:t>Historical_Spend</a:t>
            </a:r>
            <a:r>
              <a:rPr lang="en-IN" sz="1400" dirty="0"/>
              <a:t>” which provides the Spend related details for various channels for various months. The images gives the sample data from that table. This table is present in a particular database “DB1” </a:t>
            </a:r>
          </a:p>
          <a:p>
            <a:pPr marL="0" indent="0">
              <a:buNone/>
            </a:pPr>
            <a:endParaRPr lang="en-IN" sz="1400" dirty="0"/>
          </a:p>
          <a:p>
            <a:pPr marL="0" indent="0">
              <a:buNone/>
            </a:pPr>
            <a:r>
              <a:rPr lang="en-IN" sz="1400" b="1" dirty="0"/>
              <a:t>Ask:</a:t>
            </a:r>
            <a:r>
              <a:rPr lang="en-IN" sz="1400" dirty="0"/>
              <a:t> The User wants to retrieve the “Total Spend for the Year 2024 for the Channel ‘OTT’”</a:t>
            </a:r>
          </a:p>
          <a:p>
            <a:pPr marL="0" indent="0">
              <a:buNone/>
            </a:pPr>
            <a:endParaRPr lang="en-IN" sz="1400" dirty="0"/>
          </a:p>
          <a:p>
            <a:pPr marL="0" indent="0">
              <a:buNone/>
            </a:pPr>
            <a:r>
              <a:rPr lang="en-IN" sz="1400" b="1" dirty="0"/>
              <a:t>User I/P:</a:t>
            </a:r>
            <a:r>
              <a:rPr lang="en-IN" sz="1400" dirty="0"/>
              <a:t> User types in the Chatbot Interface “</a:t>
            </a:r>
            <a:r>
              <a:rPr lang="en-US" sz="1400" u="none" strike="noStrike" dirty="0">
                <a:effectLst/>
              </a:rPr>
              <a:t>"Please </a:t>
            </a:r>
            <a:r>
              <a:rPr lang="en-US" sz="1400" dirty="0"/>
              <a:t>get me the Total </a:t>
            </a:r>
            <a:r>
              <a:rPr lang="en-US" sz="1400" u="none" strike="noStrike" dirty="0">
                <a:effectLst/>
              </a:rPr>
              <a:t>Spend for </a:t>
            </a:r>
            <a:r>
              <a:rPr lang="en-US" sz="1400" dirty="0"/>
              <a:t>the last year </a:t>
            </a:r>
            <a:r>
              <a:rPr lang="en-US" sz="1400" u="none" strike="noStrike" dirty="0">
                <a:effectLst/>
              </a:rPr>
              <a:t>for the Channel “OTT”</a:t>
            </a:r>
          </a:p>
          <a:p>
            <a:pPr marL="0" indent="0">
              <a:buNone/>
            </a:pPr>
            <a:r>
              <a:rPr lang="en-US" sz="1400" b="1" u="none" strike="noStrike" dirty="0">
                <a:effectLst/>
              </a:rPr>
              <a:t>Approach:</a:t>
            </a:r>
            <a:r>
              <a:rPr lang="en-US" sz="1400" u="none" strike="noStrike" dirty="0">
                <a:effectLst/>
              </a:rPr>
              <a:t>  </a:t>
            </a:r>
          </a:p>
          <a:p>
            <a:pPr marL="171450" indent="-171450"/>
            <a:r>
              <a:rPr lang="en-US" sz="1400" u="none" strike="noStrike" dirty="0">
                <a:effectLst/>
              </a:rPr>
              <a:t>Chatbot should connect to the Source Database “DB1”</a:t>
            </a:r>
          </a:p>
          <a:p>
            <a:pPr marL="171450" indent="-171450"/>
            <a:r>
              <a:rPr lang="en-US" sz="1400" dirty="0"/>
              <a:t>Trace the r</a:t>
            </a:r>
            <a:r>
              <a:rPr lang="en-US" sz="1400" u="none" strike="noStrike" dirty="0">
                <a:effectLst/>
              </a:rPr>
              <a:t>elevant schema and “</a:t>
            </a:r>
            <a:r>
              <a:rPr lang="en-US" sz="1400" u="none" strike="noStrike" dirty="0" err="1">
                <a:effectLst/>
              </a:rPr>
              <a:t>Historical_Spend</a:t>
            </a:r>
            <a:r>
              <a:rPr lang="en-US" sz="1400" u="none" strike="noStrike" dirty="0">
                <a:effectLst/>
              </a:rPr>
              <a:t>” table</a:t>
            </a:r>
            <a:r>
              <a:rPr lang="en-US" sz="1400" dirty="0"/>
              <a:t> and find </a:t>
            </a:r>
            <a:r>
              <a:rPr lang="en-US" sz="1400" u="none" strike="noStrike" dirty="0">
                <a:effectLst/>
              </a:rPr>
              <a:t>the exact columns “Spend”, “</a:t>
            </a:r>
            <a:r>
              <a:rPr lang="en-US" sz="1400" u="none" strike="noStrike" dirty="0" err="1">
                <a:effectLst/>
              </a:rPr>
              <a:t>Month_year</a:t>
            </a:r>
            <a:r>
              <a:rPr lang="en-US" sz="1400" u="none" strike="noStrike" dirty="0">
                <a:effectLst/>
              </a:rPr>
              <a:t>”, “Channel” </a:t>
            </a:r>
          </a:p>
          <a:p>
            <a:pPr marL="171450" indent="-171450"/>
            <a:r>
              <a:rPr lang="en-US" sz="1400" u="none" strike="noStrike" dirty="0">
                <a:effectLst/>
              </a:rPr>
              <a:t>F</a:t>
            </a:r>
            <a:r>
              <a:rPr lang="en-US" sz="1400" dirty="0"/>
              <a:t>etch the Spend Amount (from the Column “Spend”) and Sum up the Spend Amt for all the months in the Year 2024 to derive the “Total Spend”, for the last year 2024 (Year should be referred from the Column “</a:t>
            </a:r>
            <a:r>
              <a:rPr lang="en-US" sz="1400" dirty="0" err="1"/>
              <a:t>Month_year</a:t>
            </a:r>
            <a:r>
              <a:rPr lang="en-US" sz="1400" dirty="0"/>
              <a:t>”), for the respective channel “OTT” (Channel should be referred from the column “Channel”) mentioned in the User I/P</a:t>
            </a:r>
          </a:p>
          <a:p>
            <a:pPr marL="0" indent="0">
              <a:buNone/>
            </a:pPr>
            <a:endParaRPr lang="en-US" sz="1400" b="1" dirty="0"/>
          </a:p>
          <a:p>
            <a:pPr marL="0" indent="0">
              <a:buNone/>
            </a:pPr>
            <a:r>
              <a:rPr lang="en-US" sz="1400" b="1" u="none" strike="noStrike" dirty="0">
                <a:effectLst/>
              </a:rPr>
              <a:t>Expected O/P (This is sample data only) : </a:t>
            </a:r>
          </a:p>
          <a:p>
            <a:pPr marL="0" indent="0">
              <a:buNone/>
            </a:pPr>
            <a:endParaRPr lang="en-IN" sz="1400" dirty="0"/>
          </a:p>
          <a:p>
            <a:pPr marL="0" indent="0">
              <a:buNone/>
            </a:pPr>
            <a:endParaRPr lang="en-IN" sz="1400" dirty="0"/>
          </a:p>
        </p:txBody>
      </p:sp>
      <p:pic>
        <p:nvPicPr>
          <p:cNvPr id="6" name="Picture 5">
            <a:extLst>
              <a:ext uri="{FF2B5EF4-FFF2-40B4-BE49-F238E27FC236}">
                <a16:creationId xmlns:a16="http://schemas.microsoft.com/office/drawing/2014/main" id="{B89E4CCE-6A6E-0534-A993-28291ED08866}"/>
              </a:ext>
            </a:extLst>
          </p:cNvPr>
          <p:cNvPicPr>
            <a:picLocks noChangeAspect="1"/>
          </p:cNvPicPr>
          <p:nvPr/>
        </p:nvPicPr>
        <p:blipFill>
          <a:blip r:embed="rId2"/>
          <a:stretch>
            <a:fillRect/>
          </a:stretch>
        </p:blipFill>
        <p:spPr>
          <a:xfrm>
            <a:off x="6910396" y="5131060"/>
            <a:ext cx="4500017" cy="1421383"/>
          </a:xfrm>
          <a:prstGeom prst="rect">
            <a:avLst/>
          </a:prstGeom>
        </p:spPr>
      </p:pic>
      <p:pic>
        <p:nvPicPr>
          <p:cNvPr id="7" name="Picture 6">
            <a:extLst>
              <a:ext uri="{FF2B5EF4-FFF2-40B4-BE49-F238E27FC236}">
                <a16:creationId xmlns:a16="http://schemas.microsoft.com/office/drawing/2014/main" id="{2C77553D-09F5-8676-9219-9CF330678D69}"/>
              </a:ext>
            </a:extLst>
          </p:cNvPr>
          <p:cNvPicPr>
            <a:picLocks noChangeAspect="1"/>
          </p:cNvPicPr>
          <p:nvPr/>
        </p:nvPicPr>
        <p:blipFill>
          <a:blip r:embed="rId3"/>
          <a:stretch>
            <a:fillRect/>
          </a:stretch>
        </p:blipFill>
        <p:spPr>
          <a:xfrm>
            <a:off x="5308810" y="5218431"/>
            <a:ext cx="1547813" cy="1274444"/>
          </a:xfrm>
          <a:prstGeom prst="rect">
            <a:avLst/>
          </a:prstGeom>
        </p:spPr>
      </p:pic>
      <p:sp>
        <p:nvSpPr>
          <p:cNvPr id="8" name="TextBox 7">
            <a:extLst>
              <a:ext uri="{FF2B5EF4-FFF2-40B4-BE49-F238E27FC236}">
                <a16:creationId xmlns:a16="http://schemas.microsoft.com/office/drawing/2014/main" id="{73B12844-6EFC-345A-103B-24E18B13B5EE}"/>
              </a:ext>
            </a:extLst>
          </p:cNvPr>
          <p:cNvSpPr txBox="1"/>
          <p:nvPr/>
        </p:nvSpPr>
        <p:spPr>
          <a:xfrm>
            <a:off x="8509664" y="4853797"/>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Table Preview</a:t>
            </a:r>
          </a:p>
        </p:txBody>
      </p:sp>
      <p:sp>
        <p:nvSpPr>
          <p:cNvPr id="9" name="TextBox 8">
            <a:extLst>
              <a:ext uri="{FF2B5EF4-FFF2-40B4-BE49-F238E27FC236}">
                <a16:creationId xmlns:a16="http://schemas.microsoft.com/office/drawing/2014/main" id="{94A9C701-24AA-BBA1-1377-AE6ABC6D4537}"/>
              </a:ext>
            </a:extLst>
          </p:cNvPr>
          <p:cNvSpPr txBox="1"/>
          <p:nvPr/>
        </p:nvSpPr>
        <p:spPr>
          <a:xfrm>
            <a:off x="5494616" y="4984060"/>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Schema</a:t>
            </a:r>
          </a:p>
        </p:txBody>
      </p:sp>
      <p:graphicFrame>
        <p:nvGraphicFramePr>
          <p:cNvPr id="11" name="Table 10">
            <a:extLst>
              <a:ext uri="{FF2B5EF4-FFF2-40B4-BE49-F238E27FC236}">
                <a16:creationId xmlns:a16="http://schemas.microsoft.com/office/drawing/2014/main" id="{9E8F71BC-EE8B-BE3E-23C3-62385EB94770}"/>
              </a:ext>
            </a:extLst>
          </p:cNvPr>
          <p:cNvGraphicFramePr>
            <a:graphicFrameLocks noGrp="1"/>
          </p:cNvGraphicFramePr>
          <p:nvPr>
            <p:extLst>
              <p:ext uri="{D42A27DB-BD31-4B8C-83A1-F6EECF244321}">
                <p14:modId xmlns:p14="http://schemas.microsoft.com/office/powerpoint/2010/main" val="370583935"/>
              </p:ext>
            </p:extLst>
          </p:nvPr>
        </p:nvGraphicFramePr>
        <p:xfrm>
          <a:off x="1505409" y="5566960"/>
          <a:ext cx="2737104" cy="347980"/>
        </p:xfrm>
        <a:graphic>
          <a:graphicData uri="http://schemas.openxmlformats.org/drawingml/2006/table">
            <a:tbl>
              <a:tblPr/>
              <a:tblGrid>
                <a:gridCol w="912368">
                  <a:extLst>
                    <a:ext uri="{9D8B030D-6E8A-4147-A177-3AD203B41FA5}">
                      <a16:colId xmlns:a16="http://schemas.microsoft.com/office/drawing/2014/main" val="41320862"/>
                    </a:ext>
                  </a:extLst>
                </a:gridCol>
                <a:gridCol w="912368">
                  <a:extLst>
                    <a:ext uri="{9D8B030D-6E8A-4147-A177-3AD203B41FA5}">
                      <a16:colId xmlns:a16="http://schemas.microsoft.com/office/drawing/2014/main" val="520132093"/>
                    </a:ext>
                  </a:extLst>
                </a:gridCol>
                <a:gridCol w="912368">
                  <a:extLst>
                    <a:ext uri="{9D8B030D-6E8A-4147-A177-3AD203B41FA5}">
                      <a16:colId xmlns:a16="http://schemas.microsoft.com/office/drawing/2014/main" val="2301213691"/>
                    </a:ext>
                  </a:extLst>
                </a:gridCol>
              </a:tblGrid>
              <a:tr h="141252">
                <a:tc>
                  <a:txBody>
                    <a:bodyPr/>
                    <a:lstStyle/>
                    <a:p>
                      <a:pPr algn="l" rtl="0" fontAlgn="b"/>
                      <a:r>
                        <a:rPr lang="en-IN" sz="1100" b="1" i="0" u="none" strike="noStrike">
                          <a:solidFill>
                            <a:srgbClr val="000000"/>
                          </a:solidFill>
                          <a:effectLst/>
                          <a:latin typeface="Aptos Narrow" panose="020B0004020202020204" pitchFamily="34" charset="0"/>
                        </a:rPr>
                        <a:t>Channel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l" rtl="0" fontAlgn="b"/>
                      <a:r>
                        <a:rPr lang="en-IN" sz="1100" b="1" i="0" u="none" strike="noStrike" dirty="0">
                          <a:solidFill>
                            <a:srgbClr val="000000"/>
                          </a:solidFill>
                          <a:effectLst/>
                          <a:latin typeface="Aptos Narrow" panose="020B0004020202020204" pitchFamily="34" charset="0"/>
                        </a:rPr>
                        <a:t>Year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l" rtl="0" fontAlgn="b"/>
                      <a:r>
                        <a:rPr lang="en-IN" sz="1100" b="1" i="0" u="none" strike="noStrike" dirty="0">
                          <a:solidFill>
                            <a:srgbClr val="000000"/>
                          </a:solidFill>
                          <a:effectLst/>
                          <a:latin typeface="Aptos Narrow" panose="020B0004020202020204" pitchFamily="34" charset="0"/>
                        </a:rPr>
                        <a:t>Total Spend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2077259499"/>
                  </a:ext>
                </a:extLst>
              </a:tr>
              <a:tr h="141252">
                <a:tc>
                  <a:txBody>
                    <a:bodyPr/>
                    <a:lstStyle/>
                    <a:p>
                      <a:pPr algn="l" rtl="0" fontAlgn="b"/>
                      <a:r>
                        <a:rPr lang="en-IN" sz="1100" b="0" i="0" u="none" strike="noStrike">
                          <a:solidFill>
                            <a:srgbClr val="000000"/>
                          </a:solidFill>
                          <a:effectLst/>
                          <a:latin typeface="Aptos Narrow" panose="020B0004020202020204" pitchFamily="34" charset="0"/>
                        </a:rPr>
                        <a:t>OTT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100" b="0" i="0" u="none" strike="noStrike" dirty="0">
                          <a:solidFill>
                            <a:srgbClr val="000000"/>
                          </a:solidFill>
                          <a:effectLst/>
                          <a:latin typeface="Aptos Narrow" panose="020B0004020202020204" pitchFamily="34" charset="0"/>
                        </a:rPr>
                        <a:t>2024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r>
                        <a:rPr lang="en-IN" sz="1100" b="0" i="0" u="none" strike="noStrike" dirty="0">
                          <a:solidFill>
                            <a:srgbClr val="000000"/>
                          </a:solidFill>
                          <a:effectLst/>
                          <a:latin typeface="Aptos Narrow" panose="020B0004020202020204" pitchFamily="34" charset="0"/>
                        </a:rPr>
                        <a:t>148350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8401925"/>
                  </a:ext>
                </a:extLst>
              </a:tr>
            </a:tbl>
          </a:graphicData>
        </a:graphic>
      </p:graphicFrame>
      <p:sp>
        <p:nvSpPr>
          <p:cNvPr id="5" name="TextBox 4">
            <a:extLst>
              <a:ext uri="{FF2B5EF4-FFF2-40B4-BE49-F238E27FC236}">
                <a16:creationId xmlns:a16="http://schemas.microsoft.com/office/drawing/2014/main" id="{2F422478-2A63-852E-4373-3B7B31AEEF52}"/>
              </a:ext>
            </a:extLst>
          </p:cNvPr>
          <p:cNvSpPr txBox="1"/>
          <p:nvPr/>
        </p:nvSpPr>
        <p:spPr>
          <a:xfrm>
            <a:off x="7598664" y="2252905"/>
            <a:ext cx="3599688" cy="493776"/>
          </a:xfrm>
          <a:prstGeom prst="rect">
            <a:avLst/>
          </a:prstGeom>
          <a:noFill/>
          <a:ln>
            <a:solidFill>
              <a:schemeClr val="tx1"/>
            </a:solidFill>
            <a:prstDash val="lgDash"/>
          </a:ln>
        </p:spPr>
        <p:txBody>
          <a:bodyPr wrap="square" rtlCol="0">
            <a:noAutofit/>
          </a:bodyPr>
          <a:lstStyle/>
          <a:p>
            <a:pPr marL="3175">
              <a:spcBef>
                <a:spcPts val="600"/>
              </a:spcBef>
              <a:spcAft>
                <a:spcPts val="600"/>
              </a:spcAft>
              <a:buClr>
                <a:srgbClr val="303030">
                  <a:lumMod val="50000"/>
                  <a:lumOff val="50000"/>
                </a:srgbClr>
              </a:buClr>
            </a:pPr>
            <a:r>
              <a:rPr lang="en-IN" sz="1200" dirty="0">
                <a:solidFill>
                  <a:srgbClr val="002240"/>
                </a:solidFill>
                <a:cs typeface="Tahoma" pitchFamily="34" charset="0"/>
              </a:rPr>
              <a:t>Currently they are writing the query manually and running in any SQL editor</a:t>
            </a:r>
          </a:p>
        </p:txBody>
      </p:sp>
    </p:spTree>
    <p:extLst>
      <p:ext uri="{BB962C8B-B14F-4D97-AF65-F5344CB8AC3E}">
        <p14:creationId xmlns:p14="http://schemas.microsoft.com/office/powerpoint/2010/main" val="788301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4F241-7F07-7474-4821-B77596823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89FCC-AE60-14CD-3E04-55096AADC17E}"/>
              </a:ext>
            </a:extLst>
          </p:cNvPr>
          <p:cNvSpPr>
            <a:spLocks noGrp="1"/>
          </p:cNvSpPr>
          <p:nvPr>
            <p:ph type="title"/>
          </p:nvPr>
        </p:nvSpPr>
        <p:spPr>
          <a:xfrm>
            <a:off x="838200" y="365125"/>
            <a:ext cx="10515600" cy="730609"/>
          </a:xfrm>
        </p:spPr>
        <p:txBody>
          <a:bodyPr/>
          <a:lstStyle/>
          <a:p>
            <a:r>
              <a:rPr lang="en-IN" dirty="0"/>
              <a:t>Use Cases</a:t>
            </a:r>
          </a:p>
        </p:txBody>
      </p:sp>
      <p:sp>
        <p:nvSpPr>
          <p:cNvPr id="3" name="Text Placeholder 2">
            <a:extLst>
              <a:ext uri="{FF2B5EF4-FFF2-40B4-BE49-F238E27FC236}">
                <a16:creationId xmlns:a16="http://schemas.microsoft.com/office/drawing/2014/main" id="{F77C2C14-DD86-2C9A-6403-3B0B46D8CC2C}"/>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BD785C77-CA37-871B-535F-CE863A5282E1}"/>
              </a:ext>
            </a:extLst>
          </p:cNvPr>
          <p:cNvSpPr>
            <a:spLocks noGrp="1"/>
          </p:cNvSpPr>
          <p:nvPr>
            <p:ph type="body" sz="quarter" idx="15"/>
          </p:nvPr>
        </p:nvSpPr>
        <p:spPr>
          <a:xfrm>
            <a:off x="609600" y="868680"/>
            <a:ext cx="10972800" cy="5431535"/>
          </a:xfrm>
        </p:spPr>
        <p:txBody>
          <a:bodyPr/>
          <a:lstStyle/>
          <a:p>
            <a:pPr marL="0" indent="0">
              <a:buNone/>
            </a:pPr>
            <a:r>
              <a:rPr lang="en-IN" sz="1400" b="1" dirty="0"/>
              <a:t>Use Case 3: </a:t>
            </a:r>
            <a:r>
              <a:rPr lang="en-IN" sz="1400" b="1" dirty="0">
                <a:highlight>
                  <a:srgbClr val="00FF00"/>
                </a:highlight>
              </a:rPr>
              <a:t>Text to Python Code Conversion</a:t>
            </a:r>
          </a:p>
          <a:p>
            <a:pPr marL="0" indent="0">
              <a:buNone/>
            </a:pPr>
            <a:endParaRPr lang="en-IN" sz="1400" dirty="0"/>
          </a:p>
          <a:p>
            <a:pPr marL="0" indent="0">
              <a:buNone/>
            </a:pPr>
            <a:r>
              <a:rPr lang="en-IN" sz="1400" b="1" dirty="0"/>
              <a:t>Considerations: </a:t>
            </a:r>
            <a:r>
              <a:rPr lang="en-IN" sz="1400" dirty="0"/>
              <a:t>IRIS User (Data Science Team) has the Table “</a:t>
            </a:r>
            <a:r>
              <a:rPr lang="en-IN" sz="1400" dirty="0" err="1"/>
              <a:t>Historical_Spend</a:t>
            </a:r>
            <a:r>
              <a:rPr lang="en-IN" sz="1400" dirty="0"/>
              <a:t>” which provides the Spend related details for various channels for various months. The images gives the sample data from that table. This table is present in a particular database “DB1” </a:t>
            </a:r>
          </a:p>
          <a:p>
            <a:pPr marL="0" indent="0">
              <a:buNone/>
            </a:pPr>
            <a:endParaRPr lang="en-IN" sz="1400" dirty="0"/>
          </a:p>
          <a:p>
            <a:pPr marL="0" indent="0">
              <a:buNone/>
            </a:pPr>
            <a:r>
              <a:rPr lang="en-IN" sz="1400" b="1" dirty="0"/>
              <a:t>Ask:</a:t>
            </a:r>
            <a:r>
              <a:rPr lang="en-IN" sz="1400" dirty="0"/>
              <a:t> The User wants to get a Python Code, to retrieve last 6 months of spend from Historical Spend for the Channel “OTT”</a:t>
            </a:r>
          </a:p>
          <a:p>
            <a:pPr marL="0" indent="0">
              <a:buNone/>
            </a:pPr>
            <a:endParaRPr lang="en-IN" sz="1400" dirty="0"/>
          </a:p>
          <a:p>
            <a:pPr marL="0" indent="0">
              <a:buNone/>
            </a:pPr>
            <a:r>
              <a:rPr lang="en-IN" sz="1400" b="1" dirty="0"/>
              <a:t>User I/P:</a:t>
            </a:r>
            <a:r>
              <a:rPr lang="en-IN" sz="1400" dirty="0"/>
              <a:t> User types in the Chatbot Interface “</a:t>
            </a:r>
            <a:r>
              <a:rPr lang="en-US" sz="1400" u="none" strike="noStrike" dirty="0">
                <a:effectLst/>
              </a:rPr>
              <a:t>"Please </a:t>
            </a:r>
            <a:r>
              <a:rPr lang="en-US" sz="1400" dirty="0"/>
              <a:t>get me a Python code to </a:t>
            </a:r>
            <a:r>
              <a:rPr lang="en-US" sz="1400" u="none" strike="noStrike" dirty="0">
                <a:effectLst/>
              </a:rPr>
              <a:t>retrieve the Spend for last 6 months of Spend for the Channel “OTT”</a:t>
            </a:r>
          </a:p>
          <a:p>
            <a:pPr marL="0" indent="0">
              <a:buNone/>
            </a:pPr>
            <a:r>
              <a:rPr lang="en-US" sz="1400" dirty="0"/>
              <a:t> </a:t>
            </a:r>
          </a:p>
          <a:p>
            <a:pPr marL="0" indent="0">
              <a:buNone/>
            </a:pPr>
            <a:r>
              <a:rPr lang="en-US" sz="1400" b="1" u="none" strike="noStrike" dirty="0">
                <a:effectLst/>
              </a:rPr>
              <a:t>Approach:</a:t>
            </a:r>
            <a:r>
              <a:rPr lang="en-US" sz="1400" u="none" strike="noStrike" dirty="0">
                <a:effectLst/>
              </a:rPr>
              <a:t> </a:t>
            </a:r>
          </a:p>
          <a:p>
            <a:pPr marL="171450" indent="-171450"/>
            <a:r>
              <a:rPr lang="en-US" sz="1400" u="none" strike="noStrike" dirty="0">
                <a:effectLst/>
              </a:rPr>
              <a:t>Chatbot should write a Python code to import the required functions, connect to the Source Database “DB1” and the Query to fetch the </a:t>
            </a:r>
          </a:p>
          <a:p>
            <a:pPr marL="171450" indent="-171450"/>
            <a:r>
              <a:rPr lang="en-US" sz="1400" dirty="0"/>
              <a:t>For framing the Python, it should trace the r</a:t>
            </a:r>
            <a:r>
              <a:rPr lang="en-US" sz="1400" u="none" strike="noStrike" dirty="0">
                <a:effectLst/>
              </a:rPr>
              <a:t>elevant schema and “</a:t>
            </a:r>
            <a:r>
              <a:rPr lang="en-US" sz="1400" u="none" strike="noStrike" dirty="0" err="1">
                <a:effectLst/>
              </a:rPr>
              <a:t>Historical_Spend</a:t>
            </a:r>
            <a:r>
              <a:rPr lang="en-US" sz="1400" u="none" strike="noStrike" dirty="0">
                <a:effectLst/>
              </a:rPr>
              <a:t>” table</a:t>
            </a:r>
            <a:r>
              <a:rPr lang="en-US" sz="1400" dirty="0"/>
              <a:t> and find </a:t>
            </a:r>
            <a:r>
              <a:rPr lang="en-US" sz="1400" u="none" strike="noStrike" dirty="0">
                <a:effectLst/>
              </a:rPr>
              <a:t>the exact columns “Spend”, “</a:t>
            </a:r>
            <a:r>
              <a:rPr lang="en-US" sz="1400" u="none" strike="noStrike" dirty="0" err="1">
                <a:effectLst/>
              </a:rPr>
              <a:t>Month_year</a:t>
            </a:r>
            <a:r>
              <a:rPr lang="en-US" sz="1400" u="none" strike="noStrike" dirty="0">
                <a:effectLst/>
              </a:rPr>
              <a:t>”, “Channel” </a:t>
            </a:r>
          </a:p>
          <a:p>
            <a:pPr marL="0" indent="0">
              <a:buNone/>
            </a:pPr>
            <a:endParaRPr lang="en-US" sz="1400" b="1" u="none" strike="noStrike" dirty="0">
              <a:effectLst/>
            </a:endParaRPr>
          </a:p>
          <a:p>
            <a:pPr marL="0" indent="0">
              <a:buNone/>
            </a:pPr>
            <a:r>
              <a:rPr lang="en-US" sz="1400" b="1" u="none" strike="noStrike" dirty="0">
                <a:effectLst/>
              </a:rPr>
              <a:t>Expected O/P (Shown in the next page):</a:t>
            </a:r>
          </a:p>
          <a:p>
            <a:pPr marL="0" indent="0">
              <a:buNone/>
            </a:pPr>
            <a:endParaRPr lang="en-US" sz="1400" b="1" dirty="0"/>
          </a:p>
          <a:p>
            <a:pPr marL="0" indent="0">
              <a:buNone/>
            </a:pPr>
            <a:endParaRPr lang="en-US" sz="1400" b="1" u="none" strike="noStrike" dirty="0">
              <a:effectLst/>
            </a:endParaRPr>
          </a:p>
          <a:p>
            <a:pPr marL="0" indent="0">
              <a:buNone/>
            </a:pPr>
            <a:endParaRPr lang="en-US" sz="1400" b="1" dirty="0"/>
          </a:p>
          <a:p>
            <a:pPr marL="0" indent="0">
              <a:buNone/>
            </a:pPr>
            <a:r>
              <a:rPr lang="en-US" sz="1400" b="1" u="none" strike="noStrike" dirty="0">
                <a:effectLst/>
              </a:rPr>
              <a:t> </a:t>
            </a:r>
          </a:p>
          <a:p>
            <a:pPr marL="0" indent="0">
              <a:buNone/>
            </a:pPr>
            <a:endParaRPr lang="en-IN" sz="1400" dirty="0"/>
          </a:p>
          <a:p>
            <a:pPr marL="0" indent="0">
              <a:buNone/>
            </a:pPr>
            <a:endParaRPr lang="en-IN" sz="1400" dirty="0"/>
          </a:p>
        </p:txBody>
      </p:sp>
      <p:pic>
        <p:nvPicPr>
          <p:cNvPr id="6" name="Picture 5">
            <a:extLst>
              <a:ext uri="{FF2B5EF4-FFF2-40B4-BE49-F238E27FC236}">
                <a16:creationId xmlns:a16="http://schemas.microsoft.com/office/drawing/2014/main" id="{5C2EE8DD-9DCF-80D9-1589-D82F6D5564F7}"/>
              </a:ext>
            </a:extLst>
          </p:cNvPr>
          <p:cNvPicPr>
            <a:picLocks noChangeAspect="1"/>
          </p:cNvPicPr>
          <p:nvPr/>
        </p:nvPicPr>
        <p:blipFill>
          <a:blip r:embed="rId2"/>
          <a:stretch>
            <a:fillRect/>
          </a:stretch>
        </p:blipFill>
        <p:spPr>
          <a:xfrm>
            <a:off x="6976144" y="4884172"/>
            <a:ext cx="4500017" cy="1569773"/>
          </a:xfrm>
          <a:prstGeom prst="rect">
            <a:avLst/>
          </a:prstGeom>
        </p:spPr>
      </p:pic>
      <p:pic>
        <p:nvPicPr>
          <p:cNvPr id="7" name="Picture 6">
            <a:extLst>
              <a:ext uri="{FF2B5EF4-FFF2-40B4-BE49-F238E27FC236}">
                <a16:creationId xmlns:a16="http://schemas.microsoft.com/office/drawing/2014/main" id="{242EB53E-BD4A-B3FC-A135-DE57E46AF15E}"/>
              </a:ext>
            </a:extLst>
          </p:cNvPr>
          <p:cNvPicPr>
            <a:picLocks noChangeAspect="1"/>
          </p:cNvPicPr>
          <p:nvPr/>
        </p:nvPicPr>
        <p:blipFill>
          <a:blip r:embed="rId3"/>
          <a:stretch>
            <a:fillRect/>
          </a:stretch>
        </p:blipFill>
        <p:spPr>
          <a:xfrm>
            <a:off x="5302630" y="5128202"/>
            <a:ext cx="1547813" cy="1274444"/>
          </a:xfrm>
          <a:prstGeom prst="rect">
            <a:avLst/>
          </a:prstGeom>
        </p:spPr>
      </p:pic>
      <p:sp>
        <p:nvSpPr>
          <p:cNvPr id="8" name="TextBox 7">
            <a:extLst>
              <a:ext uri="{FF2B5EF4-FFF2-40B4-BE49-F238E27FC236}">
                <a16:creationId xmlns:a16="http://schemas.microsoft.com/office/drawing/2014/main" id="{D6B802F6-D86D-947D-94F5-9A1B82D73235}"/>
              </a:ext>
            </a:extLst>
          </p:cNvPr>
          <p:cNvSpPr txBox="1"/>
          <p:nvPr/>
        </p:nvSpPr>
        <p:spPr>
          <a:xfrm>
            <a:off x="8650158" y="4635770"/>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Table Preview</a:t>
            </a:r>
          </a:p>
        </p:txBody>
      </p:sp>
      <p:sp>
        <p:nvSpPr>
          <p:cNvPr id="9" name="TextBox 8">
            <a:extLst>
              <a:ext uri="{FF2B5EF4-FFF2-40B4-BE49-F238E27FC236}">
                <a16:creationId xmlns:a16="http://schemas.microsoft.com/office/drawing/2014/main" id="{5950903D-6331-048E-85BC-532C84C19C53}"/>
              </a:ext>
            </a:extLst>
          </p:cNvPr>
          <p:cNvSpPr txBox="1"/>
          <p:nvPr/>
        </p:nvSpPr>
        <p:spPr>
          <a:xfrm>
            <a:off x="5592285" y="4884172"/>
            <a:ext cx="968502" cy="248402"/>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ea typeface="+mn-ea"/>
                <a:cs typeface="+mn-cs"/>
              </a:rPr>
              <a:t>Schema</a:t>
            </a:r>
          </a:p>
        </p:txBody>
      </p:sp>
    </p:spTree>
    <p:extLst>
      <p:ext uri="{BB962C8B-B14F-4D97-AF65-F5344CB8AC3E}">
        <p14:creationId xmlns:p14="http://schemas.microsoft.com/office/powerpoint/2010/main" val="184767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E91E3-23E4-FE72-5E0E-E92CA44FCA90}"/>
              </a:ext>
            </a:extLst>
          </p:cNvPr>
          <p:cNvSpPr>
            <a:spLocks noGrp="1"/>
          </p:cNvSpPr>
          <p:nvPr>
            <p:ph type="title"/>
          </p:nvPr>
        </p:nvSpPr>
        <p:spPr>
          <a:xfrm>
            <a:off x="609600" y="300579"/>
            <a:ext cx="10972800" cy="686974"/>
          </a:xfrm>
        </p:spPr>
        <p:txBody>
          <a:bodyPr/>
          <a:lstStyle/>
          <a:p>
            <a:r>
              <a:rPr lang="en-IN" sz="2800" b="1" dirty="0"/>
              <a:t>Use Case 3: </a:t>
            </a:r>
            <a:r>
              <a:rPr lang="en-IN" sz="2800" dirty="0">
                <a:highlight>
                  <a:srgbClr val="00FF00"/>
                </a:highlight>
              </a:rPr>
              <a:t>Text to Python Code Conversion</a:t>
            </a:r>
            <a:br>
              <a:rPr lang="en-IN" sz="2800" dirty="0">
                <a:highlight>
                  <a:srgbClr val="00FF00"/>
                </a:highlight>
              </a:rPr>
            </a:br>
            <a:endParaRPr lang="en-IN" dirty="0"/>
          </a:p>
        </p:txBody>
      </p:sp>
      <p:sp>
        <p:nvSpPr>
          <p:cNvPr id="3" name="Text Placeholder 2">
            <a:extLst>
              <a:ext uri="{FF2B5EF4-FFF2-40B4-BE49-F238E27FC236}">
                <a16:creationId xmlns:a16="http://schemas.microsoft.com/office/drawing/2014/main" id="{2E236A87-BA06-5A2E-7AEE-8259F407C156}"/>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1AFC54D0-23EB-8817-5AF7-FAF38C2CACE3}"/>
              </a:ext>
            </a:extLst>
          </p:cNvPr>
          <p:cNvSpPr>
            <a:spLocks noGrp="1"/>
          </p:cNvSpPr>
          <p:nvPr>
            <p:ph type="body" sz="quarter" idx="15"/>
          </p:nvPr>
        </p:nvSpPr>
        <p:spPr>
          <a:xfrm>
            <a:off x="609600" y="777240"/>
            <a:ext cx="10972800" cy="5552441"/>
          </a:xfrm>
        </p:spPr>
        <p:txBody>
          <a:bodyPr/>
          <a:lstStyle/>
          <a:p>
            <a:pPr marL="3175" indent="0">
              <a:buNone/>
            </a:pPr>
            <a:r>
              <a:rPr lang="en-US" sz="1300" b="1" u="none" strike="noStrike" dirty="0">
                <a:effectLst/>
              </a:rPr>
              <a:t>Expected O/P:</a:t>
            </a:r>
          </a:p>
          <a:p>
            <a:pPr marL="3175" indent="0">
              <a:buNone/>
            </a:pPr>
            <a:r>
              <a:rPr lang="en-US" sz="900" b="1" u="none" strike="noStrike" dirty="0">
                <a:effectLst/>
              </a:rPr>
              <a:t>import sqlite3</a:t>
            </a:r>
          </a:p>
          <a:p>
            <a:pPr marL="3175" indent="0">
              <a:buNone/>
            </a:pPr>
            <a:r>
              <a:rPr lang="en-US" sz="900" b="1" u="none" strike="noStrike" dirty="0">
                <a:effectLst/>
              </a:rPr>
              <a:t>from datetime import datetime, </a:t>
            </a:r>
            <a:r>
              <a:rPr lang="en-US" sz="900" b="1" u="none" strike="noStrike" dirty="0" err="1">
                <a:effectLst/>
              </a:rPr>
              <a:t>timedelta</a:t>
            </a:r>
            <a:endParaRPr lang="en-US" sz="900" b="1" u="none" strike="noStrike" dirty="0">
              <a:effectLst/>
            </a:endParaRPr>
          </a:p>
          <a:p>
            <a:pPr marL="3175" indent="0">
              <a:buNone/>
            </a:pPr>
            <a:r>
              <a:rPr lang="en-US" sz="900" b="1" u="none" strike="noStrike" dirty="0">
                <a:effectLst/>
              </a:rPr>
              <a:t># Connect to your database</a:t>
            </a:r>
          </a:p>
          <a:p>
            <a:pPr marL="3175" indent="0">
              <a:buNone/>
            </a:pPr>
            <a:r>
              <a:rPr lang="en-US" sz="900" b="1" u="none" strike="noStrike" dirty="0">
                <a:effectLst/>
              </a:rPr>
              <a:t>conn = sqlite3.connect('</a:t>
            </a:r>
            <a:r>
              <a:rPr lang="en-US" sz="900" b="1" u="none" strike="noStrike" dirty="0" err="1">
                <a:effectLst/>
              </a:rPr>
              <a:t>your_database.db</a:t>
            </a:r>
            <a:r>
              <a:rPr lang="en-US" sz="900" b="1" u="none" strike="noStrike" dirty="0">
                <a:effectLst/>
              </a:rPr>
              <a:t>')</a:t>
            </a:r>
          </a:p>
          <a:p>
            <a:pPr marL="3175" indent="0">
              <a:buNone/>
            </a:pPr>
            <a:r>
              <a:rPr lang="en-US" sz="900" b="1" u="none" strike="noStrike" dirty="0">
                <a:effectLst/>
              </a:rPr>
              <a:t>cursor = </a:t>
            </a:r>
            <a:r>
              <a:rPr lang="en-US" sz="900" b="1" u="none" strike="noStrike" dirty="0" err="1">
                <a:effectLst/>
              </a:rPr>
              <a:t>conn.cursor</a:t>
            </a:r>
            <a:r>
              <a:rPr lang="en-US" sz="900" b="1" u="none" strike="noStrike" dirty="0">
                <a:effectLst/>
              </a:rPr>
              <a:t>()</a:t>
            </a:r>
          </a:p>
          <a:p>
            <a:pPr marL="3175" indent="0">
              <a:buNone/>
            </a:pPr>
            <a:endParaRPr lang="en-US" sz="900" b="1" u="none" strike="noStrike" dirty="0">
              <a:effectLst/>
            </a:endParaRPr>
          </a:p>
          <a:p>
            <a:pPr marL="3175" indent="0">
              <a:buNone/>
            </a:pPr>
            <a:r>
              <a:rPr lang="en-US" sz="900" b="1" u="none" strike="noStrike" dirty="0">
                <a:effectLst/>
              </a:rPr>
              <a:t># Calculate the date 6 months ago</a:t>
            </a:r>
          </a:p>
          <a:p>
            <a:pPr marL="3175" indent="0">
              <a:buNone/>
            </a:pPr>
            <a:r>
              <a:rPr lang="en-US" sz="900" b="1" u="none" strike="noStrike" dirty="0" err="1">
                <a:effectLst/>
              </a:rPr>
              <a:t>six_months_ago</a:t>
            </a:r>
            <a:r>
              <a:rPr lang="en-US" sz="900" b="1" u="none" strike="noStrike" dirty="0">
                <a:effectLst/>
              </a:rPr>
              <a:t> = </a:t>
            </a:r>
            <a:r>
              <a:rPr lang="en-US" sz="900" b="1" u="none" strike="noStrike" dirty="0" err="1">
                <a:effectLst/>
              </a:rPr>
              <a:t>datetime.now</a:t>
            </a:r>
            <a:r>
              <a:rPr lang="en-US" sz="900" b="1" u="none" strike="noStrike" dirty="0">
                <a:effectLst/>
              </a:rPr>
              <a:t>() - </a:t>
            </a:r>
            <a:r>
              <a:rPr lang="en-US" sz="900" b="1" u="none" strike="noStrike" dirty="0" err="1">
                <a:effectLst/>
              </a:rPr>
              <a:t>timedelta</a:t>
            </a:r>
            <a:r>
              <a:rPr lang="en-US" sz="900" b="1" u="none" strike="noStrike" dirty="0">
                <a:effectLst/>
              </a:rPr>
              <a:t>(days=6*30)</a:t>
            </a:r>
          </a:p>
          <a:p>
            <a:pPr marL="3175" indent="0">
              <a:buNone/>
            </a:pPr>
            <a:endParaRPr lang="en-US" sz="900" b="1" u="none" strike="noStrike" dirty="0">
              <a:effectLst/>
            </a:endParaRPr>
          </a:p>
          <a:p>
            <a:pPr marL="3175" indent="0">
              <a:buNone/>
            </a:pPr>
            <a:r>
              <a:rPr lang="en-US" sz="900" b="1" u="none" strike="noStrike" dirty="0">
                <a:effectLst/>
              </a:rPr>
              <a:t># Query to retrieve spend data for the last 6 months</a:t>
            </a:r>
          </a:p>
          <a:p>
            <a:pPr marL="3175" indent="0">
              <a:buNone/>
            </a:pPr>
            <a:r>
              <a:rPr lang="en-US" sz="900" b="1" u="none" strike="noStrike" dirty="0">
                <a:effectLst/>
              </a:rPr>
              <a:t>query = """</a:t>
            </a:r>
          </a:p>
          <a:p>
            <a:pPr marL="3175" indent="0">
              <a:buNone/>
            </a:pPr>
            <a:r>
              <a:rPr lang="en-US" sz="900" b="1" u="none" strike="noStrike" dirty="0">
                <a:effectLst/>
              </a:rPr>
              <a:t>SELECT date, spend</a:t>
            </a:r>
          </a:p>
          <a:p>
            <a:pPr marL="3175" indent="0">
              <a:buNone/>
            </a:pPr>
            <a:r>
              <a:rPr lang="en-US" sz="900" b="1" u="none" strike="noStrike" dirty="0">
                <a:effectLst/>
              </a:rPr>
              <a:t>FROM </a:t>
            </a:r>
            <a:r>
              <a:rPr lang="en-US" sz="900" b="1" u="none" strike="noStrike" dirty="0" err="1">
                <a:effectLst/>
              </a:rPr>
              <a:t>your_table</a:t>
            </a:r>
            <a:endParaRPr lang="en-US" sz="900" b="1" u="none" strike="noStrike" dirty="0">
              <a:effectLst/>
            </a:endParaRPr>
          </a:p>
          <a:p>
            <a:pPr marL="3175" indent="0">
              <a:buNone/>
            </a:pPr>
            <a:r>
              <a:rPr lang="en-US" sz="900" b="1" u="none" strike="noStrike" dirty="0">
                <a:effectLst/>
              </a:rPr>
              <a:t>WHERE date &gt;= ?</a:t>
            </a:r>
          </a:p>
          <a:p>
            <a:pPr marL="3175" indent="0">
              <a:buNone/>
            </a:pPr>
            <a:r>
              <a:rPr lang="en-US" sz="900" b="1" u="none" strike="noStrike" dirty="0">
                <a:effectLst/>
              </a:rPr>
              <a:t>ORDER BY date DESC</a:t>
            </a:r>
          </a:p>
          <a:p>
            <a:pPr marL="3175" indent="0">
              <a:buNone/>
            </a:pPr>
            <a:r>
              <a:rPr lang="en-US" sz="900" b="1" u="none" strike="noStrike" dirty="0">
                <a:effectLst/>
              </a:rPr>
              <a:t>"""</a:t>
            </a:r>
          </a:p>
          <a:p>
            <a:pPr marL="3175" indent="0">
              <a:buNone/>
            </a:pPr>
            <a:r>
              <a:rPr lang="en-US" sz="900" b="1" u="none" strike="noStrike" dirty="0">
                <a:effectLst/>
              </a:rPr>
              <a:t># Execute the query</a:t>
            </a:r>
          </a:p>
          <a:p>
            <a:pPr marL="3175" indent="0">
              <a:buNone/>
            </a:pPr>
            <a:r>
              <a:rPr lang="en-US" sz="900" b="1" u="none" strike="noStrike" dirty="0" err="1">
                <a:effectLst/>
              </a:rPr>
              <a:t>cursor.execute</a:t>
            </a:r>
            <a:r>
              <a:rPr lang="en-US" sz="900" b="1" u="none" strike="noStrike" dirty="0">
                <a:effectLst/>
              </a:rPr>
              <a:t>(query, (</a:t>
            </a:r>
            <a:r>
              <a:rPr lang="en-US" sz="900" b="1" u="none" strike="noStrike" dirty="0" err="1">
                <a:effectLst/>
              </a:rPr>
              <a:t>six_months_ago</a:t>
            </a:r>
            <a:r>
              <a:rPr lang="en-US" sz="900" b="1" u="none" strike="noStrike" dirty="0">
                <a:effectLst/>
              </a:rPr>
              <a:t>,))</a:t>
            </a:r>
          </a:p>
          <a:p>
            <a:pPr marL="3175" indent="0">
              <a:buNone/>
            </a:pPr>
            <a:r>
              <a:rPr lang="en-US" sz="900" b="1" u="none" strike="noStrike" dirty="0">
                <a:effectLst/>
              </a:rPr>
              <a:t>results = </a:t>
            </a:r>
            <a:r>
              <a:rPr lang="en-US" sz="900" b="1" u="none" strike="noStrike" dirty="0" err="1">
                <a:effectLst/>
              </a:rPr>
              <a:t>cursor.fetchall</a:t>
            </a:r>
            <a:r>
              <a:rPr lang="en-US" sz="900" b="1" u="none" strike="noStrike" dirty="0">
                <a:effectLst/>
              </a:rPr>
              <a:t>()</a:t>
            </a:r>
          </a:p>
          <a:p>
            <a:pPr marL="3175" indent="0">
              <a:buNone/>
            </a:pPr>
            <a:endParaRPr lang="en-US" sz="900" b="1" u="none" strike="noStrike" dirty="0">
              <a:effectLst/>
            </a:endParaRPr>
          </a:p>
          <a:p>
            <a:pPr marL="3175" indent="0">
              <a:buNone/>
            </a:pPr>
            <a:r>
              <a:rPr lang="en-US" sz="900" b="1" u="none" strike="noStrike" dirty="0">
                <a:effectLst/>
              </a:rPr>
              <a:t># Print the results</a:t>
            </a:r>
          </a:p>
          <a:p>
            <a:pPr marL="3175" indent="0">
              <a:buNone/>
            </a:pPr>
            <a:r>
              <a:rPr lang="en-US" sz="900" b="1" u="none" strike="noStrike" dirty="0">
                <a:effectLst/>
              </a:rPr>
              <a:t>for row in results:</a:t>
            </a:r>
          </a:p>
          <a:p>
            <a:pPr marL="3175" indent="0">
              <a:buNone/>
            </a:pPr>
            <a:r>
              <a:rPr lang="en-US" sz="900" b="1" u="none" strike="noStrike" dirty="0">
                <a:effectLst/>
              </a:rPr>
              <a:t>    print(</a:t>
            </a:r>
            <a:r>
              <a:rPr lang="en-US" sz="900" b="1" u="none" strike="noStrike" dirty="0" err="1">
                <a:effectLst/>
              </a:rPr>
              <a:t>f"Date</a:t>
            </a:r>
            <a:r>
              <a:rPr lang="en-US" sz="900" b="1" u="none" strike="noStrike" dirty="0">
                <a:effectLst/>
              </a:rPr>
              <a:t>: {row[0]}, Spend: {row[1]}")</a:t>
            </a:r>
          </a:p>
          <a:p>
            <a:pPr marL="3175" indent="0">
              <a:buNone/>
            </a:pPr>
            <a:r>
              <a:rPr lang="en-US" sz="900" b="1" u="none" strike="noStrike" dirty="0">
                <a:effectLst/>
              </a:rPr>
              <a:t># Close the connection</a:t>
            </a:r>
          </a:p>
          <a:p>
            <a:pPr marL="3175" indent="0">
              <a:buNone/>
            </a:pPr>
            <a:r>
              <a:rPr lang="en-US" sz="900" b="1" u="none" strike="noStrike" dirty="0" err="1">
                <a:effectLst/>
              </a:rPr>
              <a:t>conn.close</a:t>
            </a:r>
            <a:r>
              <a:rPr lang="en-US" sz="900" b="1" u="none" strike="noStrike" dirty="0">
                <a:effectLst/>
              </a:rPr>
              <a:t>()</a:t>
            </a:r>
          </a:p>
        </p:txBody>
      </p:sp>
      <p:sp>
        <p:nvSpPr>
          <p:cNvPr id="5" name="TextBox 4">
            <a:extLst>
              <a:ext uri="{FF2B5EF4-FFF2-40B4-BE49-F238E27FC236}">
                <a16:creationId xmlns:a16="http://schemas.microsoft.com/office/drawing/2014/main" id="{FF30E7B8-A9A0-18C3-EA73-AB9AF5CEABEF}"/>
              </a:ext>
            </a:extLst>
          </p:cNvPr>
          <p:cNvSpPr txBox="1"/>
          <p:nvPr/>
        </p:nvSpPr>
        <p:spPr>
          <a:xfrm>
            <a:off x="6096000" y="1043459"/>
            <a:ext cx="4255008" cy="867638"/>
          </a:xfrm>
          <a:prstGeom prst="rect">
            <a:avLst/>
          </a:prstGeom>
          <a:noFill/>
          <a:ln>
            <a:solidFill>
              <a:schemeClr val="tx1"/>
            </a:solidFill>
            <a:prstDash val="lgDash"/>
          </a:ln>
        </p:spPr>
        <p:txBody>
          <a:bodyPr wrap="square" rtlCol="0">
            <a:noAutofit/>
          </a:bodyPr>
          <a:lstStyle/>
          <a:p>
            <a:pPr marL="3175">
              <a:spcBef>
                <a:spcPts val="600"/>
              </a:spcBef>
              <a:spcAft>
                <a:spcPts val="600"/>
              </a:spcAft>
              <a:buClr>
                <a:srgbClr val="303030">
                  <a:lumMod val="50000"/>
                  <a:lumOff val="50000"/>
                </a:srgbClr>
              </a:buClr>
            </a:pPr>
            <a:r>
              <a:rPr lang="en-IN" sz="1200" b="1" dirty="0">
                <a:solidFill>
                  <a:srgbClr val="002240"/>
                </a:solidFill>
                <a:cs typeface="Tahoma" pitchFamily="34" charset="0"/>
              </a:rPr>
              <a:t>Notes:</a:t>
            </a:r>
          </a:p>
          <a:p>
            <a:pPr marL="174625" indent="-171450">
              <a:spcBef>
                <a:spcPts val="600"/>
              </a:spcBef>
              <a:spcAft>
                <a:spcPts val="600"/>
              </a:spcAft>
              <a:buClr>
                <a:srgbClr val="303030">
                  <a:lumMod val="50000"/>
                  <a:lumOff val="50000"/>
                </a:srgbClr>
              </a:buClr>
              <a:buFont typeface="Wingdings" panose="05000000000000000000" pitchFamily="2" charset="2"/>
              <a:buChar char="ü"/>
            </a:pPr>
            <a:r>
              <a:rPr lang="en-IN" sz="1200" dirty="0">
                <a:solidFill>
                  <a:srgbClr val="002240"/>
                </a:solidFill>
                <a:cs typeface="Tahoma" pitchFamily="34" charset="0"/>
              </a:rPr>
              <a:t>The DB names, Columns names shown are samples only. </a:t>
            </a:r>
          </a:p>
          <a:p>
            <a:pPr marL="174625" indent="-171450">
              <a:spcBef>
                <a:spcPts val="600"/>
              </a:spcBef>
              <a:spcAft>
                <a:spcPts val="600"/>
              </a:spcAft>
              <a:buClr>
                <a:srgbClr val="303030">
                  <a:lumMod val="50000"/>
                  <a:lumOff val="50000"/>
                </a:srgbClr>
              </a:buClr>
              <a:buFont typeface="Wingdings" panose="05000000000000000000" pitchFamily="2" charset="2"/>
              <a:buChar char="ü"/>
            </a:pPr>
            <a:r>
              <a:rPr lang="en-IN" sz="1200" dirty="0">
                <a:solidFill>
                  <a:srgbClr val="002240"/>
                </a:solidFill>
                <a:cs typeface="Tahoma" pitchFamily="34" charset="0"/>
              </a:rPr>
              <a:t>The python code should provide the exact DB, table name, column name required</a:t>
            </a:r>
          </a:p>
        </p:txBody>
      </p:sp>
    </p:spTree>
    <p:extLst>
      <p:ext uri="{BB962C8B-B14F-4D97-AF65-F5344CB8AC3E}">
        <p14:creationId xmlns:p14="http://schemas.microsoft.com/office/powerpoint/2010/main" val="3013939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55C9-AE24-C15B-64B5-6C1ED9D54A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8D98AF-21A9-CACF-A35B-A03F1FBA8F71}"/>
              </a:ext>
            </a:extLst>
          </p:cNvPr>
          <p:cNvSpPr>
            <a:spLocks noGrp="1"/>
          </p:cNvSpPr>
          <p:nvPr>
            <p:ph type="title"/>
          </p:nvPr>
        </p:nvSpPr>
        <p:spPr>
          <a:xfrm>
            <a:off x="609600" y="300578"/>
            <a:ext cx="10972800" cy="400110"/>
          </a:xfrm>
        </p:spPr>
        <p:txBody>
          <a:bodyPr/>
          <a:lstStyle/>
          <a:p>
            <a:r>
              <a:rPr lang="en-US" dirty="0"/>
              <a:t>Solution</a:t>
            </a:r>
            <a:endParaRPr lang="en-IN" sz="1800" dirty="0">
              <a:solidFill>
                <a:schemeClr val="tx2"/>
              </a:solidFill>
            </a:endParaRPr>
          </a:p>
        </p:txBody>
      </p:sp>
      <p:sp>
        <p:nvSpPr>
          <p:cNvPr id="6" name="TextBox 5">
            <a:extLst>
              <a:ext uri="{FF2B5EF4-FFF2-40B4-BE49-F238E27FC236}">
                <a16:creationId xmlns:a16="http://schemas.microsoft.com/office/drawing/2014/main" id="{79BEF517-C055-FA0B-88EA-6727710788CF}"/>
              </a:ext>
            </a:extLst>
          </p:cNvPr>
          <p:cNvSpPr txBox="1"/>
          <p:nvPr/>
        </p:nvSpPr>
        <p:spPr>
          <a:xfrm>
            <a:off x="2445795" y="821844"/>
            <a:ext cx="9276813" cy="1075111"/>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endParaRPr lang="en-US" sz="1400" b="1" dirty="0">
              <a:solidFill>
                <a:schemeClr val="tx1">
                  <a:lumMod val="50000"/>
                </a:schemeClr>
              </a:solidFill>
              <a:cs typeface="Tahoma" pitchFamily="34" charset="0"/>
            </a:endParaRPr>
          </a:p>
        </p:txBody>
      </p:sp>
      <p:sp>
        <p:nvSpPr>
          <p:cNvPr id="5" name="TextBox 4">
            <a:extLst>
              <a:ext uri="{FF2B5EF4-FFF2-40B4-BE49-F238E27FC236}">
                <a16:creationId xmlns:a16="http://schemas.microsoft.com/office/drawing/2014/main" id="{BD35F194-113F-FB49-D1C0-AD7F7A98A341}"/>
              </a:ext>
            </a:extLst>
          </p:cNvPr>
          <p:cNvSpPr txBox="1"/>
          <p:nvPr/>
        </p:nvSpPr>
        <p:spPr>
          <a:xfrm>
            <a:off x="583054" y="787916"/>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Solution Overview</a:t>
            </a:r>
          </a:p>
        </p:txBody>
      </p:sp>
      <p:sp>
        <p:nvSpPr>
          <p:cNvPr id="7" name="Rectangle: Single Corner Rounded 6">
            <a:extLst>
              <a:ext uri="{FF2B5EF4-FFF2-40B4-BE49-F238E27FC236}">
                <a16:creationId xmlns:a16="http://schemas.microsoft.com/office/drawing/2014/main" id="{E09ED784-1430-DCAD-C491-EAA10CBF6A85}"/>
              </a:ext>
            </a:extLst>
          </p:cNvPr>
          <p:cNvSpPr/>
          <p:nvPr/>
        </p:nvSpPr>
        <p:spPr>
          <a:xfrm rot="10800000" flipH="1" flipV="1">
            <a:off x="-13630" y="1915243"/>
            <a:ext cx="4822256" cy="4721468"/>
          </a:xfrm>
          <a:prstGeom prst="round1Rect">
            <a:avLst>
              <a:gd name="adj" fmla="val 5959"/>
            </a:avLst>
          </a:prstGeom>
          <a:gradFill>
            <a:gsLst>
              <a:gs pos="0">
                <a:srgbClr val="2BA5DC"/>
              </a:gs>
              <a:gs pos="50000">
                <a:schemeClr val="accent2"/>
              </a:gs>
              <a:gs pos="100000">
                <a:srgbClr val="5A63AA"/>
              </a:gs>
            </a:gsLst>
            <a:lin ang="0" scaled="1"/>
          </a:gradFill>
          <a:ln w="9525" cap="flat">
            <a:noFill/>
            <a:prstDash val="solid"/>
            <a:miter/>
          </a:ln>
          <a:effectLst>
            <a:innerShdw blurRad="50800" dist="50800">
              <a:prstClr val="black">
                <a:alpha val="3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4659"/>
              </a:solidFill>
              <a:effectLst/>
              <a:uLnTx/>
              <a:uFillTx/>
              <a:ea typeface="+mn-ea"/>
              <a:cs typeface="+mn-cs"/>
            </a:endParaRPr>
          </a:p>
        </p:txBody>
      </p:sp>
      <p:sp>
        <p:nvSpPr>
          <p:cNvPr id="10" name="Google Shape;363;p41">
            <a:extLst>
              <a:ext uri="{FF2B5EF4-FFF2-40B4-BE49-F238E27FC236}">
                <a16:creationId xmlns:a16="http://schemas.microsoft.com/office/drawing/2014/main" id="{36BFB3A6-A28A-24AA-ED9C-FBAF5269F1F5}"/>
              </a:ext>
            </a:extLst>
          </p:cNvPr>
          <p:cNvSpPr/>
          <p:nvPr/>
        </p:nvSpPr>
        <p:spPr>
          <a:xfrm>
            <a:off x="658355" y="3312021"/>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a:noFill/>
          </a:ln>
          <a:effectLst>
            <a:outerShdw blurRad="76200" algn="ctr" rotWithShape="0">
              <a:prstClr val="black">
                <a:alpha val="30000"/>
              </a:prstClr>
            </a:outerShdw>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l" defTabSz="93345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ea typeface="+mn-ea"/>
              <a:cs typeface="+mn-cs"/>
              <a:sym typeface="Arial"/>
            </a:endParaRPr>
          </a:p>
        </p:txBody>
      </p:sp>
      <p:sp>
        <p:nvSpPr>
          <p:cNvPr id="17" name="Arc 16">
            <a:extLst>
              <a:ext uri="{FF2B5EF4-FFF2-40B4-BE49-F238E27FC236}">
                <a16:creationId xmlns:a16="http://schemas.microsoft.com/office/drawing/2014/main" id="{AE9F0DAE-3951-9534-4174-ED96E2CA0FC7}"/>
              </a:ext>
            </a:extLst>
          </p:cNvPr>
          <p:cNvSpPr/>
          <p:nvPr/>
        </p:nvSpPr>
        <p:spPr>
          <a:xfrm rot="10800000" flipV="1">
            <a:off x="210668" y="2872775"/>
            <a:ext cx="2525966" cy="2525966"/>
          </a:xfrm>
          <a:prstGeom prst="arc">
            <a:avLst>
              <a:gd name="adj1" fmla="val 16200000"/>
              <a:gd name="adj2" fmla="val 5005080"/>
            </a:avLst>
          </a:prstGeom>
          <a:ln>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8" name="Google Shape;363;p41">
            <a:extLst>
              <a:ext uri="{FF2B5EF4-FFF2-40B4-BE49-F238E27FC236}">
                <a16:creationId xmlns:a16="http://schemas.microsoft.com/office/drawing/2014/main" id="{2F820A96-DC75-53B9-464B-76FCB5FBCFAA}"/>
              </a:ext>
            </a:extLst>
          </p:cNvPr>
          <p:cNvSpPr/>
          <p:nvPr/>
        </p:nvSpPr>
        <p:spPr>
          <a:xfrm>
            <a:off x="1926128" y="2151649"/>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a:noFill/>
          </a:ln>
          <a:effectLst>
            <a:outerShdw blurRad="76200" algn="ctr" rotWithShape="0">
              <a:prstClr val="black">
                <a:alpha val="30000"/>
              </a:prstClr>
            </a:outerShdw>
          </a:effectLst>
        </p:spPr>
        <p:style>
          <a:lnRef idx="2">
            <a:schemeClr val="lt1">
              <a:hueOff val="0"/>
              <a:satOff val="0"/>
              <a:lumOff val="0"/>
              <a:alphaOff val="0"/>
            </a:schemeClr>
          </a:lnRef>
          <a:fillRef idx="1">
            <a:schemeClr val="accent2">
              <a:hueOff val="-1302132"/>
              <a:satOff val="17160"/>
              <a:lumOff val="-8039"/>
              <a:alphaOff val="0"/>
            </a:schemeClr>
          </a:fillRef>
          <a:effectRef idx="0">
            <a:schemeClr val="accent2">
              <a:hueOff val="-1302132"/>
              <a:satOff val="17160"/>
              <a:lumOff val="-8039"/>
              <a:alphaOff val="0"/>
            </a:schemeClr>
          </a:effectRef>
          <a:fontRef idx="minor">
            <a:schemeClr val="lt1"/>
          </a:fontRef>
        </p:style>
        <p:txBody>
          <a:bodyPr spcFirstLastPara="0" vert="horz" wrap="square" lIns="132944" tIns="92939" rIns="132944" bIns="92939" numCol="1" spcCol="1270" anchor="ctr" anchorCtr="0">
            <a:noAutofit/>
          </a:bodyPr>
          <a:lstStyle/>
          <a:p>
            <a:pPr marL="0" marR="0" lvl="0" indent="0" algn="ctr" defTabSz="933450" rtl="0" eaLnBrk="1" fontAlgn="auto" latinLnBrk="0" hangingPunct="1">
              <a:lnSpc>
                <a:spcPct val="90000"/>
              </a:lnSpc>
              <a:spcBef>
                <a:spcPct val="0"/>
              </a:spcBef>
              <a:spcAft>
                <a:spcPct val="35000"/>
              </a:spcAft>
              <a:buClrTx/>
              <a:buSzTx/>
              <a:buFontTx/>
              <a:buNone/>
              <a:tabLst/>
              <a:defRPr/>
            </a:pPr>
            <a:endParaRPr kumimoji="0" lang="en-US" sz="2100" b="0" i="0" u="none" strike="noStrike" kern="1200" cap="none" spc="0" normalizeH="0" baseline="0" noProof="0">
              <a:ln>
                <a:noFill/>
              </a:ln>
              <a:solidFill>
                <a:srgbClr val="FFFFFF"/>
              </a:solidFill>
              <a:effectLst/>
              <a:uLnTx/>
              <a:uFillTx/>
              <a:ea typeface="+mn-ea"/>
              <a:cs typeface="+mn-cs"/>
              <a:sym typeface="Arial"/>
            </a:endParaRPr>
          </a:p>
        </p:txBody>
      </p:sp>
      <p:sp>
        <p:nvSpPr>
          <p:cNvPr id="19" name="TextBox 18">
            <a:extLst>
              <a:ext uri="{FF2B5EF4-FFF2-40B4-BE49-F238E27FC236}">
                <a16:creationId xmlns:a16="http://schemas.microsoft.com/office/drawing/2014/main" id="{7EDF9F32-3ABB-C9C5-A47B-471C66E06BA0}"/>
              </a:ext>
            </a:extLst>
          </p:cNvPr>
          <p:cNvSpPr txBox="1"/>
          <p:nvPr/>
        </p:nvSpPr>
        <p:spPr>
          <a:xfrm>
            <a:off x="4025517" y="2693043"/>
            <a:ext cx="385747"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ea typeface="+mn-ea"/>
                <a:cs typeface="+mn-cs"/>
              </a:rPr>
              <a:t>Key</a:t>
            </a:r>
            <a:endParaRPr kumimoji="0" lang="en-US" sz="1600" b="1" i="0" u="none" strike="noStrike" kern="1200" cap="none" spc="0" normalizeH="0" baseline="0" noProof="0" dirty="0">
              <a:ln>
                <a:noFill/>
              </a:ln>
              <a:solidFill>
                <a:srgbClr val="FFFFFF"/>
              </a:solidFill>
              <a:effectLst/>
              <a:uLnTx/>
              <a:uFillTx/>
              <a:ea typeface="+mn-ea"/>
              <a:cs typeface="+mn-cs"/>
            </a:endParaRPr>
          </a:p>
        </p:txBody>
      </p:sp>
      <p:sp>
        <p:nvSpPr>
          <p:cNvPr id="21" name="Arc 20">
            <a:extLst>
              <a:ext uri="{FF2B5EF4-FFF2-40B4-BE49-F238E27FC236}">
                <a16:creationId xmlns:a16="http://schemas.microsoft.com/office/drawing/2014/main" id="{AEF7F0A8-AB60-985C-6C33-9947A2AF528C}"/>
              </a:ext>
            </a:extLst>
          </p:cNvPr>
          <p:cNvSpPr/>
          <p:nvPr/>
        </p:nvSpPr>
        <p:spPr>
          <a:xfrm rot="16200000" flipV="1">
            <a:off x="1725977" y="1969258"/>
            <a:ext cx="1961038" cy="1961038"/>
          </a:xfrm>
          <a:prstGeom prst="arc">
            <a:avLst>
              <a:gd name="adj1" fmla="val 16200000"/>
              <a:gd name="adj2" fmla="val 5005080"/>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22" name="Google Shape;363;p41">
            <a:extLst>
              <a:ext uri="{FF2B5EF4-FFF2-40B4-BE49-F238E27FC236}">
                <a16:creationId xmlns:a16="http://schemas.microsoft.com/office/drawing/2014/main" id="{037AE66A-5B60-0F77-1062-06697747D4C4}"/>
              </a:ext>
            </a:extLst>
          </p:cNvPr>
          <p:cNvSpPr/>
          <p:nvPr/>
        </p:nvSpPr>
        <p:spPr>
          <a:xfrm>
            <a:off x="1700555" y="4766892"/>
            <a:ext cx="1645462" cy="1640504"/>
          </a:xfrm>
          <a:custGeom>
            <a:avLst/>
            <a:gdLst/>
            <a:ahLst/>
            <a:cxnLst/>
            <a:rect l="l" t="t" r="r" b="b"/>
            <a:pathLst>
              <a:path w="15754" h="15707" extrusionOk="0">
                <a:moveTo>
                  <a:pt x="7880" y="2592"/>
                </a:moveTo>
                <a:cubicBezTo>
                  <a:pt x="8558" y="2592"/>
                  <a:pt x="9242" y="2723"/>
                  <a:pt x="9893" y="2992"/>
                </a:cubicBezTo>
                <a:cubicBezTo>
                  <a:pt x="11857" y="3807"/>
                  <a:pt x="13141" y="5727"/>
                  <a:pt x="13141" y="7854"/>
                </a:cubicBezTo>
                <a:cubicBezTo>
                  <a:pt x="13141" y="10761"/>
                  <a:pt x="10786" y="13116"/>
                  <a:pt x="7879" y="13116"/>
                </a:cubicBezTo>
                <a:cubicBezTo>
                  <a:pt x="5749" y="13116"/>
                  <a:pt x="3831" y="11835"/>
                  <a:pt x="3017" y="9868"/>
                </a:cubicBezTo>
                <a:cubicBezTo>
                  <a:pt x="2199" y="7901"/>
                  <a:pt x="2651" y="5639"/>
                  <a:pt x="4157" y="4132"/>
                </a:cubicBezTo>
                <a:cubicBezTo>
                  <a:pt x="5163" y="3126"/>
                  <a:pt x="6510" y="2592"/>
                  <a:pt x="7880" y="2592"/>
                </a:cubicBezTo>
                <a:close/>
                <a:moveTo>
                  <a:pt x="7879" y="1"/>
                </a:moveTo>
                <a:cubicBezTo>
                  <a:pt x="7691" y="1"/>
                  <a:pt x="7506" y="10"/>
                  <a:pt x="7324" y="23"/>
                </a:cubicBezTo>
                <a:lnTo>
                  <a:pt x="7042" y="1398"/>
                </a:lnTo>
                <a:cubicBezTo>
                  <a:pt x="6676" y="1445"/>
                  <a:pt x="6309" y="1523"/>
                  <a:pt x="5955" y="1633"/>
                </a:cubicBezTo>
                <a:lnTo>
                  <a:pt x="5141" y="492"/>
                </a:lnTo>
                <a:cubicBezTo>
                  <a:pt x="4793" y="621"/>
                  <a:pt x="4455" y="774"/>
                  <a:pt x="4126" y="950"/>
                </a:cubicBezTo>
                <a:lnTo>
                  <a:pt x="4433" y="2325"/>
                </a:lnTo>
                <a:cubicBezTo>
                  <a:pt x="4123" y="2519"/>
                  <a:pt x="3828" y="2738"/>
                  <a:pt x="3553" y="2980"/>
                </a:cubicBezTo>
                <a:lnTo>
                  <a:pt x="2347" y="2269"/>
                </a:lnTo>
                <a:cubicBezTo>
                  <a:pt x="2080" y="2532"/>
                  <a:pt x="1830" y="2814"/>
                  <a:pt x="1604" y="3114"/>
                </a:cubicBezTo>
                <a:lnTo>
                  <a:pt x="2444" y="4248"/>
                </a:lnTo>
                <a:cubicBezTo>
                  <a:pt x="2243" y="4543"/>
                  <a:pt x="2071" y="4856"/>
                  <a:pt x="1924" y="5179"/>
                </a:cubicBezTo>
                <a:lnTo>
                  <a:pt x="530" y="5019"/>
                </a:lnTo>
                <a:cubicBezTo>
                  <a:pt x="392" y="5373"/>
                  <a:pt x="279" y="5739"/>
                  <a:pt x="192" y="6109"/>
                </a:cubicBezTo>
                <a:lnTo>
                  <a:pt x="1426" y="6808"/>
                </a:lnTo>
                <a:cubicBezTo>
                  <a:pt x="1369" y="7146"/>
                  <a:pt x="1338" y="7487"/>
                  <a:pt x="1335" y="7829"/>
                </a:cubicBezTo>
                <a:lnTo>
                  <a:pt x="0" y="8248"/>
                </a:lnTo>
                <a:cubicBezTo>
                  <a:pt x="19" y="8637"/>
                  <a:pt x="63" y="9022"/>
                  <a:pt x="138" y="9404"/>
                </a:cubicBezTo>
                <a:lnTo>
                  <a:pt x="1545" y="9539"/>
                </a:lnTo>
                <a:cubicBezTo>
                  <a:pt x="1629" y="9859"/>
                  <a:pt x="1736" y="10169"/>
                  <a:pt x="1864" y="10473"/>
                </a:cubicBezTo>
                <a:lnTo>
                  <a:pt x="815" y="11400"/>
                </a:lnTo>
                <a:cubicBezTo>
                  <a:pt x="993" y="11754"/>
                  <a:pt x="1194" y="12092"/>
                  <a:pt x="1419" y="12415"/>
                </a:cubicBezTo>
                <a:lnTo>
                  <a:pt x="2763" y="11967"/>
                </a:lnTo>
                <a:cubicBezTo>
                  <a:pt x="2961" y="12214"/>
                  <a:pt x="3177" y="12446"/>
                  <a:pt x="3405" y="12662"/>
                </a:cubicBezTo>
                <a:lnTo>
                  <a:pt x="2826" y="13940"/>
                </a:lnTo>
                <a:cubicBezTo>
                  <a:pt x="3130" y="14197"/>
                  <a:pt x="3456" y="14429"/>
                  <a:pt x="3797" y="14636"/>
                </a:cubicBezTo>
                <a:lnTo>
                  <a:pt x="4840" y="13683"/>
                </a:lnTo>
                <a:cubicBezTo>
                  <a:pt x="5113" y="13827"/>
                  <a:pt x="5398" y="13950"/>
                  <a:pt x="5689" y="14053"/>
                </a:cubicBezTo>
                <a:lnTo>
                  <a:pt x="5676" y="15459"/>
                </a:lnTo>
                <a:cubicBezTo>
                  <a:pt x="6062" y="15572"/>
                  <a:pt x="6456" y="15654"/>
                  <a:pt x="6854" y="15707"/>
                </a:cubicBezTo>
                <a:lnTo>
                  <a:pt x="7418" y="14413"/>
                </a:lnTo>
                <a:cubicBezTo>
                  <a:pt x="7569" y="14426"/>
                  <a:pt x="7722" y="14432"/>
                  <a:pt x="7875" y="14432"/>
                </a:cubicBezTo>
                <a:cubicBezTo>
                  <a:pt x="8029" y="14432"/>
                  <a:pt x="8182" y="14426"/>
                  <a:pt x="8336" y="14413"/>
                </a:cubicBezTo>
                <a:lnTo>
                  <a:pt x="8897" y="15707"/>
                </a:lnTo>
                <a:cubicBezTo>
                  <a:pt x="9294" y="15654"/>
                  <a:pt x="9689" y="15572"/>
                  <a:pt x="10074" y="15459"/>
                </a:cubicBezTo>
                <a:lnTo>
                  <a:pt x="10065" y="14053"/>
                </a:lnTo>
                <a:cubicBezTo>
                  <a:pt x="10356" y="13950"/>
                  <a:pt x="10638" y="13824"/>
                  <a:pt x="10914" y="13683"/>
                </a:cubicBezTo>
                <a:lnTo>
                  <a:pt x="11954" y="14636"/>
                </a:lnTo>
                <a:cubicBezTo>
                  <a:pt x="12295" y="14429"/>
                  <a:pt x="12621" y="14197"/>
                  <a:pt x="12928" y="13940"/>
                </a:cubicBezTo>
                <a:lnTo>
                  <a:pt x="12346" y="12662"/>
                </a:lnTo>
                <a:cubicBezTo>
                  <a:pt x="12577" y="12446"/>
                  <a:pt x="12793" y="12214"/>
                  <a:pt x="12991" y="11967"/>
                </a:cubicBezTo>
                <a:lnTo>
                  <a:pt x="14331" y="12415"/>
                </a:lnTo>
                <a:cubicBezTo>
                  <a:pt x="14560" y="12092"/>
                  <a:pt x="14764" y="11754"/>
                  <a:pt x="14939" y="11400"/>
                </a:cubicBezTo>
                <a:lnTo>
                  <a:pt x="13890" y="10473"/>
                </a:lnTo>
                <a:cubicBezTo>
                  <a:pt x="14021" y="10169"/>
                  <a:pt x="14128" y="9859"/>
                  <a:pt x="14209" y="9539"/>
                </a:cubicBezTo>
                <a:lnTo>
                  <a:pt x="15616" y="9404"/>
                </a:lnTo>
                <a:cubicBezTo>
                  <a:pt x="15691" y="9022"/>
                  <a:pt x="15735" y="8637"/>
                  <a:pt x="15754" y="8248"/>
                </a:cubicBezTo>
                <a:lnTo>
                  <a:pt x="14419" y="7829"/>
                </a:lnTo>
                <a:cubicBezTo>
                  <a:pt x="14416" y="7487"/>
                  <a:pt x="14385" y="7146"/>
                  <a:pt x="14328" y="6808"/>
                </a:cubicBezTo>
                <a:lnTo>
                  <a:pt x="15559" y="6109"/>
                </a:lnTo>
                <a:cubicBezTo>
                  <a:pt x="15475" y="5739"/>
                  <a:pt x="15362" y="5373"/>
                  <a:pt x="15224" y="5019"/>
                </a:cubicBezTo>
                <a:lnTo>
                  <a:pt x="13833" y="5179"/>
                </a:lnTo>
                <a:cubicBezTo>
                  <a:pt x="13686" y="4856"/>
                  <a:pt x="13511" y="4543"/>
                  <a:pt x="13313" y="4248"/>
                </a:cubicBezTo>
                <a:lnTo>
                  <a:pt x="14153" y="3114"/>
                </a:lnTo>
                <a:cubicBezTo>
                  <a:pt x="13924" y="2814"/>
                  <a:pt x="13677" y="2532"/>
                  <a:pt x="13407" y="2269"/>
                </a:cubicBezTo>
                <a:lnTo>
                  <a:pt x="12201" y="2980"/>
                </a:lnTo>
                <a:cubicBezTo>
                  <a:pt x="11929" y="2738"/>
                  <a:pt x="11634" y="2519"/>
                  <a:pt x="11324" y="2325"/>
                </a:cubicBezTo>
                <a:lnTo>
                  <a:pt x="11628" y="950"/>
                </a:lnTo>
                <a:cubicBezTo>
                  <a:pt x="11302" y="774"/>
                  <a:pt x="10964" y="621"/>
                  <a:pt x="10613" y="492"/>
                </a:cubicBezTo>
                <a:lnTo>
                  <a:pt x="9799" y="1633"/>
                </a:lnTo>
                <a:cubicBezTo>
                  <a:pt x="9445" y="1523"/>
                  <a:pt x="9081" y="1445"/>
                  <a:pt x="8712" y="1398"/>
                </a:cubicBezTo>
                <a:lnTo>
                  <a:pt x="8433" y="23"/>
                </a:lnTo>
                <a:cubicBezTo>
                  <a:pt x="8248" y="10"/>
                  <a:pt x="8063" y="1"/>
                  <a:pt x="7879" y="1"/>
                </a:cubicBezTo>
                <a:close/>
              </a:path>
            </a:pathLst>
          </a:custGeom>
          <a:solidFill>
            <a:schemeClr val="bg1"/>
          </a:solidFill>
          <a:ln w="9525" cap="flat">
            <a:noFill/>
            <a:prstDash val="solid"/>
            <a:miter/>
          </a:ln>
          <a:effectLst>
            <a:outerShdw blurRad="76200" algn="ctr" rotWithShape="0">
              <a:prstClr val="black">
                <a:alpha val="3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ea typeface="+mn-ea"/>
              <a:cs typeface="+mn-cs"/>
              <a:sym typeface="Arial"/>
            </a:endParaRPr>
          </a:p>
        </p:txBody>
      </p:sp>
      <p:sp>
        <p:nvSpPr>
          <p:cNvPr id="23" name="TextBox 22">
            <a:extLst>
              <a:ext uri="{FF2B5EF4-FFF2-40B4-BE49-F238E27FC236}">
                <a16:creationId xmlns:a16="http://schemas.microsoft.com/office/drawing/2014/main" id="{16FDEFDD-9BB2-AFBC-AFCA-08169FC1236F}"/>
              </a:ext>
            </a:extLst>
          </p:cNvPr>
          <p:cNvSpPr txBox="1"/>
          <p:nvPr/>
        </p:nvSpPr>
        <p:spPr>
          <a:xfrm>
            <a:off x="3606493" y="5551136"/>
            <a:ext cx="804771"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ea typeface="+mn-ea"/>
                <a:cs typeface="+mn-cs"/>
              </a:rPr>
              <a:t>Process</a:t>
            </a:r>
            <a:endParaRPr kumimoji="0" lang="en-US" sz="1600" b="1" i="0" u="none" strike="noStrike" kern="1200" cap="none" spc="0" normalizeH="0" baseline="0" noProof="0">
              <a:ln>
                <a:noFill/>
              </a:ln>
              <a:solidFill>
                <a:srgbClr val="FFFFFF"/>
              </a:solidFill>
              <a:effectLst/>
              <a:uLnTx/>
              <a:uFillTx/>
              <a:ea typeface="+mn-ea"/>
              <a:cs typeface="+mn-cs"/>
            </a:endParaRPr>
          </a:p>
        </p:txBody>
      </p:sp>
      <p:sp>
        <p:nvSpPr>
          <p:cNvPr id="24" name="Arc 23">
            <a:extLst>
              <a:ext uri="{FF2B5EF4-FFF2-40B4-BE49-F238E27FC236}">
                <a16:creationId xmlns:a16="http://schemas.microsoft.com/office/drawing/2014/main" id="{D55E89B6-E0CD-26F5-72F7-7D78A97A02F5}"/>
              </a:ext>
            </a:extLst>
          </p:cNvPr>
          <p:cNvSpPr/>
          <p:nvPr/>
        </p:nvSpPr>
        <p:spPr>
          <a:xfrm rot="5400000">
            <a:off x="1481178" y="4374848"/>
            <a:ext cx="2198687" cy="2198688"/>
          </a:xfrm>
          <a:prstGeom prst="arc">
            <a:avLst>
              <a:gd name="adj1" fmla="val 19161167"/>
              <a:gd name="adj2" fmla="val 5005080"/>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pic>
        <p:nvPicPr>
          <p:cNvPr id="25" name="Graphic 24">
            <a:extLst>
              <a:ext uri="{FF2B5EF4-FFF2-40B4-BE49-F238E27FC236}">
                <a16:creationId xmlns:a16="http://schemas.microsoft.com/office/drawing/2014/main" id="{CFC595F9-F006-E3C8-EFC5-A373FFAFAA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88535" y="2664338"/>
            <a:ext cx="548640" cy="548640"/>
          </a:xfrm>
          <a:prstGeom prst="rect">
            <a:avLst/>
          </a:prstGeom>
        </p:spPr>
      </p:pic>
      <p:pic>
        <p:nvPicPr>
          <p:cNvPr id="26" name="Graphic 25">
            <a:extLst>
              <a:ext uri="{FF2B5EF4-FFF2-40B4-BE49-F238E27FC236}">
                <a16:creationId xmlns:a16="http://schemas.microsoft.com/office/drawing/2014/main" id="{7501454C-C8E0-B8D6-6100-BB5A5305F4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96030" y="5248722"/>
            <a:ext cx="548640" cy="548640"/>
          </a:xfrm>
          <a:prstGeom prst="rect">
            <a:avLst/>
          </a:prstGeom>
        </p:spPr>
      </p:pic>
      <p:pic>
        <p:nvPicPr>
          <p:cNvPr id="27" name="Graphic 26">
            <a:extLst>
              <a:ext uri="{FF2B5EF4-FFF2-40B4-BE49-F238E27FC236}">
                <a16:creationId xmlns:a16="http://schemas.microsoft.com/office/drawing/2014/main" id="{164D40B1-7BA7-5E57-3301-98D022ED430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27626" y="3857871"/>
            <a:ext cx="548640" cy="548640"/>
          </a:xfrm>
          <a:prstGeom prst="rect">
            <a:avLst/>
          </a:prstGeom>
        </p:spPr>
      </p:pic>
      <p:cxnSp>
        <p:nvCxnSpPr>
          <p:cNvPr id="31" name="Straight Connector 30">
            <a:extLst>
              <a:ext uri="{FF2B5EF4-FFF2-40B4-BE49-F238E27FC236}">
                <a16:creationId xmlns:a16="http://schemas.microsoft.com/office/drawing/2014/main" id="{C4A7715E-124E-B197-8C47-2A4D172E869F}"/>
              </a:ext>
            </a:extLst>
          </p:cNvPr>
          <p:cNvCxnSpPr>
            <a:cxnSpLocks/>
          </p:cNvCxnSpPr>
          <p:nvPr/>
        </p:nvCxnSpPr>
        <p:spPr>
          <a:xfrm>
            <a:off x="4989883" y="3403458"/>
            <a:ext cx="66473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CF6E82-722D-5DB3-9348-8EF78836C796}"/>
              </a:ext>
            </a:extLst>
          </p:cNvPr>
          <p:cNvCxnSpPr>
            <a:cxnSpLocks/>
          </p:cNvCxnSpPr>
          <p:nvPr/>
        </p:nvCxnSpPr>
        <p:spPr>
          <a:xfrm>
            <a:off x="4989883" y="4392701"/>
            <a:ext cx="66473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887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61EE-98F6-C38A-9E26-3EFF16C2CDFD}"/>
              </a:ext>
            </a:extLst>
          </p:cNvPr>
          <p:cNvSpPr>
            <a:spLocks noGrp="1"/>
          </p:cNvSpPr>
          <p:nvPr>
            <p:ph type="title"/>
          </p:nvPr>
        </p:nvSpPr>
        <p:spPr>
          <a:xfrm>
            <a:off x="609600" y="300578"/>
            <a:ext cx="10972800" cy="400110"/>
          </a:xfrm>
        </p:spPr>
        <p:txBody>
          <a:bodyPr/>
          <a:lstStyle/>
          <a:p>
            <a:r>
              <a:rPr lang="en-IN" dirty="0"/>
              <a:t>Conclusion</a:t>
            </a:r>
          </a:p>
        </p:txBody>
      </p:sp>
      <p:sp>
        <p:nvSpPr>
          <p:cNvPr id="3" name="Text Placeholder 2">
            <a:extLst>
              <a:ext uri="{FF2B5EF4-FFF2-40B4-BE49-F238E27FC236}">
                <a16:creationId xmlns:a16="http://schemas.microsoft.com/office/drawing/2014/main" id="{9CF3EDA5-27C4-6F33-295B-BA0B70B78AFF}"/>
              </a:ext>
            </a:extLst>
          </p:cNvPr>
          <p:cNvSpPr>
            <a:spLocks noGrp="1"/>
          </p:cNvSpPr>
          <p:nvPr>
            <p:ph type="body" sz="quarter" idx="14"/>
          </p:nvPr>
        </p:nvSpPr>
        <p:spPr/>
        <p:txBody>
          <a:bodyPr/>
          <a:lstStyle/>
          <a:p>
            <a:endParaRPr lang="en-IN"/>
          </a:p>
        </p:txBody>
      </p:sp>
      <p:sp>
        <p:nvSpPr>
          <p:cNvPr id="6" name="TextBox 5">
            <a:extLst>
              <a:ext uri="{FF2B5EF4-FFF2-40B4-BE49-F238E27FC236}">
                <a16:creationId xmlns:a16="http://schemas.microsoft.com/office/drawing/2014/main" id="{04F908DD-5EC1-7890-1350-A82079DF027A}"/>
              </a:ext>
            </a:extLst>
          </p:cNvPr>
          <p:cNvSpPr txBox="1"/>
          <p:nvPr/>
        </p:nvSpPr>
        <p:spPr>
          <a:xfrm>
            <a:off x="2148840" y="1398780"/>
            <a:ext cx="9198864" cy="586957"/>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XYZ</a:t>
            </a:r>
          </a:p>
        </p:txBody>
      </p:sp>
      <p:sp>
        <p:nvSpPr>
          <p:cNvPr id="7" name="TextBox 6">
            <a:extLst>
              <a:ext uri="{FF2B5EF4-FFF2-40B4-BE49-F238E27FC236}">
                <a16:creationId xmlns:a16="http://schemas.microsoft.com/office/drawing/2014/main" id="{4ABD3999-90AB-D12C-2EB3-A1CCBA993C4D}"/>
              </a:ext>
            </a:extLst>
          </p:cNvPr>
          <p:cNvSpPr txBox="1"/>
          <p:nvPr/>
        </p:nvSpPr>
        <p:spPr>
          <a:xfrm>
            <a:off x="609600" y="1326626"/>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FFFFFF"/>
                </a:solidFill>
              </a:rPr>
              <a:t>Summary</a:t>
            </a:r>
            <a:endParaRPr kumimoji="0" lang="en-US" sz="1600" b="1" i="0" u="none" strike="noStrike" kern="1200" cap="none" spc="0" normalizeH="0" baseline="0" noProof="0" dirty="0">
              <a:ln>
                <a:noFill/>
              </a:ln>
              <a:solidFill>
                <a:srgbClr val="FFFFFF"/>
              </a:solidFill>
              <a:effectLst/>
              <a:uLnTx/>
              <a:uFillTx/>
              <a:ea typeface="+mn-ea"/>
              <a:cs typeface="+mn-cs"/>
            </a:endParaRPr>
          </a:p>
        </p:txBody>
      </p:sp>
      <p:sp>
        <p:nvSpPr>
          <p:cNvPr id="8" name="TextBox 7">
            <a:extLst>
              <a:ext uri="{FF2B5EF4-FFF2-40B4-BE49-F238E27FC236}">
                <a16:creationId xmlns:a16="http://schemas.microsoft.com/office/drawing/2014/main" id="{C48AA79A-B04E-8698-6DF8-B80E0355BA31}"/>
              </a:ext>
            </a:extLst>
          </p:cNvPr>
          <p:cNvSpPr txBox="1"/>
          <p:nvPr/>
        </p:nvSpPr>
        <p:spPr>
          <a:xfrm>
            <a:off x="2148840" y="3272901"/>
            <a:ext cx="9198864" cy="1092066"/>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endParaRPr lang="en-US" sz="1400" dirty="0">
              <a:solidFill>
                <a:schemeClr val="tx1">
                  <a:lumMod val="50000"/>
                </a:schemeClr>
              </a:solidFill>
              <a:cs typeface="Tahoma" pitchFamily="34" charset="0"/>
            </a:endParaRPr>
          </a:p>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XYZ</a:t>
            </a:r>
          </a:p>
          <a:p>
            <a:pPr marL="1203325" lvl="2" indent="-285750">
              <a:spcBef>
                <a:spcPts val="100"/>
              </a:spcBef>
              <a:spcAft>
                <a:spcPts val="100"/>
              </a:spcAft>
              <a:buClr>
                <a:schemeClr val="bg2">
                  <a:lumMod val="50000"/>
                </a:schemeClr>
              </a:buClr>
              <a:buFont typeface="Arial" panose="020B0604020202020204" pitchFamily="34" charset="0"/>
              <a:buChar char="•"/>
            </a:pPr>
            <a:endParaRPr lang="en-US" sz="1400" dirty="0">
              <a:solidFill>
                <a:schemeClr val="tx1">
                  <a:lumMod val="50000"/>
                </a:schemeClr>
              </a:solidFill>
              <a:cs typeface="Tahoma" pitchFamily="34" charset="0"/>
            </a:endParaRPr>
          </a:p>
        </p:txBody>
      </p:sp>
      <p:sp>
        <p:nvSpPr>
          <p:cNvPr id="9" name="TextBox 8">
            <a:extLst>
              <a:ext uri="{FF2B5EF4-FFF2-40B4-BE49-F238E27FC236}">
                <a16:creationId xmlns:a16="http://schemas.microsoft.com/office/drawing/2014/main" id="{38083D96-0D09-0C44-75D8-48FA0B5B665E}"/>
              </a:ext>
            </a:extLst>
          </p:cNvPr>
          <p:cNvSpPr txBox="1"/>
          <p:nvPr/>
        </p:nvSpPr>
        <p:spPr>
          <a:xfrm>
            <a:off x="603504" y="3122271"/>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FFFFFF"/>
                </a:solidFill>
              </a:rPr>
              <a:t>Considerations</a:t>
            </a:r>
            <a:endParaRPr kumimoji="0" lang="en-US" sz="1600" b="1" i="0" u="none" strike="noStrike" kern="120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93195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5321-B19D-2741-1E91-BF95C999B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51DDC-3DFC-B592-6BC7-C54AF7165F5D}"/>
              </a:ext>
            </a:extLst>
          </p:cNvPr>
          <p:cNvSpPr>
            <a:spLocks noGrp="1"/>
          </p:cNvSpPr>
          <p:nvPr>
            <p:ph type="title"/>
          </p:nvPr>
        </p:nvSpPr>
        <p:spPr>
          <a:xfrm>
            <a:off x="838200" y="365125"/>
            <a:ext cx="10515600" cy="400110"/>
          </a:xfrm>
        </p:spPr>
        <p:txBody>
          <a:bodyPr/>
          <a:lstStyle/>
          <a:p>
            <a:r>
              <a:rPr lang="en-IN" dirty="0"/>
              <a:t>Appendix</a:t>
            </a:r>
          </a:p>
        </p:txBody>
      </p:sp>
      <p:sp>
        <p:nvSpPr>
          <p:cNvPr id="3" name="Text Placeholder 2">
            <a:extLst>
              <a:ext uri="{FF2B5EF4-FFF2-40B4-BE49-F238E27FC236}">
                <a16:creationId xmlns:a16="http://schemas.microsoft.com/office/drawing/2014/main" id="{8A355B52-0926-94EA-4780-9E1127F616CF}"/>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D4874420-26D3-DF8A-5B3E-1AB3531AEF0F}"/>
              </a:ext>
            </a:extLst>
          </p:cNvPr>
          <p:cNvSpPr>
            <a:spLocks noGrp="1"/>
          </p:cNvSpPr>
          <p:nvPr>
            <p:ph type="body" sz="quarter" idx="15"/>
          </p:nvPr>
        </p:nvSpPr>
        <p:spPr/>
        <p:txBody>
          <a:bodyPr/>
          <a:lstStyle/>
          <a:p>
            <a:pPr marL="0" indent="0">
              <a:buNone/>
            </a:pPr>
            <a:r>
              <a:rPr lang="en-IN" dirty="0"/>
              <a:t>Use Case 1: Text to SQL (Normal Text to SQL Query Conversion)</a:t>
            </a:r>
          </a:p>
          <a:p>
            <a:pPr marL="0" indent="0">
              <a:buNone/>
            </a:pPr>
            <a:endParaRPr lang="en-IN" dirty="0"/>
          </a:p>
          <a:p>
            <a:pPr marL="0" indent="0">
              <a:buNone/>
            </a:pPr>
            <a:endParaRPr lang="en-IN" dirty="0"/>
          </a:p>
          <a:p>
            <a:pPr marL="0" indent="0">
              <a:buNone/>
            </a:pPr>
            <a:endParaRPr lang="en-IN" dirty="0"/>
          </a:p>
        </p:txBody>
      </p:sp>
      <p:graphicFrame>
        <p:nvGraphicFramePr>
          <p:cNvPr id="5" name="Table 4">
            <a:extLst>
              <a:ext uri="{FF2B5EF4-FFF2-40B4-BE49-F238E27FC236}">
                <a16:creationId xmlns:a16="http://schemas.microsoft.com/office/drawing/2014/main" id="{CAC3D763-B742-54AB-F0EC-BD2431DD34FE}"/>
              </a:ext>
            </a:extLst>
          </p:cNvPr>
          <p:cNvGraphicFramePr>
            <a:graphicFrameLocks noGrp="1"/>
          </p:cNvGraphicFramePr>
          <p:nvPr/>
        </p:nvGraphicFramePr>
        <p:xfrm>
          <a:off x="838200" y="3177540"/>
          <a:ext cx="10024872" cy="2281429"/>
        </p:xfrm>
        <a:graphic>
          <a:graphicData uri="http://schemas.openxmlformats.org/drawingml/2006/table">
            <a:tbl>
              <a:tblPr>
                <a:tableStyleId>{5C22544A-7EE6-4342-B048-85BDC9FD1C3A}</a:tableStyleId>
              </a:tblPr>
              <a:tblGrid>
                <a:gridCol w="840136">
                  <a:extLst>
                    <a:ext uri="{9D8B030D-6E8A-4147-A177-3AD203B41FA5}">
                      <a16:colId xmlns:a16="http://schemas.microsoft.com/office/drawing/2014/main" val="3465583730"/>
                    </a:ext>
                  </a:extLst>
                </a:gridCol>
                <a:gridCol w="2350112">
                  <a:extLst>
                    <a:ext uri="{9D8B030D-6E8A-4147-A177-3AD203B41FA5}">
                      <a16:colId xmlns:a16="http://schemas.microsoft.com/office/drawing/2014/main" val="2921451033"/>
                    </a:ext>
                  </a:extLst>
                </a:gridCol>
                <a:gridCol w="6834624">
                  <a:extLst>
                    <a:ext uri="{9D8B030D-6E8A-4147-A177-3AD203B41FA5}">
                      <a16:colId xmlns:a16="http://schemas.microsoft.com/office/drawing/2014/main" val="2469761326"/>
                    </a:ext>
                  </a:extLst>
                </a:gridCol>
              </a:tblGrid>
              <a:tr h="212056">
                <a:tc>
                  <a:txBody>
                    <a:bodyPr/>
                    <a:lstStyle/>
                    <a:p>
                      <a:pPr algn="l" fontAlgn="b"/>
                      <a:r>
                        <a:rPr lang="en-IN" sz="1000" u="none" strike="noStrike">
                          <a:effectLst/>
                        </a:rPr>
                        <a:t>Feature</a:t>
                      </a:r>
                      <a:endParaRPr lang="en-IN" sz="1000" b="1" i="0" u="none" strike="noStrike">
                        <a:solidFill>
                          <a:srgbClr val="000000"/>
                        </a:solidFill>
                        <a:effectLst/>
                        <a:latin typeface="Aptos Narrow" panose="020B0004020202020204" pitchFamily="34" charset="0"/>
                      </a:endParaRPr>
                    </a:p>
                  </a:txBody>
                  <a:tcPr marL="5954" marR="5954" marT="5954" marB="0" anchor="b"/>
                </a:tc>
                <a:tc>
                  <a:txBody>
                    <a:bodyPr/>
                    <a:lstStyle/>
                    <a:p>
                      <a:pPr algn="l" fontAlgn="b"/>
                      <a:r>
                        <a:rPr lang="en-IN" sz="1000" u="none" strike="noStrike">
                          <a:effectLst/>
                        </a:rPr>
                        <a:t>Description</a:t>
                      </a:r>
                      <a:endParaRPr lang="en-IN" sz="1000" b="1" i="0" u="none" strike="noStrike">
                        <a:solidFill>
                          <a:srgbClr val="000000"/>
                        </a:solidFill>
                        <a:effectLst/>
                        <a:latin typeface="Aptos Narrow" panose="020B0004020202020204" pitchFamily="34" charset="0"/>
                      </a:endParaRPr>
                    </a:p>
                  </a:txBody>
                  <a:tcPr marL="5954" marR="5954" marT="5954" marB="0" anchor="b"/>
                </a:tc>
                <a:tc>
                  <a:txBody>
                    <a:bodyPr/>
                    <a:lstStyle/>
                    <a:p>
                      <a:pPr algn="l" fontAlgn="b"/>
                      <a:r>
                        <a:rPr lang="en-IN" sz="1000" u="none" strike="noStrike" dirty="0">
                          <a:effectLst/>
                        </a:rPr>
                        <a:t>Example</a:t>
                      </a:r>
                      <a:endParaRPr lang="en-IN" sz="1000" b="1" i="0" u="none" strike="noStrike" dirty="0">
                        <a:solidFill>
                          <a:srgbClr val="000000"/>
                        </a:solidFill>
                        <a:effectLst/>
                        <a:latin typeface="Aptos Narrow" panose="020B0004020202020204" pitchFamily="34" charset="0"/>
                      </a:endParaRPr>
                    </a:p>
                  </a:txBody>
                  <a:tcPr marL="5954" marR="5954" marT="5954" marB="0" anchor="b"/>
                </a:tc>
                <a:extLst>
                  <a:ext uri="{0D108BD9-81ED-4DB2-BD59-A6C34878D82A}">
                    <a16:rowId xmlns:a16="http://schemas.microsoft.com/office/drawing/2014/main" val="2122069285"/>
                  </a:ext>
                </a:extLst>
              </a:tr>
              <a:tr h="212056">
                <a:tc>
                  <a:txBody>
                    <a:bodyPr/>
                    <a:lstStyle/>
                    <a:p>
                      <a:pPr algn="l" fontAlgn="b"/>
                      <a:r>
                        <a:rPr lang="en-IN" sz="1000" u="none" strike="noStrike">
                          <a:effectLst/>
                        </a:rPr>
                        <a:t> </a:t>
                      </a:r>
                      <a:endParaRPr lang="en-IN" sz="1000" b="1" i="0" u="none" strike="noStrike">
                        <a:solidFill>
                          <a:srgbClr val="000000"/>
                        </a:solidFill>
                        <a:effectLst/>
                        <a:latin typeface="Aptos Narrow" panose="020B0004020202020204" pitchFamily="34" charset="0"/>
                      </a:endParaRPr>
                    </a:p>
                  </a:txBody>
                  <a:tcPr marL="5954" marR="5954" marT="5954" marB="0" anchor="b"/>
                </a:tc>
                <a:tc>
                  <a:txBody>
                    <a:bodyPr/>
                    <a:lstStyle/>
                    <a:p>
                      <a:pPr algn="l" fontAlgn="b"/>
                      <a:r>
                        <a:rPr lang="en-IN" sz="1000" u="none" strike="noStrike">
                          <a:effectLst/>
                        </a:rPr>
                        <a:t> </a:t>
                      </a:r>
                      <a:endParaRPr lang="en-IN" sz="1000" b="1" i="0" u="none" strike="noStrike">
                        <a:solidFill>
                          <a:srgbClr val="000000"/>
                        </a:solidFill>
                        <a:effectLst/>
                        <a:latin typeface="Aptos Narrow" panose="020B0004020202020204" pitchFamily="34" charset="0"/>
                      </a:endParaRPr>
                    </a:p>
                  </a:txBody>
                  <a:tcPr marL="5954" marR="5954" marT="5954" marB="0" anchor="b"/>
                </a:tc>
                <a:tc>
                  <a:txBody>
                    <a:bodyPr/>
                    <a:lstStyle/>
                    <a:p>
                      <a:pPr algn="l" fontAlgn="b"/>
                      <a:r>
                        <a:rPr lang="en-IN" sz="1000" u="none" strike="noStrike" dirty="0">
                          <a:effectLst/>
                        </a:rPr>
                        <a:t> </a:t>
                      </a:r>
                      <a:endParaRPr lang="en-IN" sz="1000" b="1" i="0" u="none" strike="noStrike" dirty="0">
                        <a:solidFill>
                          <a:srgbClr val="000000"/>
                        </a:solidFill>
                        <a:effectLst/>
                        <a:latin typeface="Aptos Narrow" panose="020B0004020202020204" pitchFamily="34" charset="0"/>
                      </a:endParaRPr>
                    </a:p>
                  </a:txBody>
                  <a:tcPr marL="5954" marR="5954" marT="5954" marB="0" anchor="b"/>
                </a:tc>
                <a:extLst>
                  <a:ext uri="{0D108BD9-81ED-4DB2-BD59-A6C34878D82A}">
                    <a16:rowId xmlns:a16="http://schemas.microsoft.com/office/drawing/2014/main" val="2996169744"/>
                  </a:ext>
                </a:extLst>
              </a:tr>
              <a:tr h="1009093">
                <a:tc>
                  <a:txBody>
                    <a:bodyPr/>
                    <a:lstStyle/>
                    <a:p>
                      <a:pPr algn="l" fontAlgn="b"/>
                      <a:r>
                        <a:rPr lang="en-IN" sz="1000" u="none" strike="noStrike" dirty="0">
                          <a:effectLst/>
                        </a:rPr>
                        <a:t>Text to SQL</a:t>
                      </a:r>
                      <a:endParaRPr lang="en-IN" sz="1000" b="0" i="0" u="none" strike="noStrike" dirty="0">
                        <a:solidFill>
                          <a:srgbClr val="000000"/>
                        </a:solidFill>
                        <a:effectLst/>
                        <a:latin typeface="Aptos Narrow" panose="020B0004020202020204" pitchFamily="34" charset="0"/>
                      </a:endParaRPr>
                    </a:p>
                  </a:txBody>
                  <a:tcPr marL="5954" marR="5954" marT="5954" marB="0" anchor="b"/>
                </a:tc>
                <a:tc>
                  <a:txBody>
                    <a:bodyPr/>
                    <a:lstStyle/>
                    <a:p>
                      <a:pPr algn="l" fontAlgn="b"/>
                      <a:r>
                        <a:rPr lang="en-US" sz="1000" u="none" strike="noStrike" dirty="0">
                          <a:effectLst/>
                        </a:rPr>
                        <a:t>Normal Text to SQL Conversion</a:t>
                      </a:r>
                      <a:endParaRPr lang="en-US" sz="1000" b="0" i="0" u="none" strike="noStrike" dirty="0">
                        <a:solidFill>
                          <a:srgbClr val="000000"/>
                        </a:solidFill>
                        <a:effectLst/>
                        <a:latin typeface="Aptos Narrow" panose="020B0004020202020204" pitchFamily="34" charset="0"/>
                      </a:endParaRPr>
                    </a:p>
                  </a:txBody>
                  <a:tcPr marL="5954" marR="5954" marT="5954" marB="0" anchor="b"/>
                </a:tc>
                <a:tc>
                  <a:txBody>
                    <a:bodyPr/>
                    <a:lstStyle/>
                    <a:p>
                      <a:pPr algn="l" fontAlgn="b"/>
                      <a:r>
                        <a:rPr lang="en-US" sz="1000" u="none" strike="noStrike" dirty="0">
                          <a:effectLst/>
                        </a:rPr>
                        <a:t>Case: User Wants to "Get an SQL query to fetch the Last 6 Months of Sales for particular Geography for a particular product"</a:t>
                      </a:r>
                      <a:br>
                        <a:rPr lang="en-US" sz="1000" u="none" strike="noStrike" dirty="0">
                          <a:effectLst/>
                        </a:rPr>
                      </a:br>
                      <a:r>
                        <a:rPr lang="en-US" sz="1000" u="none" strike="noStrike" dirty="0">
                          <a:effectLst/>
                        </a:rPr>
                        <a:t>I/P: User Types in "Please get me an SQL query to fetch last 6 months of Sales for North America for </a:t>
                      </a:r>
                      <a:r>
                        <a:rPr lang="en-US" sz="1000" u="none" strike="noStrike" dirty="0" err="1">
                          <a:effectLst/>
                        </a:rPr>
                        <a:t>Amoxycilin</a:t>
                      </a:r>
                      <a:r>
                        <a:rPr lang="en-US" sz="1000" u="none" strike="noStrike" dirty="0">
                          <a:effectLst/>
                        </a:rPr>
                        <a:t>"</a:t>
                      </a:r>
                      <a:br>
                        <a:rPr lang="en-US" sz="1000" u="none" strike="noStrike" dirty="0">
                          <a:effectLst/>
                        </a:rPr>
                      </a:br>
                      <a:r>
                        <a:rPr lang="en-US" sz="1000" u="none" strike="noStrike" dirty="0">
                          <a:effectLst/>
                        </a:rPr>
                        <a:t>O/P: The Chatbot Should provide "an SQL Query with all the required columns with all the </a:t>
                      </a:r>
                      <a:r>
                        <a:rPr lang="en-US" sz="1000" u="none" strike="noStrike" dirty="0" err="1">
                          <a:effectLst/>
                        </a:rPr>
                        <a:t>neccessary</a:t>
                      </a:r>
                      <a:r>
                        <a:rPr lang="en-US" sz="1000" u="none" strike="noStrike" dirty="0">
                          <a:effectLst/>
                        </a:rPr>
                        <a:t> joins applied on respective tables and with proper Where Clause to filter the Region = "NA" and Product "</a:t>
                      </a:r>
                      <a:r>
                        <a:rPr lang="en-US" sz="1000" u="none" strike="noStrike" dirty="0" err="1">
                          <a:effectLst/>
                        </a:rPr>
                        <a:t>Amoxycilin</a:t>
                      </a:r>
                      <a:r>
                        <a:rPr lang="en-US" sz="1000" u="none" strike="noStrike" dirty="0">
                          <a:effectLst/>
                        </a:rPr>
                        <a:t>"</a:t>
                      </a:r>
                      <a:endParaRPr lang="en-US" sz="1000" b="0" i="0" u="none" strike="noStrike" dirty="0">
                        <a:solidFill>
                          <a:srgbClr val="000000"/>
                        </a:solidFill>
                        <a:effectLst/>
                        <a:latin typeface="Aptos Narrow" panose="020B0004020202020204" pitchFamily="34" charset="0"/>
                      </a:endParaRPr>
                    </a:p>
                  </a:txBody>
                  <a:tcPr marL="5954" marR="5954" marT="5954" marB="0" anchor="b"/>
                </a:tc>
                <a:extLst>
                  <a:ext uri="{0D108BD9-81ED-4DB2-BD59-A6C34878D82A}">
                    <a16:rowId xmlns:a16="http://schemas.microsoft.com/office/drawing/2014/main" val="438046452"/>
                  </a:ext>
                </a:extLst>
              </a:tr>
              <a:tr h="848224">
                <a:tc>
                  <a:txBody>
                    <a:bodyPr/>
                    <a:lstStyle/>
                    <a:p>
                      <a:pPr algn="l" fontAlgn="b"/>
                      <a:r>
                        <a:rPr lang="en-IN" sz="1000" u="none" strike="noStrike">
                          <a:effectLst/>
                        </a:rPr>
                        <a:t>Trend/Statistics </a:t>
                      </a:r>
                      <a:endParaRPr lang="en-IN" sz="1000" b="0" i="0" u="none" strike="noStrike">
                        <a:solidFill>
                          <a:srgbClr val="000000"/>
                        </a:solidFill>
                        <a:effectLst/>
                        <a:latin typeface="Aptos Narrow" panose="020B0004020202020204" pitchFamily="34" charset="0"/>
                      </a:endParaRPr>
                    </a:p>
                  </a:txBody>
                  <a:tcPr marL="5954" marR="5954" marT="5954" marB="0" anchor="b"/>
                </a:tc>
                <a:tc>
                  <a:txBody>
                    <a:bodyPr/>
                    <a:lstStyle/>
                    <a:p>
                      <a:pPr algn="l" fontAlgn="b"/>
                      <a:r>
                        <a:rPr lang="en-US" sz="1000" u="none" strike="noStrike" dirty="0">
                          <a:effectLst/>
                        </a:rPr>
                        <a:t>Collect Data, Evaluate Data, Summarized form of Data - User wants to fetch and </a:t>
                      </a:r>
                      <a:r>
                        <a:rPr lang="en-US" sz="1000" u="none" strike="noStrike" dirty="0" err="1">
                          <a:effectLst/>
                        </a:rPr>
                        <a:t>analzye</a:t>
                      </a:r>
                      <a:r>
                        <a:rPr lang="en-US" sz="1000" u="none" strike="noStrike" dirty="0">
                          <a:effectLst/>
                        </a:rPr>
                        <a:t> data for a particular period or a case</a:t>
                      </a:r>
                      <a:endParaRPr lang="en-US" sz="1000" b="0" i="0" u="none" strike="noStrike" dirty="0">
                        <a:solidFill>
                          <a:srgbClr val="000000"/>
                        </a:solidFill>
                        <a:effectLst/>
                        <a:latin typeface="Aptos Narrow" panose="020B0004020202020204" pitchFamily="34" charset="0"/>
                      </a:endParaRPr>
                    </a:p>
                  </a:txBody>
                  <a:tcPr marL="5954" marR="5954" marT="5954" marB="0" anchor="b"/>
                </a:tc>
                <a:tc>
                  <a:txBody>
                    <a:bodyPr/>
                    <a:lstStyle/>
                    <a:p>
                      <a:pPr algn="l" fontAlgn="b"/>
                      <a:r>
                        <a:rPr lang="en-US" sz="1000" u="none" strike="noStrike" dirty="0">
                          <a:effectLst/>
                        </a:rPr>
                        <a:t>Case: User wants to view the "Last 6 Months Sales for a particular dept under a particular location"</a:t>
                      </a:r>
                      <a:br>
                        <a:rPr lang="en-US" sz="1000" u="none" strike="noStrike" dirty="0">
                          <a:effectLst/>
                        </a:rPr>
                      </a:br>
                      <a:r>
                        <a:rPr lang="en-US" sz="1000" u="none" strike="noStrike" dirty="0">
                          <a:effectLst/>
                        </a:rPr>
                        <a:t>I/P: User Types in "Please provide the last 6 months Sales information for </a:t>
                      </a:r>
                      <a:r>
                        <a:rPr lang="en-US" sz="1000" u="none" strike="noStrike" dirty="0" err="1">
                          <a:effectLst/>
                        </a:rPr>
                        <a:t>Surgicals</a:t>
                      </a:r>
                      <a:r>
                        <a:rPr lang="en-US" sz="1000" u="none" strike="noStrike" dirty="0">
                          <a:effectLst/>
                        </a:rPr>
                        <a:t> for North America"</a:t>
                      </a:r>
                      <a:br>
                        <a:rPr lang="en-US" sz="1000" u="none" strike="noStrike" dirty="0">
                          <a:effectLst/>
                        </a:rPr>
                      </a:br>
                      <a:r>
                        <a:rPr lang="en-US" sz="1000" u="none" strike="noStrike" dirty="0">
                          <a:effectLst/>
                        </a:rPr>
                        <a:t>O/P: The Chatbot should provide the "Monthly Sales for the last 6 months starting June for the department </a:t>
                      </a:r>
                      <a:r>
                        <a:rPr lang="en-US" sz="1000" u="none" strike="noStrike" dirty="0" err="1">
                          <a:effectLst/>
                        </a:rPr>
                        <a:t>Surgicals</a:t>
                      </a:r>
                      <a:r>
                        <a:rPr lang="en-US" sz="1000" u="none" strike="noStrike" dirty="0">
                          <a:effectLst/>
                        </a:rPr>
                        <a:t> for the region North America"</a:t>
                      </a:r>
                      <a:endParaRPr lang="en-US" sz="1000" b="0" i="0" u="none" strike="noStrike" dirty="0">
                        <a:solidFill>
                          <a:srgbClr val="000000"/>
                        </a:solidFill>
                        <a:effectLst/>
                        <a:latin typeface="Aptos Narrow" panose="020B0004020202020204" pitchFamily="34" charset="0"/>
                      </a:endParaRPr>
                    </a:p>
                  </a:txBody>
                  <a:tcPr marL="5954" marR="5954" marT="5954" marB="0" anchor="b"/>
                </a:tc>
                <a:extLst>
                  <a:ext uri="{0D108BD9-81ED-4DB2-BD59-A6C34878D82A}">
                    <a16:rowId xmlns:a16="http://schemas.microsoft.com/office/drawing/2014/main" val="223904842"/>
                  </a:ext>
                </a:extLst>
              </a:tr>
            </a:tbl>
          </a:graphicData>
        </a:graphic>
      </p:graphicFrame>
      <p:pic>
        <p:nvPicPr>
          <p:cNvPr id="6" name="Picture 5">
            <a:extLst>
              <a:ext uri="{FF2B5EF4-FFF2-40B4-BE49-F238E27FC236}">
                <a16:creationId xmlns:a16="http://schemas.microsoft.com/office/drawing/2014/main" id="{0EB3FF0C-573F-55D3-6BC7-C52AFAED8FC1}"/>
              </a:ext>
            </a:extLst>
          </p:cNvPr>
          <p:cNvPicPr>
            <a:picLocks noChangeAspect="1"/>
          </p:cNvPicPr>
          <p:nvPr/>
        </p:nvPicPr>
        <p:blipFill>
          <a:blip r:embed="rId2"/>
          <a:stretch>
            <a:fillRect/>
          </a:stretch>
        </p:blipFill>
        <p:spPr>
          <a:xfrm>
            <a:off x="1061720" y="1759267"/>
            <a:ext cx="4386580" cy="1862739"/>
          </a:xfrm>
          <a:prstGeom prst="rect">
            <a:avLst/>
          </a:prstGeom>
        </p:spPr>
      </p:pic>
    </p:spTree>
    <p:extLst>
      <p:ext uri="{BB962C8B-B14F-4D97-AF65-F5344CB8AC3E}">
        <p14:creationId xmlns:p14="http://schemas.microsoft.com/office/powerpoint/2010/main" val="20199654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Trinity Template 4.0">
  <a:themeElements>
    <a:clrScheme name="Custom 2">
      <a:dk1>
        <a:srgbClr val="304659"/>
      </a:dk1>
      <a:lt1>
        <a:srgbClr val="FFFFFF"/>
      </a:lt1>
      <a:dk2>
        <a:srgbClr val="346393"/>
      </a:dk2>
      <a:lt2>
        <a:srgbClr val="E7E6E6"/>
      </a:lt2>
      <a:accent1>
        <a:srgbClr val="27AAE1"/>
      </a:accent1>
      <a:accent2>
        <a:srgbClr val="5573B1"/>
      </a:accent2>
      <a:accent3>
        <a:srgbClr val="5C5DA7"/>
      </a:accent3>
      <a:accent4>
        <a:srgbClr val="199B9B"/>
      </a:accent4>
      <a:accent5>
        <a:srgbClr val="A3CB5F"/>
      </a:accent5>
      <a:accent6>
        <a:srgbClr val="8D1130"/>
      </a:accent6>
      <a:hlink>
        <a:srgbClr val="0563C1"/>
      </a:hlink>
      <a:folHlink>
        <a:srgbClr val="D8482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TRINITY Widescreen Template 4.0 FINAL.pptx  -  Read-Only" id="{B36BA5D7-AC80-4CF5-8C90-0D5A96D99484}" vid="{9DA2D05F-119E-4FC8-A4AD-60BE5A10AE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5A53CCE1-4657-492A-B0FE-9D895D9461F5}">
  <ds:schemaRefs>
    <ds:schemaRef ds:uri="6d05a1d3-8381-4269-b97b-c59591b0fcbf"/>
    <ds:schemaRef ds:uri="http://purl.org/dc/dcmitype/"/>
    <ds:schemaRef ds:uri="http://purl.org/dc/elements/1.1/"/>
    <ds:schemaRef ds:uri="http://purl.org/dc/term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54a53f59-c304-4886-9a17-7fc183a25b92"/>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88fe011-1411-4e3a-a2cf-3859b305642c}" enabled="0" method="" siteId="{c88fe011-1411-4e3a-a2cf-3859b305642c}" removed="1"/>
</clbl:labelList>
</file>

<file path=docProps/app.xml><?xml version="1.0" encoding="utf-8"?>
<Properties xmlns="http://schemas.openxmlformats.org/officeDocument/2006/extended-properties" xmlns:vt="http://schemas.openxmlformats.org/officeDocument/2006/docPropsVTypes">
  <Template>blank</Template>
  <TotalTime>6340</TotalTime>
  <Words>1588</Words>
  <Application>Microsoft Office PowerPoint</Application>
  <PresentationFormat>Widescreen</PresentationFormat>
  <Paragraphs>179</Paragraphs>
  <Slides>11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20" baseType="lpstr">
      <vt:lpstr>Aptos Narrow</vt:lpstr>
      <vt:lpstr>Arial</vt:lpstr>
      <vt:lpstr>Calibri</vt:lpstr>
      <vt:lpstr>Courier New</vt:lpstr>
      <vt:lpstr>Tahoma</vt:lpstr>
      <vt:lpstr>Wingdings</vt:lpstr>
      <vt:lpstr>Trinity Template 3.0</vt:lpstr>
      <vt:lpstr>Trinity Template 4.0</vt:lpstr>
      <vt:lpstr>think-cell Slide</vt:lpstr>
      <vt:lpstr>Chatbot POV</vt:lpstr>
      <vt:lpstr>Agenda</vt:lpstr>
      <vt:lpstr>Background</vt:lpstr>
      <vt:lpstr>Use Cases</vt:lpstr>
      <vt:lpstr>Use Cases</vt:lpstr>
      <vt:lpstr>Use Cases</vt:lpstr>
      <vt:lpstr>Use Cases</vt:lpstr>
      <vt:lpstr>Use Case 3: Text to Python Code Conversion </vt:lpstr>
      <vt:lpstr>Solution</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63</cp:revision>
  <dcterms:created xsi:type="dcterms:W3CDTF">2024-06-17T05:33:16Z</dcterms:created>
  <dcterms:modified xsi:type="dcterms:W3CDTF">2025-02-19T08:07:40Z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