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4"/>
  </p:sldMasterIdLst>
  <p:notesMasterIdLst>
    <p:notesMasterId r:id="rId33"/>
  </p:notesMasterIdLst>
  <p:sldIdLst>
    <p:sldId id="314" r:id="rId15"/>
    <p:sldId id="318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4" r:id="rId27"/>
    <p:sldId id="336" r:id="rId28"/>
    <p:sldId id="337" r:id="rId29"/>
    <p:sldId id="338" r:id="rId30"/>
    <p:sldId id="339" r:id="rId31"/>
    <p:sldId id="34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0F4"/>
    <a:srgbClr val="203864"/>
    <a:srgbClr val="1A93F2"/>
    <a:srgbClr val="B3D710"/>
    <a:srgbClr val="17A9AA"/>
    <a:srgbClr val="0CE7D8"/>
    <a:srgbClr val="10F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A6FE6-8E99-4904-965E-67F3A263F1DD}" v="2" dt="2024-05-23T18:01:45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microsoft.com/office/2015/10/relationships/revisionInfo" Target="revisionInfo.xml"/><Relationship Id="rId21" Type="http://schemas.openxmlformats.org/officeDocument/2006/relationships/slide" Target="slides/slide7.xml"/><Relationship Id="rId34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viewProps" Target="view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ubh Rastogi" userId="dc882108-eba1-4f8f-b9f5-f81d16eabe8f" providerId="ADAL" clId="{B277DAAC-C3BE-4DC5-AECF-FB907B9EF7B2}"/>
    <pc:docChg chg="undo custSel addSld delSld modSld">
      <pc:chgData name="Rishubh Rastogi" userId="dc882108-eba1-4f8f-b9f5-f81d16eabe8f" providerId="ADAL" clId="{B277DAAC-C3BE-4DC5-AECF-FB907B9EF7B2}" dt="2024-05-19T10:26:23.417" v="2040"/>
      <pc:docMkLst>
        <pc:docMk/>
      </pc:docMkLst>
      <pc:sldChg chg="del">
        <pc:chgData name="Rishubh Rastogi" userId="dc882108-eba1-4f8f-b9f5-f81d16eabe8f" providerId="ADAL" clId="{B277DAAC-C3BE-4DC5-AECF-FB907B9EF7B2}" dt="2024-05-15T04:59:47.721" v="202" actId="47"/>
        <pc:sldMkLst>
          <pc:docMk/>
          <pc:sldMk cId="4124092677" sldId="258"/>
        </pc:sldMkLst>
      </pc:sldChg>
      <pc:sldChg chg="del">
        <pc:chgData name="Rishubh Rastogi" userId="dc882108-eba1-4f8f-b9f5-f81d16eabe8f" providerId="ADAL" clId="{B277DAAC-C3BE-4DC5-AECF-FB907B9EF7B2}" dt="2024-05-15T04:59:47.055" v="201" actId="47"/>
        <pc:sldMkLst>
          <pc:docMk/>
          <pc:sldMk cId="3526067229" sldId="259"/>
        </pc:sldMkLst>
      </pc:sldChg>
      <pc:sldChg chg="del">
        <pc:chgData name="Rishubh Rastogi" userId="dc882108-eba1-4f8f-b9f5-f81d16eabe8f" providerId="ADAL" clId="{B277DAAC-C3BE-4DC5-AECF-FB907B9EF7B2}" dt="2024-05-15T04:59:46.219" v="200" actId="47"/>
        <pc:sldMkLst>
          <pc:docMk/>
          <pc:sldMk cId="2377956564" sldId="306"/>
        </pc:sldMkLst>
      </pc:sldChg>
      <pc:sldChg chg="del">
        <pc:chgData name="Rishubh Rastogi" userId="dc882108-eba1-4f8f-b9f5-f81d16eabe8f" providerId="ADAL" clId="{B277DAAC-C3BE-4DC5-AECF-FB907B9EF7B2}" dt="2024-05-15T04:59:45.474" v="199" actId="47"/>
        <pc:sldMkLst>
          <pc:docMk/>
          <pc:sldMk cId="688590702" sldId="307"/>
        </pc:sldMkLst>
      </pc:sldChg>
      <pc:sldChg chg="del">
        <pc:chgData name="Rishubh Rastogi" userId="dc882108-eba1-4f8f-b9f5-f81d16eabe8f" providerId="ADAL" clId="{B277DAAC-C3BE-4DC5-AECF-FB907B9EF7B2}" dt="2024-05-15T04:59:41.952" v="197" actId="47"/>
        <pc:sldMkLst>
          <pc:docMk/>
          <pc:sldMk cId="2833700369" sldId="308"/>
        </pc:sldMkLst>
      </pc:sldChg>
      <pc:sldChg chg="del">
        <pc:chgData name="Rishubh Rastogi" userId="dc882108-eba1-4f8f-b9f5-f81d16eabe8f" providerId="ADAL" clId="{B277DAAC-C3BE-4DC5-AECF-FB907B9EF7B2}" dt="2024-05-15T04:59:41.063" v="196" actId="47"/>
        <pc:sldMkLst>
          <pc:docMk/>
          <pc:sldMk cId="4192795122" sldId="309"/>
        </pc:sldMkLst>
      </pc:sldChg>
      <pc:sldChg chg="del">
        <pc:chgData name="Rishubh Rastogi" userId="dc882108-eba1-4f8f-b9f5-f81d16eabe8f" providerId="ADAL" clId="{B277DAAC-C3BE-4DC5-AECF-FB907B9EF7B2}" dt="2024-05-15T04:59:43.198" v="198" actId="47"/>
        <pc:sldMkLst>
          <pc:docMk/>
          <pc:sldMk cId="2999171952" sldId="310"/>
        </pc:sldMkLst>
      </pc:sldChg>
      <pc:sldChg chg="del">
        <pc:chgData name="Rishubh Rastogi" userId="dc882108-eba1-4f8f-b9f5-f81d16eabe8f" providerId="ADAL" clId="{B277DAAC-C3BE-4DC5-AECF-FB907B9EF7B2}" dt="2024-05-15T04:33:19.076" v="195" actId="47"/>
        <pc:sldMkLst>
          <pc:docMk/>
          <pc:sldMk cId="3936822700" sldId="312"/>
        </pc:sldMkLst>
      </pc:sldChg>
      <pc:sldChg chg="modSp mod">
        <pc:chgData name="Rishubh Rastogi" userId="dc882108-eba1-4f8f-b9f5-f81d16eabe8f" providerId="ADAL" clId="{B277DAAC-C3BE-4DC5-AECF-FB907B9EF7B2}" dt="2024-05-15T04:33:10.134" v="194" actId="1036"/>
        <pc:sldMkLst>
          <pc:docMk/>
          <pc:sldMk cId="3187932915" sldId="314"/>
        </pc:sldMkLst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9" creationId="{3EA16FCA-81FB-4707-5D76-A16BE0661FD1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20" creationId="{3E4292DC-C87D-22F6-96A1-D523DAA6621E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21" creationId="{BE79151A-CD1B-C998-9772-0FB39994F9D2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22" creationId="{379DE405-CD8A-3DC0-81D1-FEE3299F5CA0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23" creationId="{B55085F9-8C43-2B06-F222-9CC4C871D66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2" creationId="{C97901D6-2C37-A053-800A-125504E9CB0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3" creationId="{E3E8CAB5-71FC-A679-FD03-CC584BE801E8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4" creationId="{0ADEAD7E-4FAB-486B-29D5-B585D8CB686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17" creationId="{FAE43057-A7EC-1DB1-F5D4-F864DC819431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19" creationId="{C3C7B708-71E5-3CB1-3B66-C1928E6B8946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0" creationId="{FB4E2E7E-F237-2C4D-3B59-D70F166ECA6E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1" creationId="{49032653-2A1B-BA4B-A235-955DA28E6B73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2" creationId="{4656DFF9-0882-0C80-CA8E-C8CC3062A36F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2" creationId="{E5918749-2045-2B68-2B41-9BF1426D60F6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3" creationId="{E602C01E-6CCC-586D-1F5A-ED258A777EC5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4" creationId="{4296E06D-428C-E312-0CD0-322974D958B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5" creationId="{E7FB1735-1D65-199D-AB87-36EF05156A5C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6" creationId="{EB772FF4-53AB-7C20-5F98-4E9FC1ADA3AE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7" creationId="{6E46D79C-4D54-2687-551A-7680783A475F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8" creationId="{6A6E8A8F-9C6D-2B73-489D-98363D643B17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9" creationId="{9A4442FA-09D6-B702-45CA-63DC66DE7DC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89" creationId="{E979E3F0-A476-6815-D0E9-BFA1A1C45D6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90" creationId="{805F06AC-4CAF-F006-A8F2-DC1CFBE108AB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91" creationId="{B1DB8369-8EA5-331A-F17C-9492A170FCC2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24" creationId="{8DBFCF95-4CDA-334F-878D-1A6DA3F424E0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25" creationId="{4B6EEE2C-4881-49C9-6796-A8A2BE93CEB5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29" creationId="{67DA9F77-850B-0BB5-9293-EFCC1562BD71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31" creationId="{BA0FC4F0-94AF-2118-6F8E-5AEE3D4AEF1E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33" creationId="{AC07BA01-34F1-C9A0-6453-2D1FDDA17A56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39" creationId="{605A67A4-12E4-2457-0263-F120D6D9B7A7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059" creationId="{C5C32C7B-D985-02B6-6226-7F867F69416B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153" creationId="{ED83CC5B-57CA-827C-EB93-D98C57359B0C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154" creationId="{3B060B0C-33D9-45EC-5ECA-62E432509DA2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167" creationId="{CA98AD37-F592-519A-B842-A6AC985A527E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168" creationId="{8716DD61-CA98-2DAE-F133-811730840080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169" creationId="{0DBFD79C-D378-80C8-10D3-20A912CD4E8A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170" creationId="{7FD21763-AC44-D1C9-CA13-A76E0AE124E7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17" creationId="{ADF1CF6C-632E-E29D-0290-502A014D5B83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36" creationId="{56446132-2E5D-8FBF-ED1D-94955D883DD5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37" creationId="{D24ECD8D-8A4B-1753-C1B9-709E7BABA00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38" creationId="{4BEE8AC7-BD09-66AD-6CE2-9A2651D8F910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39" creationId="{9BDDE3F0-5F96-A997-3AFC-DC8F97C5832C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40" creationId="{D93E3F2F-5897-6031-5034-34673FB9052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43" creationId="{3B32B89F-3F0A-C6A6-23BB-486028378BBE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44" creationId="{705BECB4-3DA1-A108-97B2-2FC9014C0C44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45" creationId="{93060C19-9DFC-48F3-B796-540A0633F9BF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46" creationId="{0122D8D2-111F-DC34-5654-0CA06B3698A6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47" creationId="{A0285234-AC6D-28ED-10F0-3AEDCEFEB01E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50" creationId="{3D1246DB-02FF-0C7C-7920-AB05F8787E71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51" creationId="{6DB8ECC7-E83B-89CE-8742-A4E36487998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52" creationId="{19ACFDD0-A56C-F298-8180-5BD26105F43B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53" creationId="{03E04EB2-0F89-6906-8113-1701DD360E51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54" creationId="{80AF30EE-5742-8E97-F40B-624846F0BD96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57" creationId="{0B23ED6B-0CCC-F75F-F84A-061055BA9144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58" creationId="{862FFD2A-CD9B-8C33-CD69-ABCCC582FAD0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59" creationId="{1E59F954-BAD9-FEE1-0A16-D013B4877EE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60" creationId="{CFF85FF6-5837-E35A-231B-980DB1694D6E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61" creationId="{BE49DE75-00D4-0A34-D0B5-6168E7B671ED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64" creationId="{D105B78F-9E4F-A638-CEE8-516F721F9F52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65" creationId="{260B8F85-3719-9AA2-5A21-3E369F2D3500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66" creationId="{DA4BBDAC-365B-BD4E-8C3D-A69E61B8015F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67" creationId="{502F5BA5-FA7D-AC81-A2BB-20865D48DDE8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68" creationId="{D47B2F95-3CE1-1393-2457-D4D4EC5BF0D2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71" creationId="{A1A911A5-111C-615D-62D6-88A753CA7767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72" creationId="{859EE0A4-83F3-2BA4-2C60-0E36162C051F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73" creationId="{BAFFC2E7-3EF5-79EF-B540-B6137622F8B1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74" creationId="{FCBC7A16-6863-B959-C289-B4CEEDDF9BC4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75" creationId="{2B49A0DA-C5D5-5FA7-D442-528DFE7B4094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78" creationId="{00058984-D7F7-C218-3B7E-83A8F2EBE905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79" creationId="{59008321-B0EC-E92B-6E43-9CED0F8D4657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80" creationId="{366799C9-4637-6BDF-33A1-48C050CCBD62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81" creationId="{5E71DDC4-E8D5-0035-EDAB-881F63A7B4FA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82" creationId="{30106A75-50D3-C55C-CE94-0ABB4B5147D0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85" creationId="{7612377F-8693-E18C-5AD4-1808231AF0D4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86" creationId="{1269A690-1C85-8BB2-D126-1CF3A18DBBCB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87" creationId="{63C47845-2CC6-A557-E886-3DAF04DF7DC0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88" creationId="{6B09E744-A359-A501-B8DB-8BB032A87111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89" creationId="{DEFF286A-3F9E-1E8D-0053-46872C31C5A2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92" creationId="{6C165572-2A21-0077-23C4-63819FA38427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93" creationId="{A680C3D2-616E-1373-5DA2-B8E5B26EFCFD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94" creationId="{3489F7CB-4A9A-1FC4-AFD0-A74F08FF3B89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95" creationId="{0FF735A2-ED45-A0DE-58C2-4F235AEB1705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96" creationId="{44F2587D-2778-1AEB-0574-21202D0D1898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299" creationId="{EF4B6714-3CF3-343E-E3BD-192E2EF9C265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00" creationId="{3A15C8A3-9034-68A6-1E53-812DE4B62BC8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01" creationId="{317B44A9-FA52-5907-D0CE-F428C0CEF0E4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02" creationId="{6CBA6426-8252-D827-8141-450AD0A22522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03" creationId="{2C1F8794-C41F-DEE2-77CF-13641E52DF3A}"/>
          </ac:spMkLst>
        </pc:spChg>
        <pc:spChg chg="mod">
          <ac:chgData name="Rishubh Rastogi" userId="dc882108-eba1-4f8f-b9f5-f81d16eabe8f" providerId="ADAL" clId="{B277DAAC-C3BE-4DC5-AECF-FB907B9EF7B2}" dt="2024-05-15T04:33:10.134" v="194" actId="1036"/>
          <ac:spMkLst>
            <pc:docMk/>
            <pc:sldMk cId="3187932915" sldId="314"/>
            <ac:spMk id="1304" creationId="{B7EF7519-A3AA-0CEA-D14E-37DEB7A83E4C}"/>
          </ac:spMkLst>
        </pc:s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3" creationId="{4A7BCE3A-2F6A-89C1-A8B4-6E59AF223B9E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4" creationId="{82E46CB9-9330-3794-8EFE-017A7341C478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5" creationId="{A6331635-B914-0E01-90CD-391400C81605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6" creationId="{AB06A952-0C9A-77A5-86C9-18B09E8CEBC9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7" creationId="{566BDF74-8F2B-9A95-6BDA-B76D58AFE412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8" creationId="{64FCCFE8-D932-16A7-3D2C-2F79ED931CC5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9" creationId="{744B264E-6670-5440-E8E3-1FB148072CFC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0" creationId="{E91B3681-AA43-0910-B35E-7303BC6B474C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1" creationId="{B5C0C9DE-31AD-FB9F-AE6A-0303DBBE8438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" creationId="{5F399F48-BB17-D5CB-9EF4-2A0058C0EEB9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3" creationId="{75B8AEFB-EB8E-62ED-8E33-CD40342EB058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4" creationId="{367E8E94-5288-1B7D-F168-DC597D229624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5" creationId="{C9EC4B6D-C8D9-3DC4-0AF9-06EE5419B363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7" creationId="{D770B8B0-0E1C-141A-B3F0-370B669CF6D6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3" creationId="{0B8E13F7-4D46-FCD7-52B1-3544DD9F6260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41" creationId="{1959B8E9-C114-2562-4677-2C7773B5A137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149" creationId="{34777B8E-0BF5-721F-31E5-05569787424E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150" creationId="{30372DAB-FA10-A24C-1231-72805AE92387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158" creationId="{A22D6D7D-3028-CF07-B9FF-A67302498CCE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33" creationId="{D357869F-4D7D-7738-AAB7-0CD1090DFC76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34" creationId="{18B16BC0-42D2-DE2D-4EB4-7FD7ED9E00C9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35" creationId="{61C9438A-349A-77D5-4A94-6D1BF51573AE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41" creationId="{DF60F96F-E3E0-F4DF-14B1-BE0685587D9E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42" creationId="{0805D584-9600-D946-809C-54401EE24D3D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48" creationId="{4A339DF3-BAE1-7640-4FE9-083DC25B6B49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49" creationId="{A539BC9F-3568-9781-D6B7-8F0FB70FEE39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55" creationId="{45A5C337-D2C7-BFA3-1019-C37E04C3D4A4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56" creationId="{C0EEA8CF-58BF-C837-C844-F08E0BECA9A0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62" creationId="{34144E83-6EBC-EB32-F0F4-43DE4BF212E7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63" creationId="{D4881D7B-F93C-2017-4902-2B61B443AAF9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69" creationId="{B5BB2FCC-0316-870D-8EEB-FC85EDAC04FC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70" creationId="{FC5249D1-6818-64DA-B9AE-140D28AC5240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76" creationId="{C553930E-5171-657F-F45A-2A5920CED651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77" creationId="{C5916D02-D3BA-5C35-8F6A-DE674DB5467B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83" creationId="{888BDB33-04FF-3551-684C-1FE670F90F26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84" creationId="{E621D5F0-7A98-746F-38B5-1E2945099595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90" creationId="{733BA8BB-F6E2-1C7C-8D1C-76B80C5CF883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91" creationId="{AFFFF8CB-8F2C-F9AD-1DA3-3EA112DDEC64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97" creationId="{580D8DE5-19BD-B2FD-75A2-656A886165CA}"/>
          </ac:grpSpMkLst>
        </pc:grpChg>
        <pc:grpChg chg="mod">
          <ac:chgData name="Rishubh Rastogi" userId="dc882108-eba1-4f8f-b9f5-f81d16eabe8f" providerId="ADAL" clId="{B277DAAC-C3BE-4DC5-AECF-FB907B9EF7B2}" dt="2024-05-15T04:33:10.134" v="194" actId="1036"/>
          <ac:grpSpMkLst>
            <pc:docMk/>
            <pc:sldMk cId="3187932915" sldId="314"/>
            <ac:grpSpMk id="1298" creationId="{7E53A018-67CF-2CE2-6F81-40D6A140E3A3}"/>
          </ac:grpSpMkLst>
        </pc:grp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6" creationId="{3EA63DE7-6F38-677B-127F-2A177E9CAE2A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026" creationId="{50B12EFC-EA5B-FABE-F759-DC38BD6C8039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028" creationId="{DAE9E81B-6F82-D79B-603A-1E6BEA18820C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038" creationId="{2DDA9AC6-FA45-396A-46A8-50732CA757D2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042" creationId="{E6E5DA0E-EF4F-B81C-6128-FFB34CF6E758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044" creationId="{7E45F3F9-374E-C5EB-D322-8162D578F11E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046" creationId="{E22EFFAA-FB65-EB0D-862E-FB4DA5549FE2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048" creationId="{D95BE37B-DC54-1693-885B-9ED63EF0F118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050" creationId="{76690154-E3F2-9997-CB44-4F16AA0C4E7E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232" creationId="{1BF36F17-C590-633A-16B6-81411752516C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05" creationId="{2163B5E5-8927-F894-EAF8-0499174AB59A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07" creationId="{739ED8EB-406F-F2B3-5A5A-F98610E90772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08" creationId="{87E1065F-7A48-6DCD-D564-2507E867E4FD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10" creationId="{A11B36D0-52F3-9D4B-0EC5-4EA09E6ACB2E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11" creationId="{3C1F955A-0B26-0DF5-C282-3C5F42E2ECAB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12" creationId="{65FB1266-7324-680F-8EFF-34B5832D77B6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13" creationId="{CC27FB63-D37B-A2AE-466A-023F65B72589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15" creationId="{D9C19DD9-F733-0EEE-0AB0-7FF6BCF4CCEF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18" creationId="{713AE051-8071-1261-7659-D2A4DA9E3BBC}"/>
          </ac:picMkLst>
        </pc:picChg>
        <pc:picChg chg="mod">
          <ac:chgData name="Rishubh Rastogi" userId="dc882108-eba1-4f8f-b9f5-f81d16eabe8f" providerId="ADAL" clId="{B277DAAC-C3BE-4DC5-AECF-FB907B9EF7B2}" dt="2024-05-15T04:33:10.134" v="194" actId="1036"/>
          <ac:picMkLst>
            <pc:docMk/>
            <pc:sldMk cId="3187932915" sldId="314"/>
            <ac:picMk id="1320" creationId="{52D76F33-06C7-B646-A13C-6FF2666FE65D}"/>
          </ac:picMkLst>
        </pc:picChg>
      </pc:sldChg>
      <pc:sldChg chg="del">
        <pc:chgData name="Rishubh Rastogi" userId="dc882108-eba1-4f8f-b9f5-f81d16eabe8f" providerId="ADAL" clId="{B277DAAC-C3BE-4DC5-AECF-FB907B9EF7B2}" dt="2024-05-15T04:32:35.438" v="155" actId="47"/>
        <pc:sldMkLst>
          <pc:docMk/>
          <pc:sldMk cId="2821449599" sldId="315"/>
        </pc:sldMkLst>
      </pc:sldChg>
      <pc:sldChg chg="del">
        <pc:chgData name="Rishubh Rastogi" userId="dc882108-eba1-4f8f-b9f5-f81d16eabe8f" providerId="ADAL" clId="{B277DAAC-C3BE-4DC5-AECF-FB907B9EF7B2}" dt="2024-05-15T04:32:34.286" v="154" actId="47"/>
        <pc:sldMkLst>
          <pc:docMk/>
          <pc:sldMk cId="1550396617" sldId="316"/>
        </pc:sldMkLst>
      </pc:sldChg>
      <pc:sldChg chg="del">
        <pc:chgData name="Rishubh Rastogi" userId="dc882108-eba1-4f8f-b9f5-f81d16eabe8f" providerId="ADAL" clId="{B277DAAC-C3BE-4DC5-AECF-FB907B9EF7B2}" dt="2024-05-15T04:32:33.079" v="153" actId="47"/>
        <pc:sldMkLst>
          <pc:docMk/>
          <pc:sldMk cId="1864317355" sldId="317"/>
        </pc:sldMkLst>
      </pc:sldChg>
      <pc:sldChg chg="addSp delSp modSp mod">
        <pc:chgData name="Rishubh Rastogi" userId="dc882108-eba1-4f8f-b9f5-f81d16eabe8f" providerId="ADAL" clId="{B277DAAC-C3BE-4DC5-AECF-FB907B9EF7B2}" dt="2024-05-15T07:38:29.525" v="2039" actId="1076"/>
        <pc:sldMkLst>
          <pc:docMk/>
          <pc:sldMk cId="1615643648" sldId="318"/>
        </pc:sldMkLst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4" creationId="{65E68D60-F00F-80FD-8256-E5DFFC49CE8D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5" creationId="{6207A432-15B2-3ED6-F19C-760CF46C9D6A}"/>
          </ac:spMkLst>
        </pc:spChg>
        <pc:spChg chg="add mod topLvl">
          <ac:chgData name="Rishubh Rastogi" userId="dc882108-eba1-4f8f-b9f5-f81d16eabe8f" providerId="ADAL" clId="{B277DAAC-C3BE-4DC5-AECF-FB907B9EF7B2}" dt="2024-05-15T04:24:57.603" v="111" actId="403"/>
          <ac:spMkLst>
            <pc:docMk/>
            <pc:sldMk cId="1615643648" sldId="318"/>
            <ac:spMk id="7" creationId="{B776804A-264A-1FC3-162E-F42D1770CB66}"/>
          </ac:spMkLst>
        </pc:spChg>
        <pc:spChg chg="add mod topLvl">
          <ac:chgData name="Rishubh Rastogi" userId="dc882108-eba1-4f8f-b9f5-f81d16eabe8f" providerId="ADAL" clId="{B277DAAC-C3BE-4DC5-AECF-FB907B9EF7B2}" dt="2024-05-15T05:03:03.272" v="204" actId="165"/>
          <ac:spMkLst>
            <pc:docMk/>
            <pc:sldMk cId="1615643648" sldId="318"/>
            <ac:spMk id="11" creationId="{84B71F6E-DE61-BADE-CD85-4B85F9D67913}"/>
          </ac:spMkLst>
        </pc:spChg>
        <pc:spChg chg="add mod">
          <ac:chgData name="Rishubh Rastogi" userId="dc882108-eba1-4f8f-b9f5-f81d16eabe8f" providerId="ADAL" clId="{B277DAAC-C3BE-4DC5-AECF-FB907B9EF7B2}" dt="2024-05-15T04:24:40.786" v="106" actId="1076"/>
          <ac:spMkLst>
            <pc:docMk/>
            <pc:sldMk cId="1615643648" sldId="318"/>
            <ac:spMk id="13" creationId="{19AA56B9-3902-A548-BDE7-15EAF67C69A0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4" creationId="{2F1ECBCA-E427-8C65-83E3-80338A894A86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5" creationId="{31FC8DCB-CFA9-EA7D-025F-DFDE12E9AE7F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6" creationId="{B42DF082-1DEC-A7B5-223B-70A1D68FC71E}"/>
          </ac:spMkLst>
        </pc:spChg>
        <pc:spChg chg="add mod">
          <ac:chgData name="Rishubh Rastogi" userId="dc882108-eba1-4f8f-b9f5-f81d16eabe8f" providerId="ADAL" clId="{B277DAAC-C3BE-4DC5-AECF-FB907B9EF7B2}" dt="2024-05-15T04:28:47.542" v="141" actId="1076"/>
          <ac:spMkLst>
            <pc:docMk/>
            <pc:sldMk cId="1615643648" sldId="318"/>
            <ac:spMk id="20" creationId="{E8E5A243-4575-7123-62E0-82D2146BC78C}"/>
          </ac:spMkLst>
        </pc:spChg>
        <pc:spChg chg="add mod">
          <ac:chgData name="Rishubh Rastogi" userId="dc882108-eba1-4f8f-b9f5-f81d16eabe8f" providerId="ADAL" clId="{B277DAAC-C3BE-4DC5-AECF-FB907B9EF7B2}" dt="2024-05-15T04:29:25.147" v="144" actId="207"/>
          <ac:spMkLst>
            <pc:docMk/>
            <pc:sldMk cId="1615643648" sldId="318"/>
            <ac:spMk id="22" creationId="{BC073F48-C0EF-6D3A-8D5F-86F80EDE97CA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3" creationId="{CAF462C2-8DD8-ED93-59D3-AB95AE3A0591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4" creationId="{7201EE0C-0213-236F-3A86-231B34EC1059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6" creationId="{921DE2E8-B16D-9967-2868-5D05539B6E94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9" creationId="{03E3BCF2-D2D4-68FB-C963-217D3BC2C4FE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31" creationId="{C06C9295-6C27-8BBA-A934-E5191BFE419E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34" creationId="{E142A948-ECF9-77B7-2B73-99D7AC24D733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38" creationId="{5523426E-8F5D-EC5E-B4B0-1E62A2951C0D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40" creationId="{0EB6F135-1ADE-5D67-4095-57148CB5251E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41" creationId="{7DC4B449-935C-3FC3-E389-87C7175F9DC2}"/>
          </ac:spMkLst>
        </pc:spChg>
        <pc:spChg chg="add del mod">
          <ac:chgData name="Rishubh Rastogi" userId="dc882108-eba1-4f8f-b9f5-f81d16eabe8f" providerId="ADAL" clId="{B277DAAC-C3BE-4DC5-AECF-FB907B9EF7B2}" dt="2024-05-15T07:32:08.577" v="2035" actId="478"/>
          <ac:spMkLst>
            <pc:docMk/>
            <pc:sldMk cId="1615643648" sldId="318"/>
            <ac:spMk id="47" creationId="{7F52F7DD-FECC-67A8-E30D-8DEF712CD086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52" creationId="{FCDB8B63-60EC-863B-13E3-1A9DCB3D8C2D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53" creationId="{4625CE82-AFDF-9A74-E56A-9C4BCC4FC26D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57" creationId="{EC0D72C9-F43F-BF32-4BF1-31AC49B60C30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58" creationId="{5038D97E-01DD-CB29-1744-BA4979D04FA1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69" creationId="{78FCCC1E-2AD2-40CC-33AF-596642506615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70" creationId="{4BD1BF4F-D2ED-ACC6-772D-112E17F11202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75" creationId="{F02F2A58-832B-1973-9676-A4D7A9B67E93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76" creationId="{1376287B-F882-1EE2-BAA3-79C1BC54C0D8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77" creationId="{8B963DC9-1D8C-9CB8-A8F9-5AB347F7ADA6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78" creationId="{16012CE5-594A-7B9F-A8FF-6FD7E26F12DE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79" creationId="{F2F59AC9-F11C-19BE-2C0C-0E3C89DBE1FD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80" creationId="{06C9BA56-00AE-FD90-2C4B-DCB6CE08204B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83" creationId="{1F77ACBB-E3DE-C48C-6FD4-95D760A27CF1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87" creationId="{E238E234-374F-66E2-C0E2-0E820D997BC7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89" creationId="{6FE9E2DD-D616-06D1-F316-C21B99BB96ED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90" creationId="{80F9202A-7507-E1EF-B7AB-60237A9A3284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91" creationId="{B6F7676E-941C-54E3-7358-69133B8DAD89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92" creationId="{D539306C-F36D-CD88-602A-B482A092E7F5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93" creationId="{774B2C89-6645-A4B4-E5AD-DC7B6454FA5D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97" creationId="{F45DB341-EE77-78B9-A55D-5ED3DA487294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2" creationId="{CEB27014-DA57-5D7F-151D-C605FBA16BB0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3" creationId="{CE894F2C-CC3E-671A-EFE3-DA3BF9F905FD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11" creationId="{017B5CCF-68B0-4CD6-8263-10FD189CA5B6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12" creationId="{68A7EE0B-3798-7DD8-C7AB-337CE1F799DB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13" creationId="{8FC78185-BD89-C47B-1DA3-2670B88A9F6E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14" creationId="{95534280-7F00-A2F7-5BBF-F56F827F3382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15" creationId="{2B29F428-92ED-0E6B-AADA-A82E03AEC652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18" creationId="{240CE2BD-211B-F653-3499-9EC2EC45AE39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19" creationId="{CFCE4B96-2698-959F-7F74-7AC2537605CF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22" creationId="{A47E5384-597E-2B5D-6F3E-16A1A3602BB5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23" creationId="{EEC5AC92-49C5-DC43-AFBC-35E7CD888095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27" creationId="{A57BA4A9-E2F0-1E0F-3C97-83F8909244D3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32" creationId="{A14E8A3A-A819-87AC-3D85-81E0314DF48B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35" creationId="{2FAC70B8-38EE-7B4D-8071-BC8781986FC3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37" creationId="{0A4D1B55-1440-8F5B-A206-F14D63410693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38" creationId="{E2A9ABA0-A48F-6F2E-F650-506FFF04D8EC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42" creationId="{598D8EB5-CD2D-B105-27F8-1F1759A9F804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43" creationId="{32BAB47E-80FD-C077-5A69-B8D647B022CB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55" creationId="{E107551F-0465-8E24-9741-24D64630D257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57" creationId="{79989C68-E7BC-0309-30CE-D279E91548DE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58" creationId="{2DA06F50-0495-A162-FF4D-1B2330BF1F2F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59" creationId="{FF40FB50-C72B-87F3-77E3-88C299106BEB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60" creationId="{A8977929-356D-DA37-6B25-FFA0278F704C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61" creationId="{B0699629-4C9D-A600-49FC-59695EFDC4AD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62" creationId="{B481526E-44CC-7DB4-CFF7-C1540EAEC09D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67" creationId="{FE69EA81-9DA8-BFDD-2433-294DAE089347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1069" creationId="{D4952851-4CB3-C8A2-30E6-32E1C87BE788}"/>
          </ac:spMkLst>
        </pc:spChg>
        <pc:spChg chg="mod">
          <ac:chgData name="Rishubh Rastogi" userId="dc882108-eba1-4f8f-b9f5-f81d16eabe8f" providerId="ADAL" clId="{B277DAAC-C3BE-4DC5-AECF-FB907B9EF7B2}" dt="2024-05-15T04:30:57.573" v="146" actId="1076"/>
          <ac:spMkLst>
            <pc:docMk/>
            <pc:sldMk cId="1615643648" sldId="318"/>
            <ac:spMk id="1076" creationId="{DB795E05-18C8-F3B3-75A5-8CAFEBB30C16}"/>
          </ac:spMkLst>
        </pc:spChg>
        <pc:spChg chg="mod">
          <ac:chgData name="Rishubh Rastogi" userId="dc882108-eba1-4f8f-b9f5-f81d16eabe8f" providerId="ADAL" clId="{B277DAAC-C3BE-4DC5-AECF-FB907B9EF7B2}" dt="2024-05-15T04:32:25.080" v="152" actId="14100"/>
          <ac:spMkLst>
            <pc:docMk/>
            <pc:sldMk cId="1615643648" sldId="318"/>
            <ac:spMk id="1077" creationId="{673C55C7-7FC6-57A6-BCCA-C984986DF153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67" creationId="{0F9C20B8-0D27-095A-84F4-F3666BB700D0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68" creationId="{83F8F2A6-9B53-7DC8-D123-B6B3074F4D16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69" creationId="{2D3C2813-9B09-70CD-6144-357B157D1055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74" creationId="{E7A9CD4F-A456-6145-9DD5-89CD6C0198BF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75" creationId="{28B85005-0C60-1F24-87D1-B65987747967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76" creationId="{C8320C91-49C6-B54E-FE35-4E3140DBE0F7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77" creationId="{47735C6B-60FE-DC6F-D938-438F3848DEE6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78" creationId="{18FBD5F5-0281-587D-4F77-624B3A62F44E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83" creationId="{2FDDA65E-B312-21C2-4B2F-A61A07225AC4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84" creationId="{2FF566CD-6A0C-53D3-2FCA-1D7C9CB9BEBE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85" creationId="{03E23387-F41F-9B51-59FE-5BFFF036FAD5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86" creationId="{DEC2C277-8F3C-ADCD-AC22-834CA0847EBD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87" creationId="{07BF88A8-B35A-BCA4-7FBF-27CB13427F28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92" creationId="{F79E2163-8AB6-916A-9F77-E98C4DCE7C9A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93" creationId="{009C456E-85DE-9FE8-A9EA-8234F9064392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94" creationId="{BE2B3082-ABE0-983C-4000-B5832C30F7F1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95" creationId="{72DE1509-63AD-6857-ED0F-01141BE597C1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196" creationId="{7E7BF595-C9C6-D37D-48D6-3DA14FD55E4C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01" creationId="{D4C20853-F392-CDC0-D3FD-B7A557621FDA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02" creationId="{728FA294-F838-8F4F-A41F-8A09460790D6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03" creationId="{E6E6D119-FF63-481E-F05A-DCCBE013449E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04" creationId="{E8DA9982-7DED-3FA4-E553-1D2F4753556A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05" creationId="{A7892707-72FD-F193-3C27-038284470D4B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24" creationId="{9E84FFD3-30E0-E1F1-66E2-6BB72195FF53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25" creationId="{4D298386-B8D8-675F-30CC-E4D169F806F0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26" creationId="{A6502C32-67EA-7A5E-74EA-46F09C5F24D3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27" creationId="{BD19229A-BA02-184A-4765-69495598BA37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28" creationId="{9E2B4BBA-10AF-147D-7DFE-4D3BEC10DC6F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33" creationId="{234B1562-D3F3-F697-85DB-03146E9E04F2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34" creationId="{7E2CFF2F-7A2A-12A2-162D-8C9732055A95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35" creationId="{1287DBC9-89D1-B2B0-B2C0-90359BC10343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36" creationId="{E3B5409E-50FF-449E-CB4A-60408154000F}"/>
          </ac:spMkLst>
        </pc:spChg>
        <pc:spChg chg="mod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37" creationId="{3E36E87E-B3DB-A025-D4D7-AB8A312CD77D}"/>
          </ac:spMkLst>
        </pc:spChg>
        <pc:spChg chg="mod topLvl">
          <ac:chgData name="Rishubh Rastogi" userId="dc882108-eba1-4f8f-b9f5-f81d16eabe8f" providerId="ADAL" clId="{B277DAAC-C3BE-4DC5-AECF-FB907B9EF7B2}" dt="2024-05-15T05:03:14.523" v="205" actId="165"/>
          <ac:spMkLst>
            <pc:docMk/>
            <pc:sldMk cId="1615643648" sldId="318"/>
            <ac:spMk id="2238" creationId="{1D0B7118-687D-E469-D040-3909FC17E917}"/>
          </ac:spMkLst>
        </pc:spChg>
        <pc:grpChg chg="del">
          <ac:chgData name="Rishubh Rastogi" userId="dc882108-eba1-4f8f-b9f5-f81d16eabe8f" providerId="ADAL" clId="{B277DAAC-C3BE-4DC5-AECF-FB907B9EF7B2}" dt="2024-05-15T04:10:37.407" v="15" actId="165"/>
          <ac:grpSpMkLst>
            <pc:docMk/>
            <pc:sldMk cId="1615643648" sldId="318"/>
            <ac:grpSpMk id="2" creationId="{53834779-B674-B7CB-B6FE-879F99966A3F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3" creationId="{A89D9543-1FE3-5E2F-41FF-FCA8471A8233}"/>
          </ac:grpSpMkLst>
        </pc:grpChg>
        <pc:grpChg chg="add del mod">
          <ac:chgData name="Rishubh Rastogi" userId="dc882108-eba1-4f8f-b9f5-f81d16eabe8f" providerId="ADAL" clId="{B277DAAC-C3BE-4DC5-AECF-FB907B9EF7B2}" dt="2024-05-15T04:16:19.780" v="59" actId="165"/>
          <ac:grpSpMkLst>
            <pc:docMk/>
            <pc:sldMk cId="1615643648" sldId="318"/>
            <ac:grpSpMk id="8" creationId="{0349A515-0A9A-0DA7-FCCA-0437EEFDA956}"/>
          </ac:grpSpMkLst>
        </pc:grpChg>
        <pc:grpChg chg="add del 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9" creationId="{F7E0F4BE-12C7-2FB0-CDD8-053AC289E256}"/>
          </ac:grpSpMkLst>
        </pc:grpChg>
        <pc:grpChg chg="add del mod">
          <ac:chgData name="Rishubh Rastogi" userId="dc882108-eba1-4f8f-b9f5-f81d16eabe8f" providerId="ADAL" clId="{B277DAAC-C3BE-4DC5-AECF-FB907B9EF7B2}" dt="2024-05-15T05:03:03.272" v="204" actId="165"/>
          <ac:grpSpMkLst>
            <pc:docMk/>
            <pc:sldMk cId="1615643648" sldId="318"/>
            <ac:grpSpMk id="12" creationId="{A664F2F6-A0DA-E22E-43A8-1A77D04DE7A1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17" creationId="{A68A7BA0-500A-5217-8F1F-94B9CABE9FB5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19" creationId="{86B2CEF3-4894-21F8-2F0A-28AFFE465A56}"/>
          </ac:grpSpMkLst>
        </pc:grpChg>
        <pc:grpChg chg="add mod">
          <ac:chgData name="Rishubh Rastogi" userId="dc882108-eba1-4f8f-b9f5-f81d16eabe8f" providerId="ADAL" clId="{B277DAAC-C3BE-4DC5-AECF-FB907B9EF7B2}" dt="2024-05-15T04:28:47.542" v="141" actId="1076"/>
          <ac:grpSpMkLst>
            <pc:docMk/>
            <pc:sldMk cId="1615643648" sldId="318"/>
            <ac:grpSpMk id="21" creationId="{79602A42-F721-A529-41A7-EB9E799179FC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7" creationId="{941E56A7-19DB-5DFD-38B1-D3A0ED1A9CC5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8" creationId="{582E447A-6CFD-C131-DC0B-9668CC6BCE79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30" creationId="{9CC2E19C-A854-2918-766A-CF5DE29CC5DF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35" creationId="{14350717-92BA-2AD5-34BE-E35DF41A0E47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37" creationId="{F4555B99-033B-931B-3B78-0211BAE6F98C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48" creationId="{4A2D0AE9-17D7-7DF3-C78B-8ED56A172FBD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50" creationId="{3F528223-7C43-5AE5-ED86-D56C172B92B1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55" creationId="{1085E0D2-025E-9D41-6631-FBE45A01AF06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61" creationId="{C2D3DCAB-6125-B0EC-73C7-64EA52F30CB4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84" creationId="{97D96255-A8DA-8AC9-88F0-C7FF357D086E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85" creationId="{72CDDD67-19FA-A3F1-04E3-9FCCA51E53AD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86" creationId="{F894AC00-9A5A-5BEF-C17B-20E466A68262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94" creationId="{5818EECA-128A-2ADD-B9E9-DD14A0F8824E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1045" creationId="{9A2C92F4-823C-7A4B-6655-1ED0DF26F870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1046" creationId="{A9420C47-46C9-DA9F-E794-78A2D0135677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1048" creationId="{84C8C393-46AD-5256-9485-C938B1099F83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1066" creationId="{1AB8DDE5-ECDA-D98F-698F-86981BE5A8C5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1071" creationId="{8D7BD810-B6F9-F094-253C-0220FB6AAAA6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70" creationId="{B2ACD111-7F88-D475-0B42-F573F6AD8A1A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71" creationId="{9E735FDA-8872-F40D-71E0-43901D186AB8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73" creationId="{442091DE-9B03-4DB5-2165-4BC8879ECE16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79" creationId="{99930F89-3263-53C3-3F2E-721FA2CCE43C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80" creationId="{1BC7E88D-32ED-028C-165C-6479919A5F10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82" creationId="{668B12C7-5D84-D74A-8C54-71916BD272DC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88" creationId="{6D72F84A-20F9-6213-139E-758F04A5180A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89" creationId="{7EF88FE3-CD8E-A83B-5DB2-12C6086468C4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91" creationId="{EF946FA9-0702-1B0E-6182-7EBB030F1974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97" creationId="{35FC96E8-E0D0-3A2D-521E-AC1DA456B96A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198" creationId="{6258B286-DC7A-FEC3-0A9F-42D160382705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200" creationId="{B2CAAE00-512D-CFEA-D581-F14AEB2CE54B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220" creationId="{67420AAA-FAC9-932D-264F-0F98BF6CA79B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221" creationId="{04E49BBE-E1D0-85E5-3189-6F038087DFDF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223" creationId="{3589D0E2-270E-9D66-C4ED-2905EC66B561}"/>
          </ac:grpSpMkLst>
        </pc:grpChg>
        <pc:grpChg chg="mod topLvl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229" creationId="{0556C57D-1F1B-8F23-C514-ACD39765EBD9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230" creationId="{5352C8A0-7000-C188-DE3D-D5024FCC7C7C}"/>
          </ac:grpSpMkLst>
        </pc:grpChg>
        <pc:grpChg chg="mod">
          <ac:chgData name="Rishubh Rastogi" userId="dc882108-eba1-4f8f-b9f5-f81d16eabe8f" providerId="ADAL" clId="{B277DAAC-C3BE-4DC5-AECF-FB907B9EF7B2}" dt="2024-05-15T05:03:14.523" v="205" actId="165"/>
          <ac:grpSpMkLst>
            <pc:docMk/>
            <pc:sldMk cId="1615643648" sldId="318"/>
            <ac:grpSpMk id="2232" creationId="{375FA3C1-570F-CA47-F3CA-95E1B1B96540}"/>
          </ac:grpSpMkLst>
        </pc:grp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5" creationId="{ED927F53-7597-9927-A4B7-FAD266AAC291}"/>
          </ac:picMkLst>
        </pc:picChg>
        <pc:picChg chg="mod">
          <ac:chgData name="Rishubh Rastogi" userId="dc882108-eba1-4f8f-b9f5-f81d16eabe8f" providerId="ADAL" clId="{B277DAAC-C3BE-4DC5-AECF-FB907B9EF7B2}" dt="2024-05-15T07:31:35.237" v="2032"/>
          <ac:picMkLst>
            <pc:docMk/>
            <pc:sldMk cId="1615643648" sldId="318"/>
            <ac:picMk id="33" creationId="{00AD2FDB-7FAC-7199-062D-B7095920B8D4}"/>
          </ac:picMkLst>
        </pc:picChg>
        <pc:picChg chg="mod topLvl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68" creationId="{D2AE2479-EF89-80C5-A6F2-A522DCA8D2E2}"/>
          </ac:picMkLst>
        </pc:picChg>
        <pc:picChg chg="mod topLvl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71" creationId="{72146B55-62F5-EC98-F426-BB7E87F0C120}"/>
          </ac:picMkLst>
        </pc:picChg>
        <pc:picChg chg="mod topLvl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72" creationId="{CE6DA7A1-59DF-C2DA-9601-AB8D37532974}"/>
          </ac:picMkLst>
        </pc:picChg>
        <pc:picChg chg="mod topLvl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74" creationId="{2380D18B-FCB2-19FA-986E-367230A6D12D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88" creationId="{88DFB196-248F-DBB6-DB9A-281DCF60B33F}"/>
          </ac:picMkLst>
        </pc:picChg>
        <pc:picChg chg="mod topLvl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20" creationId="{04C7086B-F037-9813-130C-04424A2BA4FF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21" creationId="{98792797-C770-D463-912D-D593F8001525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026" creationId="{36894354-E254-6B8D-8F49-597B530EC618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028" creationId="{60E92101-2F76-CA92-97C6-459CC0859198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030" creationId="{9DBF5117-6259-9BB5-393C-18203EDCAF8D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036" creationId="{8833E46A-BEC9-A1A9-6A74-256E03917ECC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052" creationId="{6FCB59A2-04DF-03E2-7A73-4C409875022C}"/>
          </ac:picMkLst>
        </pc:picChg>
        <pc:picChg chg="mod topLvl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054" creationId="{E9CFD33C-8ED0-A29D-07A5-E2007BA73E51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056" creationId="{F42D1850-7410-9439-2AEE-8D73B07637FE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1065" creationId="{A56B892E-4631-DF42-BEBF-20A6E24FC571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060" creationId="{4882A96C-A928-64A4-07B1-E1DCA087A393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062" creationId="{6F073C4D-4829-71AD-EDFC-B0705140262A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064" creationId="{D8E0038D-3783-939E-61ED-4858259E5F34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068" creationId="{09762ECB-33DB-72ED-4679-1A5845655354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172" creationId="{6EDDD4C2-D757-32E8-5CD8-BD5F6768BD74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181" creationId="{21AE8D0E-996C-CFE7-324C-A0A5D471B858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190" creationId="{2215DAC5-892F-3A7A-9670-79F8C8DA2EC5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199" creationId="{D15E979F-3908-C0BE-250C-557967A30E4E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222" creationId="{71693ECC-C750-1CCC-DC64-E7FC5AF4F96F}"/>
          </ac:picMkLst>
        </pc:picChg>
        <pc:picChg chg="mod">
          <ac:chgData name="Rishubh Rastogi" userId="dc882108-eba1-4f8f-b9f5-f81d16eabe8f" providerId="ADAL" clId="{B277DAAC-C3BE-4DC5-AECF-FB907B9EF7B2}" dt="2024-05-15T05:03:14.523" v="205" actId="165"/>
          <ac:picMkLst>
            <pc:docMk/>
            <pc:sldMk cId="1615643648" sldId="318"/>
            <ac:picMk id="2231" creationId="{41C56C08-82AB-69A4-1D14-5E312CC3F164}"/>
          </ac:picMkLst>
        </pc:picChg>
        <pc:picChg chg="add">
          <ac:chgData name="Rishubh Rastogi" userId="dc882108-eba1-4f8f-b9f5-f81d16eabe8f" providerId="ADAL" clId="{B277DAAC-C3BE-4DC5-AECF-FB907B9EF7B2}" dt="2024-05-15T04:26:19.383" v="112"/>
          <ac:picMkLst>
            <pc:docMk/>
            <pc:sldMk cId="1615643648" sldId="318"/>
            <ac:picMk id="3074" creationId="{6A4FE601-C0B5-B98B-4F4D-42E9C420EDB1}"/>
          </ac:picMkLst>
        </pc:picChg>
        <pc:picChg chg="add">
          <ac:chgData name="Rishubh Rastogi" userId="dc882108-eba1-4f8f-b9f5-f81d16eabe8f" providerId="ADAL" clId="{B277DAAC-C3BE-4DC5-AECF-FB907B9EF7B2}" dt="2024-05-15T04:27:04.442" v="113"/>
          <ac:picMkLst>
            <pc:docMk/>
            <pc:sldMk cId="1615643648" sldId="318"/>
            <ac:picMk id="3076" creationId="{B7C4D2D9-7ED2-1F1F-70D6-FA09E94249A3}"/>
          </ac:picMkLst>
        </pc:picChg>
        <pc:picChg chg="add">
          <ac:chgData name="Rishubh Rastogi" userId="dc882108-eba1-4f8f-b9f5-f81d16eabe8f" providerId="ADAL" clId="{B277DAAC-C3BE-4DC5-AECF-FB907B9EF7B2}" dt="2024-05-15T04:27:25.299" v="114"/>
          <ac:picMkLst>
            <pc:docMk/>
            <pc:sldMk cId="1615643648" sldId="318"/>
            <ac:picMk id="3078" creationId="{28A28E00-1127-072F-27C5-4B4E828322E7}"/>
          </ac:picMkLst>
        </pc:picChg>
        <pc:picChg chg="add mod">
          <ac:chgData name="Rishubh Rastogi" userId="dc882108-eba1-4f8f-b9f5-f81d16eabe8f" providerId="ADAL" clId="{B277DAAC-C3BE-4DC5-AECF-FB907B9EF7B2}" dt="2024-05-15T04:28:47.542" v="141" actId="1076"/>
          <ac:picMkLst>
            <pc:docMk/>
            <pc:sldMk cId="1615643648" sldId="318"/>
            <ac:picMk id="3080" creationId="{CDC5C7CE-E6B9-606C-F768-895FDC34C592}"/>
          </ac:picMkLst>
        </pc:pic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6" creationId="{4C408801-D59B-55DF-E20C-EA42A4C8259E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0" creationId="{F6497C75-2802-6537-D1A3-AC6BA3035C82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32" creationId="{05E03825-5E87-32F6-FFFB-B0D6653DFD48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36" creationId="{4A9E7A9F-2EE9-2F64-4209-AD4D609B982E}"/>
          </ac:cxnSpMkLst>
        </pc:cxnChg>
        <pc:cxnChg chg="add mod">
          <ac:chgData name="Rishubh Rastogi" userId="dc882108-eba1-4f8f-b9f5-f81d16eabe8f" providerId="ADAL" clId="{B277DAAC-C3BE-4DC5-AECF-FB907B9EF7B2}" dt="2024-05-15T04:31:16.475" v="148" actId="1582"/>
          <ac:cxnSpMkLst>
            <pc:docMk/>
            <pc:sldMk cId="1615643648" sldId="318"/>
            <ac:cxnSpMk id="42" creationId="{BFC09BC9-28E7-F7DD-33C8-B8D5AC941514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43" creationId="{2DB36E41-E21A-BCD9-1D9E-CEA85FB58E18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45" creationId="{30216577-DA24-16B8-60D7-21CF891CF2C2}"/>
          </ac:cxnSpMkLst>
        </pc:cxnChg>
        <pc:cxnChg chg="add mod">
          <ac:chgData name="Rishubh Rastogi" userId="dc882108-eba1-4f8f-b9f5-f81d16eabe8f" providerId="ADAL" clId="{B277DAAC-C3BE-4DC5-AECF-FB907B9EF7B2}" dt="2024-05-15T04:31:35.893" v="151" actId="1582"/>
          <ac:cxnSpMkLst>
            <pc:docMk/>
            <pc:sldMk cId="1615643648" sldId="318"/>
            <ac:cxnSpMk id="46" creationId="{4A04F533-D145-FFF1-7634-4C12A0AB1828}"/>
          </ac:cxnSpMkLst>
        </pc:cxnChg>
        <pc:cxnChg chg="add mod">
          <ac:chgData name="Rishubh Rastogi" userId="dc882108-eba1-4f8f-b9f5-f81d16eabe8f" providerId="ADAL" clId="{B277DAAC-C3BE-4DC5-AECF-FB907B9EF7B2}" dt="2024-05-15T07:38:29.525" v="2039" actId="1076"/>
          <ac:cxnSpMkLst>
            <pc:docMk/>
            <pc:sldMk cId="1615643648" sldId="318"/>
            <ac:cxnSpMk id="49" creationId="{9718265E-33FA-E889-BD25-D3F1AED64F81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95" creationId="{64C9E859-07DF-0798-06FB-F9C1F9BD13EF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99" creationId="{B6F92D55-7596-D931-89AD-02E2C3006264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05" creationId="{6F2DAD34-CF80-E2F3-7A29-3B4720ADE411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10" creationId="{FCEF7FF1-DF41-9FC5-D9E4-670FB18BF975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16" creationId="{D2C318EE-4ACB-E149-7A6D-6DA09B25F4C0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025" creationId="{9C0CA893-5DF6-B69E-4ABA-C1776B325F3D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033" creationId="{69982015-922F-5308-E4E9-4D0A08CB50D3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041" creationId="{AC867CFD-234E-AF10-7FF7-621865293456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047" creationId="{7F408D70-3072-D1BD-7505-0B87B1FEAAD8}"/>
          </ac:cxnSpMkLst>
        </pc:cxnChg>
        <pc:cxnChg chg="mod topLvl">
          <ac:chgData name="Rishubh Rastogi" userId="dc882108-eba1-4f8f-b9f5-f81d16eabe8f" providerId="ADAL" clId="{B277DAAC-C3BE-4DC5-AECF-FB907B9EF7B2}" dt="2024-05-15T05:03:14.523" v="205" actId="165"/>
          <ac:cxnSpMkLst>
            <pc:docMk/>
            <pc:sldMk cId="1615643648" sldId="318"/>
            <ac:cxnSpMk id="1049" creationId="{12B7042D-5248-14FD-F031-32502219A11F}"/>
          </ac:cxnSpMkLst>
        </pc:cxnChg>
      </pc:sldChg>
      <pc:sldChg chg="addSp delSp modSp add del mod">
        <pc:chgData name="Rishubh Rastogi" userId="dc882108-eba1-4f8f-b9f5-f81d16eabe8f" providerId="ADAL" clId="{B277DAAC-C3BE-4DC5-AECF-FB907B9EF7B2}" dt="2024-05-15T05:39:30.833" v="620" actId="47"/>
        <pc:sldMkLst>
          <pc:docMk/>
          <pc:sldMk cId="4074991605" sldId="319"/>
        </pc:sldMkLst>
        <pc:spChg chg="del">
          <ac:chgData name="Rishubh Rastogi" userId="dc882108-eba1-4f8f-b9f5-f81d16eabe8f" providerId="ADAL" clId="{B277DAAC-C3BE-4DC5-AECF-FB907B9EF7B2}" dt="2024-05-15T05:03:30.914" v="207" actId="478"/>
          <ac:spMkLst>
            <pc:docMk/>
            <pc:sldMk cId="4074991605" sldId="319"/>
            <ac:spMk id="7" creationId="{B776804A-264A-1FC3-162E-F42D1770CB66}"/>
          </ac:spMkLst>
        </pc:spChg>
        <pc:spChg chg="mod">
          <ac:chgData name="Rishubh Rastogi" userId="dc882108-eba1-4f8f-b9f5-f81d16eabe8f" providerId="ADAL" clId="{B277DAAC-C3BE-4DC5-AECF-FB907B9EF7B2}" dt="2024-05-15T05:04:09.975" v="208"/>
          <ac:spMkLst>
            <pc:docMk/>
            <pc:sldMk cId="4074991605" sldId="319"/>
            <ac:spMk id="8" creationId="{55A3A7C2-6E26-3246-5371-D7748A44AC63}"/>
          </ac:spMkLst>
        </pc:spChg>
        <pc:spChg chg="del">
          <ac:chgData name="Rishubh Rastogi" userId="dc882108-eba1-4f8f-b9f5-f81d16eabe8f" providerId="ADAL" clId="{B277DAAC-C3BE-4DC5-AECF-FB907B9EF7B2}" dt="2024-05-15T05:03:30.914" v="207" actId="478"/>
          <ac:spMkLst>
            <pc:docMk/>
            <pc:sldMk cId="4074991605" sldId="319"/>
            <ac:spMk id="13" creationId="{19AA56B9-3902-A548-BDE7-15EAF67C69A0}"/>
          </ac:spMkLst>
        </pc:spChg>
        <pc:spChg chg="del">
          <ac:chgData name="Rishubh Rastogi" userId="dc882108-eba1-4f8f-b9f5-f81d16eabe8f" providerId="ADAL" clId="{B277DAAC-C3BE-4DC5-AECF-FB907B9EF7B2}" dt="2024-05-15T05:03:30.914" v="207" actId="478"/>
          <ac:spMkLst>
            <pc:docMk/>
            <pc:sldMk cId="4074991605" sldId="319"/>
            <ac:spMk id="22" creationId="{BC073F48-C0EF-6D3A-8D5F-86F80EDE97CA}"/>
          </ac:spMkLst>
        </pc:spChg>
        <pc:spChg chg="mod">
          <ac:chgData name="Rishubh Rastogi" userId="dc882108-eba1-4f8f-b9f5-f81d16eabe8f" providerId="ADAL" clId="{B277DAAC-C3BE-4DC5-AECF-FB907B9EF7B2}" dt="2024-05-15T05:04:09.975" v="208"/>
          <ac:spMkLst>
            <pc:docMk/>
            <pc:sldMk cId="4074991605" sldId="319"/>
            <ac:spMk id="44" creationId="{615A5AFA-B2CF-B0EE-008F-5EF304F23FC5}"/>
          </ac:spMkLst>
        </pc:spChg>
        <pc:spChg chg="add mod">
          <ac:chgData name="Rishubh Rastogi" userId="dc882108-eba1-4f8f-b9f5-f81d16eabe8f" providerId="ADAL" clId="{B277DAAC-C3BE-4DC5-AECF-FB907B9EF7B2}" dt="2024-05-15T05:05:05.013" v="250" actId="27636"/>
          <ac:spMkLst>
            <pc:docMk/>
            <pc:sldMk cId="4074991605" sldId="319"/>
            <ac:spMk id="47" creationId="{235C8BC8-1EC3-200F-46BD-2E4659DBE7D9}"/>
          </ac:spMkLst>
        </pc:spChg>
        <pc:spChg chg="add mod">
          <ac:chgData name="Rishubh Rastogi" userId="dc882108-eba1-4f8f-b9f5-f81d16eabe8f" providerId="ADAL" clId="{B277DAAC-C3BE-4DC5-AECF-FB907B9EF7B2}" dt="2024-05-15T05:07:12.761" v="296" actId="1076"/>
          <ac:spMkLst>
            <pc:docMk/>
            <pc:sldMk cId="4074991605" sldId="319"/>
            <ac:spMk id="56" creationId="{129DAA76-F3ED-4DAC-184A-A25A0D56D76C}"/>
          </ac:spMkLst>
        </pc:spChg>
        <pc:spChg chg="add mod">
          <ac:chgData name="Rishubh Rastogi" userId="dc882108-eba1-4f8f-b9f5-f81d16eabe8f" providerId="ADAL" clId="{B277DAAC-C3BE-4DC5-AECF-FB907B9EF7B2}" dt="2024-05-15T05:07:39.562" v="310" actId="6549"/>
          <ac:spMkLst>
            <pc:docMk/>
            <pc:sldMk cId="4074991605" sldId="319"/>
            <ac:spMk id="59" creationId="{89372D97-AE70-3072-AED7-75F05C6E065B}"/>
          </ac:spMkLst>
        </pc:spChg>
        <pc:spChg chg="add mod">
          <ac:chgData name="Rishubh Rastogi" userId="dc882108-eba1-4f8f-b9f5-f81d16eabe8f" providerId="ADAL" clId="{B277DAAC-C3BE-4DC5-AECF-FB907B9EF7B2}" dt="2024-05-15T05:07:44.327" v="316" actId="20577"/>
          <ac:spMkLst>
            <pc:docMk/>
            <pc:sldMk cId="4074991605" sldId="319"/>
            <ac:spMk id="60" creationId="{41B685BC-EFE6-E379-873A-1DEA8A25A226}"/>
          </ac:spMkLst>
        </pc:spChg>
        <pc:spChg chg="add">
          <ac:chgData name="Rishubh Rastogi" userId="dc882108-eba1-4f8f-b9f5-f81d16eabe8f" providerId="ADAL" clId="{B277DAAC-C3BE-4DC5-AECF-FB907B9EF7B2}" dt="2024-05-15T05:08:55.180" v="317"/>
          <ac:spMkLst>
            <pc:docMk/>
            <pc:sldMk cId="4074991605" sldId="319"/>
            <ac:spMk id="62" creationId="{547318A5-9DC0-65B9-86FF-DB3047352E3C}"/>
          </ac:spMkLst>
        </pc:spChg>
        <pc:spChg chg="add mod topLvl">
          <ac:chgData name="Rishubh Rastogi" userId="dc882108-eba1-4f8f-b9f5-f81d16eabe8f" providerId="ADAL" clId="{B277DAAC-C3BE-4DC5-AECF-FB907B9EF7B2}" dt="2024-05-15T05:21:56.351" v="428" actId="165"/>
          <ac:spMkLst>
            <pc:docMk/>
            <pc:sldMk cId="4074991605" sldId="319"/>
            <ac:spMk id="63" creationId="{0AA539C0-D6D6-7587-EB9C-61CDCEC33FF9}"/>
          </ac:spMkLst>
        </pc:spChg>
        <pc:spChg chg="add mod ord">
          <ac:chgData name="Rishubh Rastogi" userId="dc882108-eba1-4f8f-b9f5-f81d16eabe8f" providerId="ADAL" clId="{B277DAAC-C3BE-4DC5-AECF-FB907B9EF7B2}" dt="2024-05-15T05:11:51.742" v="355" actId="2085"/>
          <ac:spMkLst>
            <pc:docMk/>
            <pc:sldMk cId="4074991605" sldId="319"/>
            <ac:spMk id="65" creationId="{F67B1F2A-BC05-77B6-5C58-D333A25625BE}"/>
          </ac:spMkLst>
        </pc:spChg>
        <pc:spChg chg="add mod">
          <ac:chgData name="Rishubh Rastogi" userId="dc882108-eba1-4f8f-b9f5-f81d16eabe8f" providerId="ADAL" clId="{B277DAAC-C3BE-4DC5-AECF-FB907B9EF7B2}" dt="2024-05-15T05:19:37.306" v="413" actId="2710"/>
          <ac:spMkLst>
            <pc:docMk/>
            <pc:sldMk cId="4074991605" sldId="319"/>
            <ac:spMk id="81" creationId="{63D4DA95-E9EF-3460-D4E9-30A3EC02206C}"/>
          </ac:spMkLst>
        </pc:spChg>
        <pc:spChg chg="mod topLvl">
          <ac:chgData name="Rishubh Rastogi" userId="dc882108-eba1-4f8f-b9f5-f81d16eabe8f" providerId="ADAL" clId="{B277DAAC-C3BE-4DC5-AECF-FB907B9EF7B2}" dt="2024-05-15T05:22:06.239" v="435" actId="165"/>
          <ac:spMkLst>
            <pc:docMk/>
            <pc:sldMk cId="4074991605" sldId="319"/>
            <ac:spMk id="98" creationId="{20345788-A5A5-CDB3-E046-4001B8D161F2}"/>
          </ac:spMkLst>
        </pc:spChg>
        <pc:spChg chg="add mod">
          <ac:chgData name="Rishubh Rastogi" userId="dc882108-eba1-4f8f-b9f5-f81d16eabe8f" providerId="ADAL" clId="{B277DAAC-C3BE-4DC5-AECF-FB907B9EF7B2}" dt="2024-05-15T05:21:02.731" v="424" actId="6549"/>
          <ac:spMkLst>
            <pc:docMk/>
            <pc:sldMk cId="4074991605" sldId="319"/>
            <ac:spMk id="100" creationId="{E912FA7F-AE40-E5EB-6FEF-DF3BC87FA63B}"/>
          </ac:spMkLst>
        </pc:spChg>
        <pc:spChg chg="del">
          <ac:chgData name="Rishubh Rastogi" userId="dc882108-eba1-4f8f-b9f5-f81d16eabe8f" providerId="ADAL" clId="{B277DAAC-C3BE-4DC5-AECF-FB907B9EF7B2}" dt="2024-05-15T05:03:30.914" v="207" actId="478"/>
          <ac:spMkLst>
            <pc:docMk/>
            <pc:sldMk cId="4074991605" sldId="319"/>
            <ac:spMk id="1076" creationId="{DB795E05-18C8-F3B3-75A5-8CAFEBB30C16}"/>
          </ac:spMkLst>
        </pc:spChg>
        <pc:spChg chg="del">
          <ac:chgData name="Rishubh Rastogi" userId="dc882108-eba1-4f8f-b9f5-f81d16eabe8f" providerId="ADAL" clId="{B277DAAC-C3BE-4DC5-AECF-FB907B9EF7B2}" dt="2024-05-15T05:03:30.914" v="207" actId="478"/>
          <ac:spMkLst>
            <pc:docMk/>
            <pc:sldMk cId="4074991605" sldId="319"/>
            <ac:spMk id="1077" creationId="{673C55C7-7FC6-57A6-BCCA-C984986DF153}"/>
          </ac:spMkLst>
        </pc:spChg>
        <pc:grpChg chg="add mod">
          <ac:chgData name="Rishubh Rastogi" userId="dc882108-eba1-4f8f-b9f5-f81d16eabe8f" providerId="ADAL" clId="{B277DAAC-C3BE-4DC5-AECF-FB907B9EF7B2}" dt="2024-05-15T05:04:09.975" v="208"/>
          <ac:grpSpMkLst>
            <pc:docMk/>
            <pc:sldMk cId="4074991605" sldId="319"/>
            <ac:grpSpMk id="2" creationId="{3532DC32-4DE4-BA62-6960-65196D9995AA}"/>
          </ac:grpSpMkLst>
        </pc:grpChg>
        <pc:grpChg chg="del">
          <ac:chgData name="Rishubh Rastogi" userId="dc882108-eba1-4f8f-b9f5-f81d16eabe8f" providerId="ADAL" clId="{B277DAAC-C3BE-4DC5-AECF-FB907B9EF7B2}" dt="2024-05-15T05:03:30.914" v="207" actId="478"/>
          <ac:grpSpMkLst>
            <pc:docMk/>
            <pc:sldMk cId="4074991605" sldId="319"/>
            <ac:grpSpMk id="12" creationId="{A664F2F6-A0DA-E22E-43A8-1A77D04DE7A1}"/>
          </ac:grpSpMkLst>
        </pc:grpChg>
        <pc:grpChg chg="del">
          <ac:chgData name="Rishubh Rastogi" userId="dc882108-eba1-4f8f-b9f5-f81d16eabe8f" providerId="ADAL" clId="{B277DAAC-C3BE-4DC5-AECF-FB907B9EF7B2}" dt="2024-05-15T05:03:30.914" v="207" actId="478"/>
          <ac:grpSpMkLst>
            <pc:docMk/>
            <pc:sldMk cId="4074991605" sldId="319"/>
            <ac:grpSpMk id="21" creationId="{79602A42-F721-A529-41A7-EB9E799179FC}"/>
          </ac:grpSpMkLst>
        </pc:grpChg>
        <pc:grpChg chg="add del mod">
          <ac:chgData name="Rishubh Rastogi" userId="dc882108-eba1-4f8f-b9f5-f81d16eabe8f" providerId="ADAL" clId="{B277DAAC-C3BE-4DC5-AECF-FB907B9EF7B2}" dt="2024-05-15T05:21:56.351" v="428" actId="165"/>
          <ac:grpSpMkLst>
            <pc:docMk/>
            <pc:sldMk cId="4074991605" sldId="319"/>
            <ac:grpSpMk id="64" creationId="{94A22A0E-5BA3-1874-20BB-5FF8B0CE692B}"/>
          </ac:grpSpMkLst>
        </pc:grpChg>
        <pc:grpChg chg="add del mod">
          <ac:chgData name="Rishubh Rastogi" userId="dc882108-eba1-4f8f-b9f5-f81d16eabe8f" providerId="ADAL" clId="{B277DAAC-C3BE-4DC5-AECF-FB907B9EF7B2}" dt="2024-05-15T05:22:06.239" v="435" actId="165"/>
          <ac:grpSpMkLst>
            <pc:docMk/>
            <pc:sldMk cId="4074991605" sldId="319"/>
            <ac:grpSpMk id="82" creationId="{683E07D1-3798-BAF2-2E47-F362EFD081BE}"/>
          </ac:grpSpMkLst>
        </pc:grpChg>
        <pc:picChg chg="mod">
          <ac:chgData name="Rishubh Rastogi" userId="dc882108-eba1-4f8f-b9f5-f81d16eabe8f" providerId="ADAL" clId="{B277DAAC-C3BE-4DC5-AECF-FB907B9EF7B2}" dt="2024-05-15T05:04:09.975" v="208"/>
          <ac:picMkLst>
            <pc:docMk/>
            <pc:sldMk cId="4074991605" sldId="319"/>
            <ac:picMk id="39" creationId="{B758099D-3A0F-8036-016A-7D37B76980B1}"/>
          </ac:picMkLst>
        </pc:picChg>
        <pc:picChg chg="del mod topLvl">
          <ac:chgData name="Rishubh Rastogi" userId="dc882108-eba1-4f8f-b9f5-f81d16eabe8f" providerId="ADAL" clId="{B277DAAC-C3BE-4DC5-AECF-FB907B9EF7B2}" dt="2024-05-15T05:22:08.115" v="436" actId="478"/>
          <ac:picMkLst>
            <pc:docMk/>
            <pc:sldMk cId="4074991605" sldId="319"/>
            <ac:picMk id="96" creationId="{5D1F1897-F3E8-42C9-2895-F7B63BB0B704}"/>
          </ac:picMkLst>
        </pc:picChg>
        <pc:picChg chg="add mod topLvl">
          <ac:chgData name="Rishubh Rastogi" userId="dc882108-eba1-4f8f-b9f5-f81d16eabe8f" providerId="ADAL" clId="{B277DAAC-C3BE-4DC5-AECF-FB907B9EF7B2}" dt="2024-05-15T05:21:56.351" v="428" actId="165"/>
          <ac:picMkLst>
            <pc:docMk/>
            <pc:sldMk cId="4074991605" sldId="319"/>
            <ac:picMk id="5124" creationId="{59AF6804-C23D-7EAB-434C-6078D2E11201}"/>
          </ac:picMkLst>
        </pc:picChg>
        <pc:picChg chg="add mod">
          <ac:chgData name="Rishubh Rastogi" userId="dc882108-eba1-4f8f-b9f5-f81d16eabe8f" providerId="ADAL" clId="{B277DAAC-C3BE-4DC5-AECF-FB907B9EF7B2}" dt="2024-05-15T05:22:13.341" v="437" actId="1076"/>
          <ac:picMkLst>
            <pc:docMk/>
            <pc:sldMk cId="4074991605" sldId="319"/>
            <ac:picMk id="5126" creationId="{D6271AB2-E7E9-F977-2D61-A3AA072898F7}"/>
          </ac:picMkLst>
        </pc:picChg>
        <pc:cxnChg chg="del">
          <ac:chgData name="Rishubh Rastogi" userId="dc882108-eba1-4f8f-b9f5-f81d16eabe8f" providerId="ADAL" clId="{B277DAAC-C3BE-4DC5-AECF-FB907B9EF7B2}" dt="2024-05-15T05:03:30.914" v="207" actId="478"/>
          <ac:cxnSpMkLst>
            <pc:docMk/>
            <pc:sldMk cId="4074991605" sldId="319"/>
            <ac:cxnSpMk id="42" creationId="{BFC09BC9-28E7-F7DD-33C8-B8D5AC941514}"/>
          </ac:cxnSpMkLst>
        </pc:cxnChg>
        <pc:cxnChg chg="del">
          <ac:chgData name="Rishubh Rastogi" userId="dc882108-eba1-4f8f-b9f5-f81d16eabe8f" providerId="ADAL" clId="{B277DAAC-C3BE-4DC5-AECF-FB907B9EF7B2}" dt="2024-05-15T05:03:30.914" v="207" actId="478"/>
          <ac:cxnSpMkLst>
            <pc:docMk/>
            <pc:sldMk cId="4074991605" sldId="319"/>
            <ac:cxnSpMk id="46" creationId="{4A04F533-D145-FFF1-7634-4C12A0AB1828}"/>
          </ac:cxnSpMkLst>
        </pc:cxnChg>
        <pc:cxnChg chg="add mod">
          <ac:chgData name="Rishubh Rastogi" userId="dc882108-eba1-4f8f-b9f5-f81d16eabe8f" providerId="ADAL" clId="{B277DAAC-C3BE-4DC5-AECF-FB907B9EF7B2}" dt="2024-05-15T05:21:10.461" v="425" actId="14100"/>
          <ac:cxnSpMkLst>
            <pc:docMk/>
            <pc:sldMk cId="4074991605" sldId="319"/>
            <ac:cxnSpMk id="51" creationId="{840546E3-3135-3123-1C09-D2DE7ED10BB3}"/>
          </ac:cxnSpMkLst>
        </pc:cxnChg>
        <pc:cxnChg chg="add mod">
          <ac:chgData name="Rishubh Rastogi" userId="dc882108-eba1-4f8f-b9f5-f81d16eabe8f" providerId="ADAL" clId="{B277DAAC-C3BE-4DC5-AECF-FB907B9EF7B2}" dt="2024-05-15T05:21:16.349" v="426" actId="14100"/>
          <ac:cxnSpMkLst>
            <pc:docMk/>
            <pc:sldMk cId="4074991605" sldId="319"/>
            <ac:cxnSpMk id="54" creationId="{9FAC093C-AE3D-8DED-CBB1-D6D5EB7956F5}"/>
          </ac:cxnSpMkLst>
        </pc:cxnChg>
      </pc:sldChg>
      <pc:sldChg chg="add del">
        <pc:chgData name="Rishubh Rastogi" userId="dc882108-eba1-4f8f-b9f5-f81d16eabe8f" providerId="ADAL" clId="{B277DAAC-C3BE-4DC5-AECF-FB907B9EF7B2}" dt="2024-05-15T07:29:25.247" v="2031" actId="47"/>
        <pc:sldMkLst>
          <pc:docMk/>
          <pc:sldMk cId="1817783143" sldId="320"/>
        </pc:sldMkLst>
      </pc:sldChg>
      <pc:sldChg chg="addSp delSp modSp add mod">
        <pc:chgData name="Rishubh Rastogi" userId="dc882108-eba1-4f8f-b9f5-f81d16eabe8f" providerId="ADAL" clId="{B277DAAC-C3BE-4DC5-AECF-FB907B9EF7B2}" dt="2024-05-15T05:39:55.519" v="650" actId="20577"/>
        <pc:sldMkLst>
          <pc:docMk/>
          <pc:sldMk cId="3089444046" sldId="321"/>
        </pc:sldMkLst>
        <pc:spChg chg="add mod">
          <ac:chgData name="Rishubh Rastogi" userId="dc882108-eba1-4f8f-b9f5-f81d16eabe8f" providerId="ADAL" clId="{B277DAAC-C3BE-4DC5-AECF-FB907B9EF7B2}" dt="2024-05-15T05:28:13.495" v="522"/>
          <ac:spMkLst>
            <pc:docMk/>
            <pc:sldMk cId="3089444046" sldId="321"/>
            <ac:spMk id="8" creationId="{B93BA186-44B4-55EF-6D5B-0F3D5033E3E8}"/>
          </ac:spMkLst>
        </pc:spChg>
        <pc:spChg chg="mod">
          <ac:chgData name="Rishubh Rastogi" userId="dc882108-eba1-4f8f-b9f5-f81d16eabe8f" providerId="ADAL" clId="{B277DAAC-C3BE-4DC5-AECF-FB907B9EF7B2}" dt="2024-05-15T05:28:15.881" v="523"/>
          <ac:spMkLst>
            <pc:docMk/>
            <pc:sldMk cId="3089444046" sldId="321"/>
            <ac:spMk id="11" creationId="{4753E8FA-B54A-325D-317B-99ED0FD151E3}"/>
          </ac:spMkLst>
        </pc:spChg>
        <pc:spChg chg="add mod">
          <ac:chgData name="Rishubh Rastogi" userId="dc882108-eba1-4f8f-b9f5-f81d16eabe8f" providerId="ADAL" clId="{B277DAAC-C3BE-4DC5-AECF-FB907B9EF7B2}" dt="2024-05-15T05:28:37" v="547" actId="20577"/>
          <ac:spMkLst>
            <pc:docMk/>
            <pc:sldMk cId="3089444046" sldId="321"/>
            <ac:spMk id="12" creationId="{D8D85553-71FB-D2BD-385A-45805C647E0E}"/>
          </ac:spMkLst>
        </pc:spChg>
        <pc:spChg chg="add del mod">
          <ac:chgData name="Rishubh Rastogi" userId="dc882108-eba1-4f8f-b9f5-f81d16eabe8f" providerId="ADAL" clId="{B277DAAC-C3BE-4DC5-AECF-FB907B9EF7B2}" dt="2024-05-15T05:39:25.910" v="619" actId="478"/>
          <ac:spMkLst>
            <pc:docMk/>
            <pc:sldMk cId="3089444046" sldId="321"/>
            <ac:spMk id="13" creationId="{B42E7143-0256-5610-9D03-F5E9F577A7ED}"/>
          </ac:spMkLst>
        </pc:spChg>
        <pc:spChg chg="add">
          <ac:chgData name="Rishubh Rastogi" userId="dc882108-eba1-4f8f-b9f5-f81d16eabe8f" providerId="ADAL" clId="{B277DAAC-C3BE-4DC5-AECF-FB907B9EF7B2}" dt="2024-05-15T05:31:05.563" v="548"/>
          <ac:spMkLst>
            <pc:docMk/>
            <pc:sldMk cId="3089444046" sldId="321"/>
            <ac:spMk id="14" creationId="{307F8EF9-0CEC-2687-A337-D086034E8CC7}"/>
          </ac:spMkLst>
        </pc:spChg>
        <pc:spChg chg="add mod">
          <ac:chgData name="Rishubh Rastogi" userId="dc882108-eba1-4f8f-b9f5-f81d16eabe8f" providerId="ADAL" clId="{B277DAAC-C3BE-4DC5-AECF-FB907B9EF7B2}" dt="2024-05-15T05:33:11.413" v="561" actId="20577"/>
          <ac:spMkLst>
            <pc:docMk/>
            <pc:sldMk cId="3089444046" sldId="321"/>
            <ac:spMk id="15" creationId="{309D3F98-0D9A-EC76-0C76-AE2A0998D2AD}"/>
          </ac:spMkLst>
        </pc:spChg>
        <pc:spChg chg="add">
          <ac:chgData name="Rishubh Rastogi" userId="dc882108-eba1-4f8f-b9f5-f81d16eabe8f" providerId="ADAL" clId="{B277DAAC-C3BE-4DC5-AECF-FB907B9EF7B2}" dt="2024-05-15T05:34:40.942" v="562"/>
          <ac:spMkLst>
            <pc:docMk/>
            <pc:sldMk cId="3089444046" sldId="321"/>
            <ac:spMk id="16" creationId="{AA566A20-EFDE-C8B9-0F88-A7330A1AB7DC}"/>
          </ac:spMkLst>
        </pc:spChg>
        <pc:spChg chg="add mod">
          <ac:chgData name="Rishubh Rastogi" userId="dc882108-eba1-4f8f-b9f5-f81d16eabe8f" providerId="ADAL" clId="{B277DAAC-C3BE-4DC5-AECF-FB907B9EF7B2}" dt="2024-05-15T05:37:07.726" v="599" actId="1076"/>
          <ac:spMkLst>
            <pc:docMk/>
            <pc:sldMk cId="3089444046" sldId="321"/>
            <ac:spMk id="17" creationId="{7C35A6F0-C732-A730-FD95-64DFFC4B3977}"/>
          </ac:spMkLst>
        </pc:spChg>
        <pc:spChg chg="add mod">
          <ac:chgData name="Rishubh Rastogi" userId="dc882108-eba1-4f8f-b9f5-f81d16eabe8f" providerId="ADAL" clId="{B277DAAC-C3BE-4DC5-AECF-FB907B9EF7B2}" dt="2024-05-15T05:37:13.041" v="605" actId="20577"/>
          <ac:spMkLst>
            <pc:docMk/>
            <pc:sldMk cId="3089444046" sldId="321"/>
            <ac:spMk id="20" creationId="{FB106131-B744-839C-FB82-C8932AF87BA9}"/>
          </ac:spMkLst>
        </pc:spChg>
        <pc:spChg chg="mod">
          <ac:chgData name="Rishubh Rastogi" userId="dc882108-eba1-4f8f-b9f5-f81d16eabe8f" providerId="ADAL" clId="{B277DAAC-C3BE-4DC5-AECF-FB907B9EF7B2}" dt="2024-05-15T05:39:55.519" v="650" actId="20577"/>
          <ac:spMkLst>
            <pc:docMk/>
            <pc:sldMk cId="3089444046" sldId="321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5:25:11.414" v="444" actId="1076"/>
          <ac:spMkLst>
            <pc:docMk/>
            <pc:sldMk cId="3089444046" sldId="321"/>
            <ac:spMk id="56" creationId="{129DAA76-F3ED-4DAC-184A-A25A0D56D76C}"/>
          </ac:spMkLst>
        </pc:spChg>
        <pc:spChg chg="mod">
          <ac:chgData name="Rishubh Rastogi" userId="dc882108-eba1-4f8f-b9f5-f81d16eabe8f" providerId="ADAL" clId="{B277DAAC-C3BE-4DC5-AECF-FB907B9EF7B2}" dt="2024-05-15T05:25:11.414" v="444" actId="1076"/>
          <ac:spMkLst>
            <pc:docMk/>
            <pc:sldMk cId="3089444046" sldId="321"/>
            <ac:spMk id="59" creationId="{89372D97-AE70-3072-AED7-75F05C6E065B}"/>
          </ac:spMkLst>
        </pc:spChg>
        <pc:spChg chg="mod">
          <ac:chgData name="Rishubh Rastogi" userId="dc882108-eba1-4f8f-b9f5-f81d16eabe8f" providerId="ADAL" clId="{B277DAAC-C3BE-4DC5-AECF-FB907B9EF7B2}" dt="2024-05-15T05:25:11.414" v="444" actId="1076"/>
          <ac:spMkLst>
            <pc:docMk/>
            <pc:sldMk cId="3089444046" sldId="321"/>
            <ac:spMk id="60" creationId="{41B685BC-EFE6-E379-873A-1DEA8A25A226}"/>
          </ac:spMkLst>
        </pc:spChg>
        <pc:spChg chg="mod">
          <ac:chgData name="Rishubh Rastogi" userId="dc882108-eba1-4f8f-b9f5-f81d16eabe8f" providerId="ADAL" clId="{B277DAAC-C3BE-4DC5-AECF-FB907B9EF7B2}" dt="2024-05-15T05:25:57.467" v="483" actId="1076"/>
          <ac:spMkLst>
            <pc:docMk/>
            <pc:sldMk cId="3089444046" sldId="321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5:24:46.469" v="439" actId="1076"/>
          <ac:spMkLst>
            <pc:docMk/>
            <pc:sldMk cId="3089444046" sldId="321"/>
            <ac:spMk id="65" creationId="{F67B1F2A-BC05-77B6-5C58-D333A25625BE}"/>
          </ac:spMkLst>
        </pc:spChg>
        <pc:spChg chg="mod">
          <ac:chgData name="Rishubh Rastogi" userId="dc882108-eba1-4f8f-b9f5-f81d16eabe8f" providerId="ADAL" clId="{B277DAAC-C3BE-4DC5-AECF-FB907B9EF7B2}" dt="2024-05-15T05:27:20.074" v="511" actId="403"/>
          <ac:spMkLst>
            <pc:docMk/>
            <pc:sldMk cId="3089444046" sldId="321"/>
            <ac:spMk id="81" creationId="{63D4DA95-E9EF-3460-D4E9-30A3EC02206C}"/>
          </ac:spMkLst>
        </pc:spChg>
        <pc:spChg chg="mod">
          <ac:chgData name="Rishubh Rastogi" userId="dc882108-eba1-4f8f-b9f5-f81d16eabe8f" providerId="ADAL" clId="{B277DAAC-C3BE-4DC5-AECF-FB907B9EF7B2}" dt="2024-05-15T05:25:52.612" v="482" actId="1076"/>
          <ac:spMkLst>
            <pc:docMk/>
            <pc:sldMk cId="3089444046" sldId="321"/>
            <ac:spMk id="98" creationId="{20345788-A5A5-CDB3-E046-4001B8D161F2}"/>
          </ac:spMkLst>
        </pc:spChg>
        <pc:spChg chg="del mod">
          <ac:chgData name="Rishubh Rastogi" userId="dc882108-eba1-4f8f-b9f5-f81d16eabe8f" providerId="ADAL" clId="{B277DAAC-C3BE-4DC5-AECF-FB907B9EF7B2}" dt="2024-05-15T05:27:07.367" v="508" actId="478"/>
          <ac:spMkLst>
            <pc:docMk/>
            <pc:sldMk cId="3089444046" sldId="321"/>
            <ac:spMk id="100" creationId="{E912FA7F-AE40-E5EB-6FEF-DF3BC87FA63B}"/>
          </ac:spMkLst>
        </pc:spChg>
        <pc:grpChg chg="add mod">
          <ac:chgData name="Rishubh Rastogi" userId="dc882108-eba1-4f8f-b9f5-f81d16eabe8f" providerId="ADAL" clId="{B277DAAC-C3BE-4DC5-AECF-FB907B9EF7B2}" dt="2024-05-15T05:25:57.467" v="483" actId="1076"/>
          <ac:grpSpMkLst>
            <pc:docMk/>
            <pc:sldMk cId="3089444046" sldId="321"/>
            <ac:grpSpMk id="2" creationId="{29A597B3-9604-EE7F-B54D-BF2EC57384A4}"/>
          </ac:grpSpMkLst>
        </pc:grpChg>
        <pc:grpChg chg="add mod">
          <ac:chgData name="Rishubh Rastogi" userId="dc882108-eba1-4f8f-b9f5-f81d16eabe8f" providerId="ADAL" clId="{B277DAAC-C3BE-4DC5-AECF-FB907B9EF7B2}" dt="2024-05-15T05:25:52.612" v="482" actId="1076"/>
          <ac:grpSpMkLst>
            <pc:docMk/>
            <pc:sldMk cId="3089444046" sldId="321"/>
            <ac:grpSpMk id="3" creationId="{E06D9DF1-602A-C263-383F-B4BB61323B78}"/>
          </ac:grpSpMkLst>
        </pc:grpChg>
        <pc:grpChg chg="add mod">
          <ac:chgData name="Rishubh Rastogi" userId="dc882108-eba1-4f8f-b9f5-f81d16eabe8f" providerId="ADAL" clId="{B277DAAC-C3BE-4DC5-AECF-FB907B9EF7B2}" dt="2024-05-15T05:28:15.881" v="523"/>
          <ac:grpSpMkLst>
            <pc:docMk/>
            <pc:sldMk cId="3089444046" sldId="321"/>
            <ac:grpSpMk id="9" creationId="{504ACA36-3056-DB6D-E5E2-A94A0710074C}"/>
          </ac:grpSpMkLst>
        </pc:grpChg>
        <pc:picChg chg="add del mod">
          <ac:chgData name="Rishubh Rastogi" userId="dc882108-eba1-4f8f-b9f5-f81d16eabe8f" providerId="ADAL" clId="{B277DAAC-C3BE-4DC5-AECF-FB907B9EF7B2}" dt="2024-05-15T05:39:24.636" v="617" actId="478"/>
          <ac:picMkLst>
            <pc:docMk/>
            <pc:sldMk cId="3089444046" sldId="321"/>
            <ac:picMk id="7" creationId="{4B3EBE8E-E57C-3856-775D-51FCFBCD316C}"/>
          </ac:picMkLst>
        </pc:picChg>
        <pc:picChg chg="mod">
          <ac:chgData name="Rishubh Rastogi" userId="dc882108-eba1-4f8f-b9f5-f81d16eabe8f" providerId="ADAL" clId="{B277DAAC-C3BE-4DC5-AECF-FB907B9EF7B2}" dt="2024-05-15T05:28:15.881" v="523"/>
          <ac:picMkLst>
            <pc:docMk/>
            <pc:sldMk cId="3089444046" sldId="321"/>
            <ac:picMk id="10" creationId="{167600C8-7D63-1E73-AAE6-CE02A9F04D36}"/>
          </ac:picMkLst>
        </pc:picChg>
        <pc:picChg chg="add del mod">
          <ac:chgData name="Rishubh Rastogi" userId="dc882108-eba1-4f8f-b9f5-f81d16eabe8f" providerId="ADAL" clId="{B277DAAC-C3BE-4DC5-AECF-FB907B9EF7B2}" dt="2024-05-15T05:37:45.144" v="607" actId="478"/>
          <ac:picMkLst>
            <pc:docMk/>
            <pc:sldMk cId="3089444046" sldId="321"/>
            <ac:picMk id="19" creationId="{C8E36A2E-0B82-A10B-87EB-21020BF02660}"/>
          </ac:picMkLst>
        </pc:picChg>
        <pc:picChg chg="mod">
          <ac:chgData name="Rishubh Rastogi" userId="dc882108-eba1-4f8f-b9f5-f81d16eabe8f" providerId="ADAL" clId="{B277DAAC-C3BE-4DC5-AECF-FB907B9EF7B2}" dt="2024-05-15T05:25:57.467" v="483" actId="1076"/>
          <ac:picMkLst>
            <pc:docMk/>
            <pc:sldMk cId="3089444046" sldId="321"/>
            <ac:picMk id="5124" creationId="{59AF6804-C23D-7EAB-434C-6078D2E11201}"/>
          </ac:picMkLst>
        </pc:picChg>
        <pc:picChg chg="mod">
          <ac:chgData name="Rishubh Rastogi" userId="dc882108-eba1-4f8f-b9f5-f81d16eabe8f" providerId="ADAL" clId="{B277DAAC-C3BE-4DC5-AECF-FB907B9EF7B2}" dt="2024-05-15T05:25:52.612" v="482" actId="1076"/>
          <ac:picMkLst>
            <pc:docMk/>
            <pc:sldMk cId="3089444046" sldId="321"/>
            <ac:picMk id="5126" creationId="{D6271AB2-E7E9-F977-2D61-A3AA072898F7}"/>
          </ac:picMkLst>
        </pc:picChg>
        <pc:picChg chg="add mod">
          <ac:chgData name="Rishubh Rastogi" userId="dc882108-eba1-4f8f-b9f5-f81d16eabe8f" providerId="ADAL" clId="{B277DAAC-C3BE-4DC5-AECF-FB907B9EF7B2}" dt="2024-05-15T05:28:11.380" v="521" actId="1076"/>
          <ac:picMkLst>
            <pc:docMk/>
            <pc:sldMk cId="3089444046" sldId="321"/>
            <ac:picMk id="6146" creationId="{F00588F1-B032-4EDC-5CC1-AA56763A0D0F}"/>
          </ac:picMkLst>
        </pc:picChg>
        <pc:picChg chg="add mod">
          <ac:chgData name="Rishubh Rastogi" userId="dc882108-eba1-4f8f-b9f5-f81d16eabe8f" providerId="ADAL" clId="{B277DAAC-C3BE-4DC5-AECF-FB907B9EF7B2}" dt="2024-05-15T05:33:00.484" v="556" actId="1076"/>
          <ac:picMkLst>
            <pc:docMk/>
            <pc:sldMk cId="3089444046" sldId="321"/>
            <ac:picMk id="6150" creationId="{7963789F-0284-EF0A-25F9-1894CCB833B7}"/>
          </ac:picMkLst>
        </pc:picChg>
        <pc:picChg chg="add mod">
          <ac:chgData name="Rishubh Rastogi" userId="dc882108-eba1-4f8f-b9f5-f81d16eabe8f" providerId="ADAL" clId="{B277DAAC-C3BE-4DC5-AECF-FB907B9EF7B2}" dt="2024-05-15T05:35:12.157" v="571" actId="1076"/>
          <ac:picMkLst>
            <pc:docMk/>
            <pc:sldMk cId="3089444046" sldId="321"/>
            <ac:picMk id="6154" creationId="{D93672C1-C2F3-B951-C5D1-FDC31E3FFE75}"/>
          </ac:picMkLst>
        </pc:picChg>
        <pc:picChg chg="add mod">
          <ac:chgData name="Rishubh Rastogi" userId="dc882108-eba1-4f8f-b9f5-f81d16eabe8f" providerId="ADAL" clId="{B277DAAC-C3BE-4DC5-AECF-FB907B9EF7B2}" dt="2024-05-15T05:37:55.390" v="616" actId="1076"/>
          <ac:picMkLst>
            <pc:docMk/>
            <pc:sldMk cId="3089444046" sldId="321"/>
            <ac:picMk id="6156" creationId="{557F3870-B0B0-A33C-71D6-AC07947BAC5E}"/>
          </ac:picMkLst>
        </pc:picChg>
        <pc:cxnChg chg="mod">
          <ac:chgData name="Rishubh Rastogi" userId="dc882108-eba1-4f8f-b9f5-f81d16eabe8f" providerId="ADAL" clId="{B277DAAC-C3BE-4DC5-AECF-FB907B9EF7B2}" dt="2024-05-15T05:26:06.371" v="485" actId="1076"/>
          <ac:cxnSpMkLst>
            <pc:docMk/>
            <pc:sldMk cId="3089444046" sldId="321"/>
            <ac:cxnSpMk id="51" creationId="{840546E3-3135-3123-1C09-D2DE7ED10BB3}"/>
          </ac:cxnSpMkLst>
        </pc:cxnChg>
        <pc:cxnChg chg="mod">
          <ac:chgData name="Rishubh Rastogi" userId="dc882108-eba1-4f8f-b9f5-f81d16eabe8f" providerId="ADAL" clId="{B277DAAC-C3BE-4DC5-AECF-FB907B9EF7B2}" dt="2024-05-15T05:26:12.588" v="487" actId="14100"/>
          <ac:cxnSpMkLst>
            <pc:docMk/>
            <pc:sldMk cId="3089444046" sldId="321"/>
            <ac:cxnSpMk id="54" creationId="{9FAC093C-AE3D-8DED-CBB1-D6D5EB7956F5}"/>
          </ac:cxnSpMkLst>
        </pc:cxnChg>
      </pc:sldChg>
      <pc:sldChg chg="addSp delSp modSp add mod">
        <pc:chgData name="Rishubh Rastogi" userId="dc882108-eba1-4f8f-b9f5-f81d16eabe8f" providerId="ADAL" clId="{B277DAAC-C3BE-4DC5-AECF-FB907B9EF7B2}" dt="2024-05-15T05:46:02.649" v="869" actId="1076"/>
        <pc:sldMkLst>
          <pc:docMk/>
          <pc:sldMk cId="1074678995" sldId="322"/>
        </pc:sldMkLst>
        <pc:spChg chg="mod">
          <ac:chgData name="Rishubh Rastogi" userId="dc882108-eba1-4f8f-b9f5-f81d16eabe8f" providerId="ADAL" clId="{B277DAAC-C3BE-4DC5-AECF-FB907B9EF7B2}" dt="2024-05-15T05:43:39.745" v="817" actId="20577"/>
          <ac:spMkLst>
            <pc:docMk/>
            <pc:sldMk cId="1074678995" sldId="322"/>
            <ac:spMk id="12" creationId="{D8D85553-71FB-D2BD-385A-45805C647E0E}"/>
          </ac:spMkLst>
        </pc:spChg>
        <pc:spChg chg="del">
          <ac:chgData name="Rishubh Rastogi" userId="dc882108-eba1-4f8f-b9f5-f81d16eabe8f" providerId="ADAL" clId="{B277DAAC-C3BE-4DC5-AECF-FB907B9EF7B2}" dt="2024-05-15T05:43:54.832" v="838" actId="478"/>
          <ac:spMkLst>
            <pc:docMk/>
            <pc:sldMk cId="1074678995" sldId="322"/>
            <ac:spMk id="15" creationId="{309D3F98-0D9A-EC76-0C76-AE2A0998D2AD}"/>
          </ac:spMkLst>
        </pc:spChg>
        <pc:spChg chg="mod">
          <ac:chgData name="Rishubh Rastogi" userId="dc882108-eba1-4f8f-b9f5-f81d16eabe8f" providerId="ADAL" clId="{B277DAAC-C3BE-4DC5-AECF-FB907B9EF7B2}" dt="2024-05-15T05:43:50.495" v="837" actId="20577"/>
          <ac:spMkLst>
            <pc:docMk/>
            <pc:sldMk cId="1074678995" sldId="322"/>
            <ac:spMk id="17" creationId="{7C35A6F0-C732-A730-FD95-64DFFC4B3977}"/>
          </ac:spMkLst>
        </pc:spChg>
        <pc:spChg chg="del">
          <ac:chgData name="Rishubh Rastogi" userId="dc882108-eba1-4f8f-b9f5-f81d16eabe8f" providerId="ADAL" clId="{B277DAAC-C3BE-4DC5-AECF-FB907B9EF7B2}" dt="2024-05-15T05:43:54.832" v="838" actId="478"/>
          <ac:spMkLst>
            <pc:docMk/>
            <pc:sldMk cId="1074678995" sldId="322"/>
            <ac:spMk id="20" creationId="{FB106131-B744-839C-FB82-C8932AF87BA9}"/>
          </ac:spMkLst>
        </pc:spChg>
        <pc:spChg chg="mod">
          <ac:chgData name="Rishubh Rastogi" userId="dc882108-eba1-4f8f-b9f5-f81d16eabe8f" providerId="ADAL" clId="{B277DAAC-C3BE-4DC5-AECF-FB907B9EF7B2}" dt="2024-05-15T05:41:38.477" v="676" actId="20577"/>
          <ac:spMkLst>
            <pc:docMk/>
            <pc:sldMk cId="1074678995" sldId="322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5:44:45.760" v="851" actId="478"/>
          <ac:spMkLst>
            <pc:docMk/>
            <pc:sldMk cId="1074678995" sldId="322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5:42:43.665" v="807" actId="20577"/>
          <ac:spMkLst>
            <pc:docMk/>
            <pc:sldMk cId="1074678995" sldId="322"/>
            <ac:spMk id="81" creationId="{63D4DA95-E9EF-3460-D4E9-30A3EC02206C}"/>
          </ac:spMkLst>
        </pc:spChg>
        <pc:grpChg chg="del mod">
          <ac:chgData name="Rishubh Rastogi" userId="dc882108-eba1-4f8f-b9f5-f81d16eabe8f" providerId="ADAL" clId="{B277DAAC-C3BE-4DC5-AECF-FB907B9EF7B2}" dt="2024-05-15T05:44:45.760" v="851" actId="478"/>
          <ac:grpSpMkLst>
            <pc:docMk/>
            <pc:sldMk cId="1074678995" sldId="322"/>
            <ac:grpSpMk id="2" creationId="{29A597B3-9604-EE7F-B54D-BF2EC57384A4}"/>
          </ac:grpSpMkLst>
        </pc:grpChg>
        <pc:grpChg chg="del">
          <ac:chgData name="Rishubh Rastogi" userId="dc882108-eba1-4f8f-b9f5-f81d16eabe8f" providerId="ADAL" clId="{B277DAAC-C3BE-4DC5-AECF-FB907B9EF7B2}" dt="2024-05-15T05:43:54.832" v="838" actId="478"/>
          <ac:grpSpMkLst>
            <pc:docMk/>
            <pc:sldMk cId="1074678995" sldId="322"/>
            <ac:grpSpMk id="3" creationId="{E06D9DF1-602A-C263-383F-B4BB61323B78}"/>
          </ac:grpSpMkLst>
        </pc:grpChg>
        <pc:picChg chg="del">
          <ac:chgData name="Rishubh Rastogi" userId="dc882108-eba1-4f8f-b9f5-f81d16eabe8f" providerId="ADAL" clId="{B277DAAC-C3BE-4DC5-AECF-FB907B9EF7B2}" dt="2024-05-15T05:44:45.760" v="851" actId="478"/>
          <ac:picMkLst>
            <pc:docMk/>
            <pc:sldMk cId="1074678995" sldId="322"/>
            <ac:picMk id="5124" creationId="{59AF6804-C23D-7EAB-434C-6078D2E11201}"/>
          </ac:picMkLst>
        </pc:picChg>
        <pc:picChg chg="del">
          <ac:chgData name="Rishubh Rastogi" userId="dc882108-eba1-4f8f-b9f5-f81d16eabe8f" providerId="ADAL" clId="{B277DAAC-C3BE-4DC5-AECF-FB907B9EF7B2}" dt="2024-05-15T05:44:43.974" v="850" actId="478"/>
          <ac:picMkLst>
            <pc:docMk/>
            <pc:sldMk cId="1074678995" sldId="322"/>
            <ac:picMk id="6146" creationId="{F00588F1-B032-4EDC-5CC1-AA56763A0D0F}"/>
          </ac:picMkLst>
        </pc:picChg>
        <pc:picChg chg="del">
          <ac:chgData name="Rishubh Rastogi" userId="dc882108-eba1-4f8f-b9f5-f81d16eabe8f" providerId="ADAL" clId="{B277DAAC-C3BE-4DC5-AECF-FB907B9EF7B2}" dt="2024-05-15T05:43:54.832" v="838" actId="478"/>
          <ac:picMkLst>
            <pc:docMk/>
            <pc:sldMk cId="1074678995" sldId="322"/>
            <ac:picMk id="6150" creationId="{7963789F-0284-EF0A-25F9-1894CCB833B7}"/>
          </ac:picMkLst>
        </pc:picChg>
        <pc:picChg chg="del">
          <ac:chgData name="Rishubh Rastogi" userId="dc882108-eba1-4f8f-b9f5-f81d16eabe8f" providerId="ADAL" clId="{B277DAAC-C3BE-4DC5-AECF-FB907B9EF7B2}" dt="2024-05-15T05:44:31.131" v="848" actId="478"/>
          <ac:picMkLst>
            <pc:docMk/>
            <pc:sldMk cId="1074678995" sldId="322"/>
            <ac:picMk id="6154" creationId="{D93672C1-C2F3-B951-C5D1-FDC31E3FFE75}"/>
          </ac:picMkLst>
        </pc:picChg>
        <pc:picChg chg="del">
          <ac:chgData name="Rishubh Rastogi" userId="dc882108-eba1-4f8f-b9f5-f81d16eabe8f" providerId="ADAL" clId="{B277DAAC-C3BE-4DC5-AECF-FB907B9EF7B2}" dt="2024-05-15T05:43:54.832" v="838" actId="478"/>
          <ac:picMkLst>
            <pc:docMk/>
            <pc:sldMk cId="1074678995" sldId="322"/>
            <ac:picMk id="6156" creationId="{557F3870-B0B0-A33C-71D6-AC07947BAC5E}"/>
          </ac:picMkLst>
        </pc:picChg>
        <pc:picChg chg="add mod">
          <ac:chgData name="Rishubh Rastogi" userId="dc882108-eba1-4f8f-b9f5-f81d16eabe8f" providerId="ADAL" clId="{B277DAAC-C3BE-4DC5-AECF-FB907B9EF7B2}" dt="2024-05-15T05:44:40.472" v="849" actId="1076"/>
          <ac:picMkLst>
            <pc:docMk/>
            <pc:sldMk cId="1074678995" sldId="322"/>
            <ac:picMk id="7170" creationId="{596F90E1-C96A-61AC-F67A-9C15393CBE81}"/>
          </ac:picMkLst>
        </pc:picChg>
        <pc:picChg chg="add">
          <ac:chgData name="Rishubh Rastogi" userId="dc882108-eba1-4f8f-b9f5-f81d16eabe8f" providerId="ADAL" clId="{B277DAAC-C3BE-4DC5-AECF-FB907B9EF7B2}" dt="2024-05-15T05:45:11.670" v="852"/>
          <ac:picMkLst>
            <pc:docMk/>
            <pc:sldMk cId="1074678995" sldId="322"/>
            <ac:picMk id="7172" creationId="{509EFF59-D15B-70D4-8E7A-2DC3DDA6FA99}"/>
          </ac:picMkLst>
        </pc:picChg>
        <pc:picChg chg="add mod">
          <ac:chgData name="Rishubh Rastogi" userId="dc882108-eba1-4f8f-b9f5-f81d16eabe8f" providerId="ADAL" clId="{B277DAAC-C3BE-4DC5-AECF-FB907B9EF7B2}" dt="2024-05-15T05:45:31.599" v="861" actId="1076"/>
          <ac:picMkLst>
            <pc:docMk/>
            <pc:sldMk cId="1074678995" sldId="322"/>
            <ac:picMk id="7174" creationId="{F07D4EEC-B986-6FC0-3C97-26DE67DCA917}"/>
          </ac:picMkLst>
        </pc:picChg>
        <pc:picChg chg="add mod">
          <ac:chgData name="Rishubh Rastogi" userId="dc882108-eba1-4f8f-b9f5-f81d16eabe8f" providerId="ADAL" clId="{B277DAAC-C3BE-4DC5-AECF-FB907B9EF7B2}" dt="2024-05-15T05:46:02.649" v="869" actId="1076"/>
          <ac:picMkLst>
            <pc:docMk/>
            <pc:sldMk cId="1074678995" sldId="322"/>
            <ac:picMk id="7176" creationId="{8D7DE6A7-5B77-4D08-9ECD-AD9469705F97}"/>
          </ac:picMkLst>
        </pc:picChg>
      </pc:sldChg>
      <pc:sldChg chg="addSp delSp modSp add mod">
        <pc:chgData name="Rishubh Rastogi" userId="dc882108-eba1-4f8f-b9f5-f81d16eabe8f" providerId="ADAL" clId="{B277DAAC-C3BE-4DC5-AECF-FB907B9EF7B2}" dt="2024-05-15T05:57:59.451" v="1027" actId="20577"/>
        <pc:sldMkLst>
          <pc:docMk/>
          <pc:sldMk cId="2245963029" sldId="323"/>
        </pc:sldMkLst>
        <pc:spChg chg="mod">
          <ac:chgData name="Rishubh Rastogi" userId="dc882108-eba1-4f8f-b9f5-f81d16eabe8f" providerId="ADAL" clId="{B277DAAC-C3BE-4DC5-AECF-FB907B9EF7B2}" dt="2024-05-15T05:56:28.768" v="1007" actId="20577"/>
          <ac:spMkLst>
            <pc:docMk/>
            <pc:sldMk cId="2245963029" sldId="323"/>
            <ac:spMk id="12" creationId="{D8D85553-71FB-D2BD-385A-45805C647E0E}"/>
          </ac:spMkLst>
        </pc:spChg>
        <pc:spChg chg="mod">
          <ac:chgData name="Rishubh Rastogi" userId="dc882108-eba1-4f8f-b9f5-f81d16eabe8f" providerId="ADAL" clId="{B277DAAC-C3BE-4DC5-AECF-FB907B9EF7B2}" dt="2024-05-15T05:57:59.451" v="1027" actId="20577"/>
          <ac:spMkLst>
            <pc:docMk/>
            <pc:sldMk cId="2245963029" sldId="323"/>
            <ac:spMk id="17" creationId="{7C35A6F0-C732-A730-FD95-64DFFC4B3977}"/>
          </ac:spMkLst>
        </pc:spChg>
        <pc:spChg chg="mod">
          <ac:chgData name="Rishubh Rastogi" userId="dc882108-eba1-4f8f-b9f5-f81d16eabe8f" providerId="ADAL" clId="{B277DAAC-C3BE-4DC5-AECF-FB907B9EF7B2}" dt="2024-05-15T05:52:55.891" v="943" actId="20577"/>
          <ac:spMkLst>
            <pc:docMk/>
            <pc:sldMk cId="2245963029" sldId="323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5:54:39.384" v="962" actId="20577"/>
          <ac:spMkLst>
            <pc:docMk/>
            <pc:sldMk cId="2245963029" sldId="323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5:54:22.129" v="945" actId="20577"/>
          <ac:spMkLst>
            <pc:docMk/>
            <pc:sldMk cId="2245963029" sldId="323"/>
            <ac:spMk id="81" creationId="{63D4DA95-E9EF-3460-D4E9-30A3EC02206C}"/>
          </ac:spMkLst>
        </pc:spChg>
        <pc:picChg chg="del">
          <ac:chgData name="Rishubh Rastogi" userId="dc882108-eba1-4f8f-b9f5-f81d16eabe8f" providerId="ADAL" clId="{B277DAAC-C3BE-4DC5-AECF-FB907B9EF7B2}" dt="2024-05-15T05:57:34.714" v="1018" actId="478"/>
          <ac:picMkLst>
            <pc:docMk/>
            <pc:sldMk cId="2245963029" sldId="323"/>
            <ac:picMk id="7170" creationId="{596F90E1-C96A-61AC-F67A-9C15393CBE81}"/>
          </ac:picMkLst>
        </pc:picChg>
        <pc:picChg chg="del">
          <ac:chgData name="Rishubh Rastogi" userId="dc882108-eba1-4f8f-b9f5-f81d16eabe8f" providerId="ADAL" clId="{B277DAAC-C3BE-4DC5-AECF-FB907B9EF7B2}" dt="2024-05-15T05:55:24.433" v="976" actId="478"/>
          <ac:picMkLst>
            <pc:docMk/>
            <pc:sldMk cId="2245963029" sldId="323"/>
            <ac:picMk id="7174" creationId="{F07D4EEC-B986-6FC0-3C97-26DE67DCA917}"/>
          </ac:picMkLst>
        </pc:picChg>
        <pc:picChg chg="del">
          <ac:chgData name="Rishubh Rastogi" userId="dc882108-eba1-4f8f-b9f5-f81d16eabe8f" providerId="ADAL" clId="{B277DAAC-C3BE-4DC5-AECF-FB907B9EF7B2}" dt="2024-05-15T05:56:09.598" v="989" actId="478"/>
          <ac:picMkLst>
            <pc:docMk/>
            <pc:sldMk cId="2245963029" sldId="323"/>
            <ac:picMk id="7176" creationId="{8D7DE6A7-5B77-4D08-9ECD-AD9469705F97}"/>
          </ac:picMkLst>
        </pc:picChg>
        <pc:picChg chg="add mod">
          <ac:chgData name="Rishubh Rastogi" userId="dc882108-eba1-4f8f-b9f5-f81d16eabe8f" providerId="ADAL" clId="{B277DAAC-C3BE-4DC5-AECF-FB907B9EF7B2}" dt="2024-05-15T05:55:27.865" v="977" actId="1076"/>
          <ac:picMkLst>
            <pc:docMk/>
            <pc:sldMk cId="2245963029" sldId="323"/>
            <ac:picMk id="8194" creationId="{2BD82729-5B8A-3CB7-8F4A-201E1E63CB63}"/>
          </ac:picMkLst>
        </pc:picChg>
        <pc:picChg chg="add mod">
          <ac:chgData name="Rishubh Rastogi" userId="dc882108-eba1-4f8f-b9f5-f81d16eabe8f" providerId="ADAL" clId="{B277DAAC-C3BE-4DC5-AECF-FB907B9EF7B2}" dt="2024-05-15T05:56:19.648" v="992" actId="1035"/>
          <ac:picMkLst>
            <pc:docMk/>
            <pc:sldMk cId="2245963029" sldId="323"/>
            <ac:picMk id="8196" creationId="{4F8AC626-F614-49D2-ECC0-79202E8099B6}"/>
          </ac:picMkLst>
        </pc:picChg>
        <pc:picChg chg="add mod">
          <ac:chgData name="Rishubh Rastogi" userId="dc882108-eba1-4f8f-b9f5-f81d16eabe8f" providerId="ADAL" clId="{B277DAAC-C3BE-4DC5-AECF-FB907B9EF7B2}" dt="2024-05-15T05:57:43.562" v="1019" actId="1076"/>
          <ac:picMkLst>
            <pc:docMk/>
            <pc:sldMk cId="2245963029" sldId="323"/>
            <ac:picMk id="8198" creationId="{AF5DC5C5-2611-5C0A-7691-367007D43593}"/>
          </ac:picMkLst>
        </pc:picChg>
      </pc:sldChg>
      <pc:sldChg chg="addSp delSp modSp add mod">
        <pc:chgData name="Rishubh Rastogi" userId="dc882108-eba1-4f8f-b9f5-f81d16eabe8f" providerId="ADAL" clId="{B277DAAC-C3BE-4DC5-AECF-FB907B9EF7B2}" dt="2024-05-15T06:32:01.005" v="1179" actId="20577"/>
        <pc:sldMkLst>
          <pc:docMk/>
          <pc:sldMk cId="3828619997" sldId="324"/>
        </pc:sldMkLst>
        <pc:spChg chg="mod">
          <ac:chgData name="Rishubh Rastogi" userId="dc882108-eba1-4f8f-b9f5-f81d16eabe8f" providerId="ADAL" clId="{B277DAAC-C3BE-4DC5-AECF-FB907B9EF7B2}" dt="2024-05-15T06:26:41.840" v="1162" actId="20577"/>
          <ac:spMkLst>
            <pc:docMk/>
            <pc:sldMk cId="3828619997" sldId="324"/>
            <ac:spMk id="12" creationId="{D8D85553-71FB-D2BD-385A-45805C647E0E}"/>
          </ac:spMkLst>
        </pc:spChg>
        <pc:spChg chg="mod">
          <ac:chgData name="Rishubh Rastogi" userId="dc882108-eba1-4f8f-b9f5-f81d16eabe8f" providerId="ADAL" clId="{B277DAAC-C3BE-4DC5-AECF-FB907B9EF7B2}" dt="2024-05-15T06:00:02.094" v="1081" actId="20577"/>
          <ac:spMkLst>
            <pc:docMk/>
            <pc:sldMk cId="3828619997" sldId="324"/>
            <ac:spMk id="17" creationId="{7C35A6F0-C732-A730-FD95-64DFFC4B3977}"/>
          </ac:spMkLst>
        </pc:spChg>
        <pc:spChg chg="mod">
          <ac:chgData name="Rishubh Rastogi" userId="dc882108-eba1-4f8f-b9f5-f81d16eabe8f" providerId="ADAL" clId="{B277DAAC-C3BE-4DC5-AECF-FB907B9EF7B2}" dt="2024-05-15T05:58:36.869" v="1049" actId="20577"/>
          <ac:spMkLst>
            <pc:docMk/>
            <pc:sldMk cId="3828619997" sldId="324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5:59:47.004" v="1066" actId="20577"/>
          <ac:spMkLst>
            <pc:docMk/>
            <pc:sldMk cId="3828619997" sldId="324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6:32:01.005" v="1179" actId="20577"/>
          <ac:spMkLst>
            <pc:docMk/>
            <pc:sldMk cId="3828619997" sldId="324"/>
            <ac:spMk id="81" creationId="{63D4DA95-E9EF-3460-D4E9-30A3EC02206C}"/>
          </ac:spMkLst>
        </pc:spChg>
        <pc:picChg chg="del">
          <ac:chgData name="Rishubh Rastogi" userId="dc882108-eba1-4f8f-b9f5-f81d16eabe8f" providerId="ADAL" clId="{B277DAAC-C3BE-4DC5-AECF-FB907B9EF7B2}" dt="2024-05-15T06:26:06.570" v="1145" actId="478"/>
          <ac:picMkLst>
            <pc:docMk/>
            <pc:sldMk cId="3828619997" sldId="324"/>
            <ac:picMk id="8194" creationId="{2BD82729-5B8A-3CB7-8F4A-201E1E63CB63}"/>
          </ac:picMkLst>
        </pc:picChg>
        <pc:picChg chg="del">
          <ac:chgData name="Rishubh Rastogi" userId="dc882108-eba1-4f8f-b9f5-f81d16eabe8f" providerId="ADAL" clId="{B277DAAC-C3BE-4DC5-AECF-FB907B9EF7B2}" dt="2024-05-15T06:26:44.155" v="1163" actId="478"/>
          <ac:picMkLst>
            <pc:docMk/>
            <pc:sldMk cId="3828619997" sldId="324"/>
            <ac:picMk id="8196" creationId="{4F8AC626-F614-49D2-ECC0-79202E8099B6}"/>
          </ac:picMkLst>
        </pc:picChg>
        <pc:picChg chg="add">
          <ac:chgData name="Rishubh Rastogi" userId="dc882108-eba1-4f8f-b9f5-f81d16eabe8f" providerId="ADAL" clId="{B277DAAC-C3BE-4DC5-AECF-FB907B9EF7B2}" dt="2024-05-15T06:25:53.757" v="1143"/>
          <ac:picMkLst>
            <pc:docMk/>
            <pc:sldMk cId="3828619997" sldId="324"/>
            <ac:picMk id="9218" creationId="{06EA9B18-85E0-4B1D-DF65-E48473D4DF61}"/>
          </ac:picMkLst>
        </pc:picChg>
        <pc:picChg chg="add mod">
          <ac:chgData name="Rishubh Rastogi" userId="dc882108-eba1-4f8f-b9f5-f81d16eabe8f" providerId="ADAL" clId="{B277DAAC-C3BE-4DC5-AECF-FB907B9EF7B2}" dt="2024-05-15T06:26:15.156" v="1153" actId="1076"/>
          <ac:picMkLst>
            <pc:docMk/>
            <pc:sldMk cId="3828619997" sldId="324"/>
            <ac:picMk id="9220" creationId="{0FC68927-BB91-2270-D140-3DD3E7B633C2}"/>
          </ac:picMkLst>
        </pc:picChg>
        <pc:picChg chg="add mod">
          <ac:chgData name="Rishubh Rastogi" userId="dc882108-eba1-4f8f-b9f5-f81d16eabe8f" providerId="ADAL" clId="{B277DAAC-C3BE-4DC5-AECF-FB907B9EF7B2}" dt="2024-05-15T06:26:49.124" v="1164" actId="1076"/>
          <ac:picMkLst>
            <pc:docMk/>
            <pc:sldMk cId="3828619997" sldId="324"/>
            <ac:picMk id="9222" creationId="{71B09902-E6D8-7967-A155-D6FCD070095E}"/>
          </ac:picMkLst>
        </pc:picChg>
      </pc:sldChg>
      <pc:sldChg chg="addSp delSp modSp add mod">
        <pc:chgData name="Rishubh Rastogi" userId="dc882108-eba1-4f8f-b9f5-f81d16eabe8f" providerId="ADAL" clId="{B277DAAC-C3BE-4DC5-AECF-FB907B9EF7B2}" dt="2024-05-15T06:48:44.014" v="1386" actId="14100"/>
        <pc:sldMkLst>
          <pc:docMk/>
          <pc:sldMk cId="3088545984" sldId="325"/>
        </pc:sldMkLst>
        <pc:spChg chg="mod">
          <ac:chgData name="Rishubh Rastogi" userId="dc882108-eba1-4f8f-b9f5-f81d16eabe8f" providerId="ADAL" clId="{B277DAAC-C3BE-4DC5-AECF-FB907B9EF7B2}" dt="2024-05-15T06:45:23.449" v="1255" actId="20577"/>
          <ac:spMkLst>
            <pc:docMk/>
            <pc:sldMk cId="3088545984" sldId="325"/>
            <ac:spMk id="12" creationId="{D8D85553-71FB-D2BD-385A-45805C647E0E}"/>
          </ac:spMkLst>
        </pc:spChg>
        <pc:spChg chg="mod">
          <ac:chgData name="Rishubh Rastogi" userId="dc882108-eba1-4f8f-b9f5-f81d16eabe8f" providerId="ADAL" clId="{B277DAAC-C3BE-4DC5-AECF-FB907B9EF7B2}" dt="2024-05-15T06:48:44.014" v="1386" actId="14100"/>
          <ac:spMkLst>
            <pc:docMk/>
            <pc:sldMk cId="3088545984" sldId="325"/>
            <ac:spMk id="17" creationId="{7C35A6F0-C732-A730-FD95-64DFFC4B3977}"/>
          </ac:spMkLst>
        </pc:spChg>
        <pc:spChg chg="mod">
          <ac:chgData name="Rishubh Rastogi" userId="dc882108-eba1-4f8f-b9f5-f81d16eabe8f" providerId="ADAL" clId="{B277DAAC-C3BE-4DC5-AECF-FB907B9EF7B2}" dt="2024-05-15T06:41:10.794" v="1212" actId="20577"/>
          <ac:spMkLst>
            <pc:docMk/>
            <pc:sldMk cId="3088545984" sldId="325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6:43:39.872" v="1248" actId="20577"/>
          <ac:spMkLst>
            <pc:docMk/>
            <pc:sldMk cId="3088545984" sldId="325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6:45:57.749" v="1333" actId="20577"/>
          <ac:spMkLst>
            <pc:docMk/>
            <pc:sldMk cId="3088545984" sldId="325"/>
            <ac:spMk id="81" creationId="{63D4DA95-E9EF-3460-D4E9-30A3EC02206C}"/>
          </ac:spMkLst>
        </pc:spChg>
        <pc:picChg chg="del">
          <ac:chgData name="Rishubh Rastogi" userId="dc882108-eba1-4f8f-b9f5-f81d16eabe8f" providerId="ADAL" clId="{B277DAAC-C3BE-4DC5-AECF-FB907B9EF7B2}" dt="2024-05-15T06:48:12.951" v="1344" actId="478"/>
          <ac:picMkLst>
            <pc:docMk/>
            <pc:sldMk cId="3088545984" sldId="325"/>
            <ac:picMk id="8198" creationId="{AF5DC5C5-2611-5C0A-7691-367007D43593}"/>
          </ac:picMkLst>
        </pc:picChg>
        <pc:picChg chg="del">
          <ac:chgData name="Rishubh Rastogi" userId="dc882108-eba1-4f8f-b9f5-f81d16eabe8f" providerId="ADAL" clId="{B277DAAC-C3BE-4DC5-AECF-FB907B9EF7B2}" dt="2024-05-15T06:43:22.914" v="1231" actId="478"/>
          <ac:picMkLst>
            <pc:docMk/>
            <pc:sldMk cId="3088545984" sldId="325"/>
            <ac:picMk id="9220" creationId="{0FC68927-BB91-2270-D140-3DD3E7B633C2}"/>
          </ac:picMkLst>
        </pc:picChg>
        <pc:picChg chg="del">
          <ac:chgData name="Rishubh Rastogi" userId="dc882108-eba1-4f8f-b9f5-f81d16eabe8f" providerId="ADAL" clId="{B277DAAC-C3BE-4DC5-AECF-FB907B9EF7B2}" dt="2024-05-15T06:46:36.815" v="1342" actId="478"/>
          <ac:picMkLst>
            <pc:docMk/>
            <pc:sldMk cId="3088545984" sldId="325"/>
            <ac:picMk id="9222" creationId="{71B09902-E6D8-7967-A155-D6FCD070095E}"/>
          </ac:picMkLst>
        </pc:picChg>
        <pc:picChg chg="add mod">
          <ac:chgData name="Rishubh Rastogi" userId="dc882108-eba1-4f8f-b9f5-f81d16eabe8f" providerId="ADAL" clId="{B277DAAC-C3BE-4DC5-AECF-FB907B9EF7B2}" dt="2024-05-15T06:43:26.389" v="1232" actId="1076"/>
          <ac:picMkLst>
            <pc:docMk/>
            <pc:sldMk cId="3088545984" sldId="325"/>
            <ac:picMk id="10242" creationId="{431C1727-6A80-F6A7-00E9-0D165C8E9142}"/>
          </ac:picMkLst>
        </pc:picChg>
        <pc:picChg chg="add mod">
          <ac:chgData name="Rishubh Rastogi" userId="dc882108-eba1-4f8f-b9f5-f81d16eabe8f" providerId="ADAL" clId="{B277DAAC-C3BE-4DC5-AECF-FB907B9EF7B2}" dt="2024-05-15T06:46:39.685" v="1343" actId="1076"/>
          <ac:picMkLst>
            <pc:docMk/>
            <pc:sldMk cId="3088545984" sldId="325"/>
            <ac:picMk id="10244" creationId="{C2FCF314-1302-D70C-A1EA-5E47BE8D76C4}"/>
          </ac:picMkLst>
        </pc:picChg>
        <pc:picChg chg="add mod">
          <ac:chgData name="Rishubh Rastogi" userId="dc882108-eba1-4f8f-b9f5-f81d16eabe8f" providerId="ADAL" clId="{B277DAAC-C3BE-4DC5-AECF-FB907B9EF7B2}" dt="2024-05-15T06:48:28.460" v="1353" actId="1076"/>
          <ac:picMkLst>
            <pc:docMk/>
            <pc:sldMk cId="3088545984" sldId="325"/>
            <ac:picMk id="10246" creationId="{583BF119-9C33-2A97-2E7D-433851344F3C}"/>
          </ac:picMkLst>
        </pc:picChg>
      </pc:sldChg>
      <pc:sldChg chg="addSp delSp modSp add mod">
        <pc:chgData name="Rishubh Rastogi" userId="dc882108-eba1-4f8f-b9f5-f81d16eabe8f" providerId="ADAL" clId="{B277DAAC-C3BE-4DC5-AECF-FB907B9EF7B2}" dt="2024-05-15T07:01:38.631" v="1505" actId="478"/>
        <pc:sldMkLst>
          <pc:docMk/>
          <pc:sldMk cId="3053405351" sldId="326"/>
        </pc:sldMkLst>
        <pc:spChg chg="mod">
          <ac:chgData name="Rishubh Rastogi" userId="dc882108-eba1-4f8f-b9f5-f81d16eabe8f" providerId="ADAL" clId="{B277DAAC-C3BE-4DC5-AECF-FB907B9EF7B2}" dt="2024-05-15T06:59:30.734" v="1504" actId="20577"/>
          <ac:spMkLst>
            <pc:docMk/>
            <pc:sldMk cId="3053405351" sldId="326"/>
            <ac:spMk id="12" creationId="{D8D85553-71FB-D2BD-385A-45805C647E0E}"/>
          </ac:spMkLst>
        </pc:spChg>
        <pc:spChg chg="del">
          <ac:chgData name="Rishubh Rastogi" userId="dc882108-eba1-4f8f-b9f5-f81d16eabe8f" providerId="ADAL" clId="{B277DAAC-C3BE-4DC5-AECF-FB907B9EF7B2}" dt="2024-05-15T07:01:38.631" v="1505" actId="478"/>
          <ac:spMkLst>
            <pc:docMk/>
            <pc:sldMk cId="3053405351" sldId="326"/>
            <ac:spMk id="17" creationId="{7C35A6F0-C732-A730-FD95-64DFFC4B3977}"/>
          </ac:spMkLst>
        </pc:spChg>
        <pc:spChg chg="mod">
          <ac:chgData name="Rishubh Rastogi" userId="dc882108-eba1-4f8f-b9f5-f81d16eabe8f" providerId="ADAL" clId="{B277DAAC-C3BE-4DC5-AECF-FB907B9EF7B2}" dt="2024-05-15T06:49:10.934" v="1413" actId="20577"/>
          <ac:spMkLst>
            <pc:docMk/>
            <pc:sldMk cId="3053405351" sldId="326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6:50:54.405" v="1477" actId="20577"/>
          <ac:spMkLst>
            <pc:docMk/>
            <pc:sldMk cId="3053405351" sldId="326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6:50:40.930" v="1457" actId="20577"/>
          <ac:spMkLst>
            <pc:docMk/>
            <pc:sldMk cId="3053405351" sldId="326"/>
            <ac:spMk id="81" creationId="{63D4DA95-E9EF-3460-D4E9-30A3EC02206C}"/>
          </ac:spMkLst>
        </pc:spChg>
        <pc:picChg chg="del">
          <ac:chgData name="Rishubh Rastogi" userId="dc882108-eba1-4f8f-b9f5-f81d16eabe8f" providerId="ADAL" clId="{B277DAAC-C3BE-4DC5-AECF-FB907B9EF7B2}" dt="2024-05-15T06:50:57.970" v="1478" actId="478"/>
          <ac:picMkLst>
            <pc:docMk/>
            <pc:sldMk cId="3053405351" sldId="326"/>
            <ac:picMk id="10242" creationId="{431C1727-6A80-F6A7-00E9-0D165C8E9142}"/>
          </ac:picMkLst>
        </pc:picChg>
        <pc:picChg chg="del">
          <ac:chgData name="Rishubh Rastogi" userId="dc882108-eba1-4f8f-b9f5-f81d16eabe8f" providerId="ADAL" clId="{B277DAAC-C3BE-4DC5-AECF-FB907B9EF7B2}" dt="2024-05-15T06:55:17.810" v="1482" actId="478"/>
          <ac:picMkLst>
            <pc:docMk/>
            <pc:sldMk cId="3053405351" sldId="326"/>
            <ac:picMk id="10244" creationId="{C2FCF314-1302-D70C-A1EA-5E47BE8D76C4}"/>
          </ac:picMkLst>
        </pc:picChg>
        <pc:picChg chg="del">
          <ac:chgData name="Rishubh Rastogi" userId="dc882108-eba1-4f8f-b9f5-f81d16eabe8f" providerId="ADAL" clId="{B277DAAC-C3BE-4DC5-AECF-FB907B9EF7B2}" dt="2024-05-15T07:01:38.631" v="1505" actId="478"/>
          <ac:picMkLst>
            <pc:docMk/>
            <pc:sldMk cId="3053405351" sldId="326"/>
            <ac:picMk id="10246" creationId="{583BF119-9C33-2A97-2E7D-433851344F3C}"/>
          </ac:picMkLst>
        </pc:picChg>
        <pc:picChg chg="add mod">
          <ac:chgData name="Rishubh Rastogi" userId="dc882108-eba1-4f8f-b9f5-f81d16eabe8f" providerId="ADAL" clId="{B277DAAC-C3BE-4DC5-AECF-FB907B9EF7B2}" dt="2024-05-15T06:55:14.013" v="1481" actId="1076"/>
          <ac:picMkLst>
            <pc:docMk/>
            <pc:sldMk cId="3053405351" sldId="326"/>
            <ac:picMk id="13314" creationId="{C4F0E1E1-4AD3-1112-4749-29F0DDE0E5D2}"/>
          </ac:picMkLst>
        </pc:picChg>
        <pc:picChg chg="add mod">
          <ac:chgData name="Rishubh Rastogi" userId="dc882108-eba1-4f8f-b9f5-f81d16eabe8f" providerId="ADAL" clId="{B277DAAC-C3BE-4DC5-AECF-FB907B9EF7B2}" dt="2024-05-15T06:59:24.038" v="1488" actId="1035"/>
          <ac:picMkLst>
            <pc:docMk/>
            <pc:sldMk cId="3053405351" sldId="326"/>
            <ac:picMk id="13316" creationId="{0EDB1418-B158-4832-E3F1-DB15A3B0943F}"/>
          </ac:picMkLst>
        </pc:picChg>
      </pc:sldChg>
      <pc:sldChg chg="addSp delSp modSp add mod">
        <pc:chgData name="Rishubh Rastogi" userId="dc882108-eba1-4f8f-b9f5-f81d16eabe8f" providerId="ADAL" clId="{B277DAAC-C3BE-4DC5-AECF-FB907B9EF7B2}" dt="2024-05-15T07:06:00.385" v="1549" actId="6549"/>
        <pc:sldMkLst>
          <pc:docMk/>
          <pc:sldMk cId="1708411018" sldId="327"/>
        </pc:sldMkLst>
        <pc:spChg chg="mod">
          <ac:chgData name="Rishubh Rastogi" userId="dc882108-eba1-4f8f-b9f5-f81d16eabe8f" providerId="ADAL" clId="{B277DAAC-C3BE-4DC5-AECF-FB907B9EF7B2}" dt="2024-05-15T07:04:39.572" v="1538" actId="20577"/>
          <ac:spMkLst>
            <pc:docMk/>
            <pc:sldMk cId="1708411018" sldId="327"/>
            <ac:spMk id="12" creationId="{D8D85553-71FB-D2BD-385A-45805C647E0E}"/>
          </ac:spMkLst>
        </pc:spChg>
        <pc:spChg chg="del">
          <ac:chgData name="Rishubh Rastogi" userId="dc882108-eba1-4f8f-b9f5-f81d16eabe8f" providerId="ADAL" clId="{B277DAAC-C3BE-4DC5-AECF-FB907B9EF7B2}" dt="2024-05-15T07:03:49.295" v="1519" actId="478"/>
          <ac:spMkLst>
            <pc:docMk/>
            <pc:sldMk cId="1708411018" sldId="327"/>
            <ac:spMk id="17" creationId="{7C35A6F0-C732-A730-FD95-64DFFC4B3977}"/>
          </ac:spMkLst>
        </pc:spChg>
        <pc:spChg chg="mod">
          <ac:chgData name="Rishubh Rastogi" userId="dc882108-eba1-4f8f-b9f5-f81d16eabe8f" providerId="ADAL" clId="{B277DAAC-C3BE-4DC5-AECF-FB907B9EF7B2}" dt="2024-05-15T06:49:19.520" v="1432" actId="20577"/>
          <ac:spMkLst>
            <pc:docMk/>
            <pc:sldMk cId="1708411018" sldId="327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7:04:36.954" v="1535" actId="20577"/>
          <ac:spMkLst>
            <pc:docMk/>
            <pc:sldMk cId="1708411018" sldId="327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7:06:00.385" v="1549" actId="6549"/>
          <ac:spMkLst>
            <pc:docMk/>
            <pc:sldMk cId="1708411018" sldId="327"/>
            <ac:spMk id="81" creationId="{63D4DA95-E9EF-3460-D4E9-30A3EC02206C}"/>
          </ac:spMkLst>
        </pc:spChg>
        <pc:picChg chg="del">
          <ac:chgData name="Rishubh Rastogi" userId="dc882108-eba1-4f8f-b9f5-f81d16eabe8f" providerId="ADAL" clId="{B277DAAC-C3BE-4DC5-AECF-FB907B9EF7B2}" dt="2024-05-15T07:05:16.672" v="1543" actId="478"/>
          <ac:picMkLst>
            <pc:docMk/>
            <pc:sldMk cId="1708411018" sldId="327"/>
            <ac:picMk id="10242" creationId="{431C1727-6A80-F6A7-00E9-0D165C8E9142}"/>
          </ac:picMkLst>
        </pc:picChg>
        <pc:picChg chg="del">
          <ac:chgData name="Rishubh Rastogi" userId="dc882108-eba1-4f8f-b9f5-f81d16eabe8f" providerId="ADAL" clId="{B277DAAC-C3BE-4DC5-AECF-FB907B9EF7B2}" dt="2024-05-15T07:04:18.733" v="1523" actId="478"/>
          <ac:picMkLst>
            <pc:docMk/>
            <pc:sldMk cId="1708411018" sldId="327"/>
            <ac:picMk id="10244" creationId="{C2FCF314-1302-D70C-A1EA-5E47BE8D76C4}"/>
          </ac:picMkLst>
        </pc:picChg>
        <pc:picChg chg="del">
          <ac:chgData name="Rishubh Rastogi" userId="dc882108-eba1-4f8f-b9f5-f81d16eabe8f" providerId="ADAL" clId="{B277DAAC-C3BE-4DC5-AECF-FB907B9EF7B2}" dt="2024-05-15T07:03:51.087" v="1520" actId="478"/>
          <ac:picMkLst>
            <pc:docMk/>
            <pc:sldMk cId="1708411018" sldId="327"/>
            <ac:picMk id="10246" creationId="{583BF119-9C33-2A97-2E7D-433851344F3C}"/>
          </ac:picMkLst>
        </pc:picChg>
        <pc:picChg chg="add mod">
          <ac:chgData name="Rishubh Rastogi" userId="dc882108-eba1-4f8f-b9f5-f81d16eabe8f" providerId="ADAL" clId="{B277DAAC-C3BE-4DC5-AECF-FB907B9EF7B2}" dt="2024-05-15T07:04:26.225" v="1525" actId="1076"/>
          <ac:picMkLst>
            <pc:docMk/>
            <pc:sldMk cId="1708411018" sldId="327"/>
            <ac:picMk id="12290" creationId="{C7E78679-8F14-E192-8852-055CFABB47BB}"/>
          </ac:picMkLst>
        </pc:picChg>
        <pc:picChg chg="add">
          <ac:chgData name="Rishubh Rastogi" userId="dc882108-eba1-4f8f-b9f5-f81d16eabe8f" providerId="ADAL" clId="{B277DAAC-C3BE-4DC5-AECF-FB907B9EF7B2}" dt="2024-05-15T07:05:02.956" v="1539"/>
          <ac:picMkLst>
            <pc:docMk/>
            <pc:sldMk cId="1708411018" sldId="327"/>
            <ac:picMk id="12292" creationId="{A0DBE7A1-BBB5-FCF3-5AB9-D1FE1AB20179}"/>
          </ac:picMkLst>
        </pc:picChg>
        <pc:picChg chg="add mod">
          <ac:chgData name="Rishubh Rastogi" userId="dc882108-eba1-4f8f-b9f5-f81d16eabe8f" providerId="ADAL" clId="{B277DAAC-C3BE-4DC5-AECF-FB907B9EF7B2}" dt="2024-05-15T07:05:38.812" v="1547" actId="14100"/>
          <ac:picMkLst>
            <pc:docMk/>
            <pc:sldMk cId="1708411018" sldId="327"/>
            <ac:picMk id="12294" creationId="{444B4715-31C1-3508-EA07-5350F1D92A10}"/>
          </ac:picMkLst>
        </pc:picChg>
      </pc:sldChg>
      <pc:sldChg chg="addSp delSp modSp add mod">
        <pc:chgData name="Rishubh Rastogi" userId="dc882108-eba1-4f8f-b9f5-f81d16eabe8f" providerId="ADAL" clId="{B277DAAC-C3BE-4DC5-AECF-FB907B9EF7B2}" dt="2024-05-15T07:11:27.230" v="1663" actId="20577"/>
        <pc:sldMkLst>
          <pc:docMk/>
          <pc:sldMk cId="1576843504" sldId="328"/>
        </pc:sldMkLst>
        <pc:spChg chg="mod">
          <ac:chgData name="Rishubh Rastogi" userId="dc882108-eba1-4f8f-b9f5-f81d16eabe8f" providerId="ADAL" clId="{B277DAAC-C3BE-4DC5-AECF-FB907B9EF7B2}" dt="2024-05-15T07:07:28.336" v="1559" actId="20577"/>
          <ac:spMkLst>
            <pc:docMk/>
            <pc:sldMk cId="1576843504" sldId="328"/>
            <ac:spMk id="12" creationId="{D8D85553-71FB-D2BD-385A-45805C647E0E}"/>
          </ac:spMkLst>
        </pc:spChg>
        <pc:spChg chg="mod">
          <ac:chgData name="Rishubh Rastogi" userId="dc882108-eba1-4f8f-b9f5-f81d16eabe8f" providerId="ADAL" clId="{B277DAAC-C3BE-4DC5-AECF-FB907B9EF7B2}" dt="2024-05-15T07:08:44.663" v="1586" actId="20577"/>
          <ac:spMkLst>
            <pc:docMk/>
            <pc:sldMk cId="1576843504" sldId="328"/>
            <ac:spMk id="17" creationId="{7C35A6F0-C732-A730-FD95-64DFFC4B3977}"/>
          </ac:spMkLst>
        </pc:spChg>
        <pc:spChg chg="mod">
          <ac:chgData name="Rishubh Rastogi" userId="dc882108-eba1-4f8f-b9f5-f81d16eabe8f" providerId="ADAL" clId="{B277DAAC-C3BE-4DC5-AECF-FB907B9EF7B2}" dt="2024-05-15T06:49:32" v="1452" actId="6549"/>
          <ac:spMkLst>
            <pc:docMk/>
            <pc:sldMk cId="1576843504" sldId="328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7:07:32.570" v="1571" actId="20577"/>
          <ac:spMkLst>
            <pc:docMk/>
            <pc:sldMk cId="1576843504" sldId="328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7:11:27.230" v="1663" actId="20577"/>
          <ac:spMkLst>
            <pc:docMk/>
            <pc:sldMk cId="1576843504" sldId="328"/>
            <ac:spMk id="81" creationId="{63D4DA95-E9EF-3460-D4E9-30A3EC02206C}"/>
          </ac:spMkLst>
        </pc:spChg>
        <pc:picChg chg="del">
          <ac:chgData name="Rishubh Rastogi" userId="dc882108-eba1-4f8f-b9f5-f81d16eabe8f" providerId="ADAL" clId="{B277DAAC-C3BE-4DC5-AECF-FB907B9EF7B2}" dt="2024-05-15T07:08:49.745" v="1589" actId="478"/>
          <ac:picMkLst>
            <pc:docMk/>
            <pc:sldMk cId="1576843504" sldId="328"/>
            <ac:picMk id="10242" creationId="{431C1727-6A80-F6A7-00E9-0D165C8E9142}"/>
          </ac:picMkLst>
        </pc:picChg>
        <pc:picChg chg="del">
          <ac:chgData name="Rishubh Rastogi" userId="dc882108-eba1-4f8f-b9f5-f81d16eabe8f" providerId="ADAL" clId="{B277DAAC-C3BE-4DC5-AECF-FB907B9EF7B2}" dt="2024-05-15T07:08:48.321" v="1588" actId="478"/>
          <ac:picMkLst>
            <pc:docMk/>
            <pc:sldMk cId="1576843504" sldId="328"/>
            <ac:picMk id="10244" creationId="{C2FCF314-1302-D70C-A1EA-5E47BE8D76C4}"/>
          </ac:picMkLst>
        </pc:picChg>
        <pc:picChg chg="del">
          <ac:chgData name="Rishubh Rastogi" userId="dc882108-eba1-4f8f-b9f5-f81d16eabe8f" providerId="ADAL" clId="{B277DAAC-C3BE-4DC5-AECF-FB907B9EF7B2}" dt="2024-05-15T07:08:46.855" v="1587" actId="478"/>
          <ac:picMkLst>
            <pc:docMk/>
            <pc:sldMk cId="1576843504" sldId="328"/>
            <ac:picMk id="10246" creationId="{583BF119-9C33-2A97-2E7D-433851344F3C}"/>
          </ac:picMkLst>
        </pc:picChg>
        <pc:picChg chg="add mod">
          <ac:chgData name="Rishubh Rastogi" userId="dc882108-eba1-4f8f-b9f5-f81d16eabe8f" providerId="ADAL" clId="{B277DAAC-C3BE-4DC5-AECF-FB907B9EF7B2}" dt="2024-05-15T07:09:15.363" v="1592" actId="1076"/>
          <ac:picMkLst>
            <pc:docMk/>
            <pc:sldMk cId="1576843504" sldId="328"/>
            <ac:picMk id="11266" creationId="{9380234E-E2E8-BDBB-B8F1-83CED183DC3A}"/>
          </ac:picMkLst>
        </pc:picChg>
        <pc:picChg chg="add mod">
          <ac:chgData name="Rishubh Rastogi" userId="dc882108-eba1-4f8f-b9f5-f81d16eabe8f" providerId="ADAL" clId="{B277DAAC-C3BE-4DC5-AECF-FB907B9EF7B2}" dt="2024-05-15T07:09:34.323" v="1595" actId="1076"/>
          <ac:picMkLst>
            <pc:docMk/>
            <pc:sldMk cId="1576843504" sldId="328"/>
            <ac:picMk id="11268" creationId="{61BE5FBE-2F3E-AC7E-1911-6EBBD2ACDA3F}"/>
          </ac:picMkLst>
        </pc:picChg>
        <pc:picChg chg="add mod">
          <ac:chgData name="Rishubh Rastogi" userId="dc882108-eba1-4f8f-b9f5-f81d16eabe8f" providerId="ADAL" clId="{B277DAAC-C3BE-4DC5-AECF-FB907B9EF7B2}" dt="2024-05-15T07:10:07.076" v="1600" actId="1076"/>
          <ac:picMkLst>
            <pc:docMk/>
            <pc:sldMk cId="1576843504" sldId="328"/>
            <ac:picMk id="11270" creationId="{B89E8D21-49D7-9822-4581-DBC5E51E1F4A}"/>
          </ac:picMkLst>
        </pc:picChg>
      </pc:sldChg>
      <pc:sldChg chg="addSp delSp modSp add mod">
        <pc:chgData name="Rishubh Rastogi" userId="dc882108-eba1-4f8f-b9f5-f81d16eabe8f" providerId="ADAL" clId="{B277DAAC-C3BE-4DC5-AECF-FB907B9EF7B2}" dt="2024-05-15T07:25:41.100" v="1966" actId="20577"/>
        <pc:sldMkLst>
          <pc:docMk/>
          <pc:sldMk cId="4193034578" sldId="329"/>
        </pc:sldMkLst>
        <pc:spChg chg="add mod">
          <ac:chgData name="Rishubh Rastogi" userId="dc882108-eba1-4f8f-b9f5-f81d16eabe8f" providerId="ADAL" clId="{B277DAAC-C3BE-4DC5-AECF-FB907B9EF7B2}" dt="2024-05-15T07:18:44.185" v="1783" actId="1076"/>
          <ac:spMkLst>
            <pc:docMk/>
            <pc:sldMk cId="4193034578" sldId="329"/>
            <ac:spMk id="2" creationId="{05D4D99E-47B8-47FB-2762-F64608B9652F}"/>
          </ac:spMkLst>
        </pc:spChg>
        <pc:spChg chg="add mod">
          <ac:chgData name="Rishubh Rastogi" userId="dc882108-eba1-4f8f-b9f5-f81d16eabe8f" providerId="ADAL" clId="{B277DAAC-C3BE-4DC5-AECF-FB907B9EF7B2}" dt="2024-05-15T07:20:33.498" v="1829" actId="1076"/>
          <ac:spMkLst>
            <pc:docMk/>
            <pc:sldMk cId="4193034578" sldId="329"/>
            <ac:spMk id="3" creationId="{D2D629F6-FF58-5FEF-E16A-CA35A1F52836}"/>
          </ac:spMkLst>
        </pc:spChg>
        <pc:spChg chg="add mod">
          <ac:chgData name="Rishubh Rastogi" userId="dc882108-eba1-4f8f-b9f5-f81d16eabe8f" providerId="ADAL" clId="{B277DAAC-C3BE-4DC5-AECF-FB907B9EF7B2}" dt="2024-05-15T07:22:28.013" v="1859" actId="20577"/>
          <ac:spMkLst>
            <pc:docMk/>
            <pc:sldMk cId="4193034578" sldId="329"/>
            <ac:spMk id="4" creationId="{93ADE9D8-DA2D-6EEF-34CE-2622FF48DF9B}"/>
          </ac:spMkLst>
        </pc:spChg>
        <pc:spChg chg="mod">
          <ac:chgData name="Rishubh Rastogi" userId="dc882108-eba1-4f8f-b9f5-f81d16eabe8f" providerId="ADAL" clId="{B277DAAC-C3BE-4DC5-AECF-FB907B9EF7B2}" dt="2024-05-15T07:19:43.196" v="1812" actId="1076"/>
          <ac:spMkLst>
            <pc:docMk/>
            <pc:sldMk cId="4193034578" sldId="329"/>
            <ac:spMk id="12" creationId="{D8D85553-71FB-D2BD-385A-45805C647E0E}"/>
          </ac:spMkLst>
        </pc:spChg>
        <pc:spChg chg="mod">
          <ac:chgData name="Rishubh Rastogi" userId="dc882108-eba1-4f8f-b9f5-f81d16eabe8f" providerId="ADAL" clId="{B277DAAC-C3BE-4DC5-AECF-FB907B9EF7B2}" dt="2024-05-15T07:22:43.157" v="1874" actId="20577"/>
          <ac:spMkLst>
            <pc:docMk/>
            <pc:sldMk cId="4193034578" sldId="329"/>
            <ac:spMk id="17" creationId="{7C35A6F0-C732-A730-FD95-64DFFC4B3977}"/>
          </ac:spMkLst>
        </pc:spChg>
        <pc:spChg chg="mod">
          <ac:chgData name="Rishubh Rastogi" userId="dc882108-eba1-4f8f-b9f5-f81d16eabe8f" providerId="ADAL" clId="{B277DAAC-C3BE-4DC5-AECF-FB907B9EF7B2}" dt="2024-05-15T07:16:20.722" v="1706" actId="20577"/>
          <ac:spMkLst>
            <pc:docMk/>
            <pc:sldMk cId="4193034578" sldId="329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7:17:20.461" v="1738" actId="20577"/>
          <ac:spMkLst>
            <pc:docMk/>
            <pc:sldMk cId="4193034578" sldId="329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7:25:41.100" v="1966" actId="20577"/>
          <ac:spMkLst>
            <pc:docMk/>
            <pc:sldMk cId="4193034578" sldId="329"/>
            <ac:spMk id="81" creationId="{63D4DA95-E9EF-3460-D4E9-30A3EC02206C}"/>
          </ac:spMkLst>
        </pc:spChg>
        <pc:picChg chg="add del mod">
          <ac:chgData name="Rishubh Rastogi" userId="dc882108-eba1-4f8f-b9f5-f81d16eabe8f" providerId="ADAL" clId="{B277DAAC-C3BE-4DC5-AECF-FB907B9EF7B2}" dt="2024-05-15T07:23:39.688" v="1884" actId="478"/>
          <ac:picMkLst>
            <pc:docMk/>
            <pc:sldMk cId="4193034578" sldId="329"/>
            <ac:picMk id="5" creationId="{D8931A42-A353-4F9D-5CDE-F732CA36C4CB}"/>
          </ac:picMkLst>
        </pc:picChg>
        <pc:picChg chg="del">
          <ac:chgData name="Rishubh Rastogi" userId="dc882108-eba1-4f8f-b9f5-f81d16eabe8f" providerId="ADAL" clId="{B277DAAC-C3BE-4DC5-AECF-FB907B9EF7B2}" dt="2024-05-15T07:17:11.421" v="1712" actId="478"/>
          <ac:picMkLst>
            <pc:docMk/>
            <pc:sldMk cId="4193034578" sldId="329"/>
            <ac:picMk id="11266" creationId="{9380234E-E2E8-BDBB-B8F1-83CED183DC3A}"/>
          </ac:picMkLst>
        </pc:picChg>
        <pc:picChg chg="add del">
          <ac:chgData name="Rishubh Rastogi" userId="dc882108-eba1-4f8f-b9f5-f81d16eabe8f" providerId="ADAL" clId="{B277DAAC-C3BE-4DC5-AECF-FB907B9EF7B2}" dt="2024-05-15T07:19:09.433" v="1786" actId="478"/>
          <ac:picMkLst>
            <pc:docMk/>
            <pc:sldMk cId="4193034578" sldId="329"/>
            <ac:picMk id="11268" creationId="{61BE5FBE-2F3E-AC7E-1911-6EBBD2ACDA3F}"/>
          </ac:picMkLst>
        </pc:picChg>
        <pc:picChg chg="del mod">
          <ac:chgData name="Rishubh Rastogi" userId="dc882108-eba1-4f8f-b9f5-f81d16eabe8f" providerId="ADAL" clId="{B277DAAC-C3BE-4DC5-AECF-FB907B9EF7B2}" dt="2024-05-15T07:23:08.160" v="1877" actId="478"/>
          <ac:picMkLst>
            <pc:docMk/>
            <pc:sldMk cId="4193034578" sldId="329"/>
            <ac:picMk id="11270" creationId="{B89E8D21-49D7-9822-4581-DBC5E51E1F4A}"/>
          </ac:picMkLst>
        </pc:picChg>
        <pc:picChg chg="add mod">
          <ac:chgData name="Rishubh Rastogi" userId="dc882108-eba1-4f8f-b9f5-f81d16eabe8f" providerId="ADAL" clId="{B277DAAC-C3BE-4DC5-AECF-FB907B9EF7B2}" dt="2024-05-15T07:17:14.824" v="1714" actId="1076"/>
          <ac:picMkLst>
            <pc:docMk/>
            <pc:sldMk cId="4193034578" sldId="329"/>
            <ac:picMk id="14338" creationId="{2283CCA6-24B2-8506-A8D5-2BD882A2DA5A}"/>
          </ac:picMkLst>
        </pc:picChg>
        <pc:picChg chg="add mod">
          <ac:chgData name="Rishubh Rastogi" userId="dc882108-eba1-4f8f-b9f5-f81d16eabe8f" providerId="ADAL" clId="{B277DAAC-C3BE-4DC5-AECF-FB907B9EF7B2}" dt="2024-05-15T07:18:42.367" v="1782" actId="1076"/>
          <ac:picMkLst>
            <pc:docMk/>
            <pc:sldMk cId="4193034578" sldId="329"/>
            <ac:picMk id="14340" creationId="{3A96BF03-F8CF-E904-6E68-0F7A81EEFF65}"/>
          </ac:picMkLst>
        </pc:picChg>
        <pc:picChg chg="add mod">
          <ac:chgData name="Rishubh Rastogi" userId="dc882108-eba1-4f8f-b9f5-f81d16eabe8f" providerId="ADAL" clId="{B277DAAC-C3BE-4DC5-AECF-FB907B9EF7B2}" dt="2024-05-15T07:19:43.196" v="1812" actId="1076"/>
          <ac:picMkLst>
            <pc:docMk/>
            <pc:sldMk cId="4193034578" sldId="329"/>
            <ac:picMk id="14342" creationId="{156B1D9A-F2CD-8871-B8F9-065A932E47D3}"/>
          </ac:picMkLst>
        </pc:picChg>
        <pc:picChg chg="add mod">
          <ac:chgData name="Rishubh Rastogi" userId="dc882108-eba1-4f8f-b9f5-f81d16eabe8f" providerId="ADAL" clId="{B277DAAC-C3BE-4DC5-AECF-FB907B9EF7B2}" dt="2024-05-15T07:20:38.290" v="1831" actId="1076"/>
          <ac:picMkLst>
            <pc:docMk/>
            <pc:sldMk cId="4193034578" sldId="329"/>
            <ac:picMk id="14344" creationId="{DC2D7390-8120-BE56-A717-EF23041BC127}"/>
          </ac:picMkLst>
        </pc:picChg>
        <pc:picChg chg="add mod">
          <ac:chgData name="Rishubh Rastogi" userId="dc882108-eba1-4f8f-b9f5-f81d16eabe8f" providerId="ADAL" clId="{B277DAAC-C3BE-4DC5-AECF-FB907B9EF7B2}" dt="2024-05-15T07:23:13.687" v="1881" actId="1035"/>
          <ac:picMkLst>
            <pc:docMk/>
            <pc:sldMk cId="4193034578" sldId="329"/>
            <ac:picMk id="14346" creationId="{C2F07B1E-97D4-B9D9-331E-D1079917442B}"/>
          </ac:picMkLst>
        </pc:picChg>
        <pc:picChg chg="add mod">
          <ac:chgData name="Rishubh Rastogi" userId="dc882108-eba1-4f8f-b9f5-f81d16eabe8f" providerId="ADAL" clId="{B277DAAC-C3BE-4DC5-AECF-FB907B9EF7B2}" dt="2024-05-15T07:23:43.872" v="1885" actId="1076"/>
          <ac:picMkLst>
            <pc:docMk/>
            <pc:sldMk cId="4193034578" sldId="329"/>
            <ac:picMk id="14348" creationId="{983F8A0C-FCA7-CE99-005B-F4E953FBC319}"/>
          </ac:picMkLst>
        </pc:picChg>
      </pc:sldChg>
      <pc:sldChg chg="addSp delSp modSp add mod">
        <pc:chgData name="Rishubh Rastogi" userId="dc882108-eba1-4f8f-b9f5-f81d16eabe8f" providerId="ADAL" clId="{B277DAAC-C3BE-4DC5-AECF-FB907B9EF7B2}" dt="2024-05-15T07:28:42.219" v="2030" actId="20577"/>
        <pc:sldMkLst>
          <pc:docMk/>
          <pc:sldMk cId="3148412427" sldId="330"/>
        </pc:sldMkLst>
        <pc:spChg chg="del">
          <ac:chgData name="Rishubh Rastogi" userId="dc882108-eba1-4f8f-b9f5-f81d16eabe8f" providerId="ADAL" clId="{B277DAAC-C3BE-4DC5-AECF-FB907B9EF7B2}" dt="2024-05-15T07:27:03.751" v="1994" actId="478"/>
          <ac:spMkLst>
            <pc:docMk/>
            <pc:sldMk cId="3148412427" sldId="330"/>
            <ac:spMk id="2" creationId="{05D4D99E-47B8-47FB-2762-F64608B9652F}"/>
          </ac:spMkLst>
        </pc:spChg>
        <pc:spChg chg="mod">
          <ac:chgData name="Rishubh Rastogi" userId="dc882108-eba1-4f8f-b9f5-f81d16eabe8f" providerId="ADAL" clId="{B277DAAC-C3BE-4DC5-AECF-FB907B9EF7B2}" dt="2024-05-15T07:28:42.219" v="2030" actId="20577"/>
          <ac:spMkLst>
            <pc:docMk/>
            <pc:sldMk cId="3148412427" sldId="330"/>
            <ac:spMk id="3" creationId="{D2D629F6-FF58-5FEF-E16A-CA35A1F52836}"/>
          </ac:spMkLst>
        </pc:spChg>
        <pc:spChg chg="mod">
          <ac:chgData name="Rishubh Rastogi" userId="dc882108-eba1-4f8f-b9f5-f81d16eabe8f" providerId="ADAL" clId="{B277DAAC-C3BE-4DC5-AECF-FB907B9EF7B2}" dt="2024-05-15T07:26:43.608" v="1980" actId="20577"/>
          <ac:spMkLst>
            <pc:docMk/>
            <pc:sldMk cId="3148412427" sldId="330"/>
            <ac:spMk id="4" creationId="{93ADE9D8-DA2D-6EEF-34CE-2622FF48DF9B}"/>
          </ac:spMkLst>
        </pc:spChg>
        <pc:spChg chg="del">
          <ac:chgData name="Rishubh Rastogi" userId="dc882108-eba1-4f8f-b9f5-f81d16eabe8f" providerId="ADAL" clId="{B277DAAC-C3BE-4DC5-AECF-FB907B9EF7B2}" dt="2024-05-15T07:27:03.751" v="1994" actId="478"/>
          <ac:spMkLst>
            <pc:docMk/>
            <pc:sldMk cId="3148412427" sldId="330"/>
            <ac:spMk id="12" creationId="{D8D85553-71FB-D2BD-385A-45805C647E0E}"/>
          </ac:spMkLst>
        </pc:spChg>
        <pc:spChg chg="del">
          <ac:chgData name="Rishubh Rastogi" userId="dc882108-eba1-4f8f-b9f5-f81d16eabe8f" providerId="ADAL" clId="{B277DAAC-C3BE-4DC5-AECF-FB907B9EF7B2}" dt="2024-05-15T07:26:56.231" v="1985" actId="478"/>
          <ac:spMkLst>
            <pc:docMk/>
            <pc:sldMk cId="3148412427" sldId="330"/>
            <ac:spMk id="17" creationId="{7C35A6F0-C732-A730-FD95-64DFFC4B3977}"/>
          </ac:spMkLst>
        </pc:spChg>
        <pc:spChg chg="mod">
          <ac:chgData name="Rishubh Rastogi" userId="dc882108-eba1-4f8f-b9f5-f81d16eabe8f" providerId="ADAL" clId="{B277DAAC-C3BE-4DC5-AECF-FB907B9EF7B2}" dt="2024-05-15T07:25:48.364" v="1967" actId="20577"/>
          <ac:spMkLst>
            <pc:docMk/>
            <pc:sldMk cId="3148412427" sldId="330"/>
            <ac:spMk id="47" creationId="{235C8BC8-1EC3-200F-46BD-2E4659DBE7D9}"/>
          </ac:spMkLst>
        </pc:spChg>
        <pc:spChg chg="mod">
          <ac:chgData name="Rishubh Rastogi" userId="dc882108-eba1-4f8f-b9f5-f81d16eabe8f" providerId="ADAL" clId="{B277DAAC-C3BE-4DC5-AECF-FB907B9EF7B2}" dt="2024-05-15T07:27:00.718" v="1993" actId="20577"/>
          <ac:spMkLst>
            <pc:docMk/>
            <pc:sldMk cId="3148412427" sldId="330"/>
            <ac:spMk id="63" creationId="{0AA539C0-D6D6-7587-EB9C-61CDCEC33FF9}"/>
          </ac:spMkLst>
        </pc:spChg>
        <pc:spChg chg="mod">
          <ac:chgData name="Rishubh Rastogi" userId="dc882108-eba1-4f8f-b9f5-f81d16eabe8f" providerId="ADAL" clId="{B277DAAC-C3BE-4DC5-AECF-FB907B9EF7B2}" dt="2024-05-15T07:28:32.079" v="2029" actId="20577"/>
          <ac:spMkLst>
            <pc:docMk/>
            <pc:sldMk cId="3148412427" sldId="330"/>
            <ac:spMk id="81" creationId="{63D4DA95-E9EF-3460-D4E9-30A3EC02206C}"/>
          </ac:spMkLst>
        </pc:spChg>
        <pc:picChg chg="del">
          <ac:chgData name="Rishubh Rastogi" userId="dc882108-eba1-4f8f-b9f5-f81d16eabe8f" providerId="ADAL" clId="{B277DAAC-C3BE-4DC5-AECF-FB907B9EF7B2}" dt="2024-05-15T07:27:21.563" v="1998" actId="478"/>
          <ac:picMkLst>
            <pc:docMk/>
            <pc:sldMk cId="3148412427" sldId="330"/>
            <ac:picMk id="14338" creationId="{2283CCA6-24B2-8506-A8D5-2BD882A2DA5A}"/>
          </ac:picMkLst>
        </pc:picChg>
        <pc:picChg chg="del">
          <ac:chgData name="Rishubh Rastogi" userId="dc882108-eba1-4f8f-b9f5-f81d16eabe8f" providerId="ADAL" clId="{B277DAAC-C3BE-4DC5-AECF-FB907B9EF7B2}" dt="2024-05-15T07:27:03.751" v="1994" actId="478"/>
          <ac:picMkLst>
            <pc:docMk/>
            <pc:sldMk cId="3148412427" sldId="330"/>
            <ac:picMk id="14340" creationId="{3A96BF03-F8CF-E904-6E68-0F7A81EEFF65}"/>
          </ac:picMkLst>
        </pc:picChg>
        <pc:picChg chg="del">
          <ac:chgData name="Rishubh Rastogi" userId="dc882108-eba1-4f8f-b9f5-f81d16eabe8f" providerId="ADAL" clId="{B277DAAC-C3BE-4DC5-AECF-FB907B9EF7B2}" dt="2024-05-15T07:27:03.751" v="1994" actId="478"/>
          <ac:picMkLst>
            <pc:docMk/>
            <pc:sldMk cId="3148412427" sldId="330"/>
            <ac:picMk id="14342" creationId="{156B1D9A-F2CD-8871-B8F9-065A932E47D3}"/>
          </ac:picMkLst>
        </pc:picChg>
        <pc:picChg chg="del">
          <ac:chgData name="Rishubh Rastogi" userId="dc882108-eba1-4f8f-b9f5-f81d16eabe8f" providerId="ADAL" clId="{B277DAAC-C3BE-4DC5-AECF-FB907B9EF7B2}" dt="2024-05-15T07:27:40.076" v="2001" actId="478"/>
          <ac:picMkLst>
            <pc:docMk/>
            <pc:sldMk cId="3148412427" sldId="330"/>
            <ac:picMk id="14344" creationId="{DC2D7390-8120-BE56-A717-EF23041BC127}"/>
          </ac:picMkLst>
        </pc:picChg>
        <pc:picChg chg="del">
          <ac:chgData name="Rishubh Rastogi" userId="dc882108-eba1-4f8f-b9f5-f81d16eabe8f" providerId="ADAL" clId="{B277DAAC-C3BE-4DC5-AECF-FB907B9EF7B2}" dt="2024-05-15T07:26:56.231" v="1985" actId="478"/>
          <ac:picMkLst>
            <pc:docMk/>
            <pc:sldMk cId="3148412427" sldId="330"/>
            <ac:picMk id="14346" creationId="{C2F07B1E-97D4-B9D9-331E-D1079917442B}"/>
          </ac:picMkLst>
        </pc:picChg>
        <pc:picChg chg="del">
          <ac:chgData name="Rishubh Rastogi" userId="dc882108-eba1-4f8f-b9f5-f81d16eabe8f" providerId="ADAL" clId="{B277DAAC-C3BE-4DC5-AECF-FB907B9EF7B2}" dt="2024-05-15T07:26:38.546" v="1969" actId="478"/>
          <ac:picMkLst>
            <pc:docMk/>
            <pc:sldMk cId="3148412427" sldId="330"/>
            <ac:picMk id="14348" creationId="{983F8A0C-FCA7-CE99-005B-F4E953FBC319}"/>
          </ac:picMkLst>
        </pc:picChg>
        <pc:picChg chg="add mod">
          <ac:chgData name="Rishubh Rastogi" userId="dc882108-eba1-4f8f-b9f5-f81d16eabe8f" providerId="ADAL" clId="{B277DAAC-C3BE-4DC5-AECF-FB907B9EF7B2}" dt="2024-05-15T07:26:53.873" v="1984" actId="1076"/>
          <ac:picMkLst>
            <pc:docMk/>
            <pc:sldMk cId="3148412427" sldId="330"/>
            <ac:picMk id="15362" creationId="{AD3FEEB1-CDCD-8A4C-27BE-905A58327B68}"/>
          </ac:picMkLst>
        </pc:picChg>
        <pc:picChg chg="add mod">
          <ac:chgData name="Rishubh Rastogi" userId="dc882108-eba1-4f8f-b9f5-f81d16eabe8f" providerId="ADAL" clId="{B277DAAC-C3BE-4DC5-AECF-FB907B9EF7B2}" dt="2024-05-15T07:27:24.746" v="2000" actId="14100"/>
          <ac:picMkLst>
            <pc:docMk/>
            <pc:sldMk cId="3148412427" sldId="330"/>
            <ac:picMk id="15364" creationId="{63A12CD4-05BB-5F51-9728-9957F624A61C}"/>
          </ac:picMkLst>
        </pc:picChg>
        <pc:picChg chg="add mod">
          <ac:chgData name="Rishubh Rastogi" userId="dc882108-eba1-4f8f-b9f5-f81d16eabe8f" providerId="ADAL" clId="{B277DAAC-C3BE-4DC5-AECF-FB907B9EF7B2}" dt="2024-05-15T07:27:51.522" v="2005" actId="1076"/>
          <ac:picMkLst>
            <pc:docMk/>
            <pc:sldMk cId="3148412427" sldId="330"/>
            <ac:picMk id="15366" creationId="{0A689F87-4AAA-8C44-719B-7D8D29E5D70E}"/>
          </ac:picMkLst>
        </pc:picChg>
      </pc:sldChg>
      <pc:sldChg chg="add">
        <pc:chgData name="Rishubh Rastogi" userId="dc882108-eba1-4f8f-b9f5-f81d16eabe8f" providerId="ADAL" clId="{B277DAAC-C3BE-4DC5-AECF-FB907B9EF7B2}" dt="2024-05-19T10:26:23.417" v="2040"/>
        <pc:sldMkLst>
          <pc:docMk/>
          <pc:sldMk cId="571465040" sldId="334"/>
        </pc:sldMkLst>
      </pc:sldChg>
    </pc:docChg>
  </pc:docChgLst>
  <pc:docChgLst>
    <pc:chgData name="Jayaprakash Loganathan" userId="d98f6d2c-8356-4fb8-ba6a-9bcf8c3ff09e" providerId="ADAL" clId="{68AA6FE6-8E99-4904-965E-67F3A263F1DD}"/>
    <pc:docChg chg="undo custSel addSld delSld modSld">
      <pc:chgData name="Jayaprakash Loganathan" userId="d98f6d2c-8356-4fb8-ba6a-9bcf8c3ff09e" providerId="ADAL" clId="{68AA6FE6-8E99-4904-965E-67F3A263F1DD}" dt="2024-05-23T18:01:45.618" v="6"/>
      <pc:docMkLst>
        <pc:docMk/>
      </pc:docMkLst>
      <pc:sldChg chg="modSp mod">
        <pc:chgData name="Jayaprakash Loganathan" userId="d98f6d2c-8356-4fb8-ba6a-9bcf8c3ff09e" providerId="ADAL" clId="{68AA6FE6-8E99-4904-965E-67F3A263F1DD}" dt="2024-05-16T11:57:53.837" v="2" actId="14100"/>
        <pc:sldMkLst>
          <pc:docMk/>
          <pc:sldMk cId="1615643648" sldId="318"/>
        </pc:sldMkLst>
        <pc:spChg chg="mod">
          <ac:chgData name="Jayaprakash Loganathan" userId="d98f6d2c-8356-4fb8-ba6a-9bcf8c3ff09e" providerId="ADAL" clId="{68AA6FE6-8E99-4904-965E-67F3A263F1DD}" dt="2024-05-16T09:23:21.539" v="1" actId="1076"/>
          <ac:spMkLst>
            <pc:docMk/>
            <pc:sldMk cId="1615643648" sldId="318"/>
            <ac:spMk id="113" creationId="{8FC78185-BD89-C47B-1DA3-2670B88A9F6E}"/>
          </ac:spMkLst>
        </pc:spChg>
        <pc:cxnChg chg="mod">
          <ac:chgData name="Jayaprakash Loganathan" userId="d98f6d2c-8356-4fb8-ba6a-9bcf8c3ff09e" providerId="ADAL" clId="{68AA6FE6-8E99-4904-965E-67F3A263F1DD}" dt="2024-05-16T11:57:53.837" v="2" actId="14100"/>
          <ac:cxnSpMkLst>
            <pc:docMk/>
            <pc:sldMk cId="1615643648" sldId="318"/>
            <ac:cxnSpMk id="42" creationId="{BFC09BC9-28E7-F7DD-33C8-B8D5AC941514}"/>
          </ac:cxnSpMkLst>
        </pc:cxnChg>
      </pc:sldChg>
      <pc:sldChg chg="new del">
        <pc:chgData name="Jayaprakash Loganathan" userId="d98f6d2c-8356-4fb8-ba6a-9bcf8c3ff09e" providerId="ADAL" clId="{68AA6FE6-8E99-4904-965E-67F3A263F1DD}" dt="2024-05-23T18:00:53.130" v="5" actId="47"/>
        <pc:sldMkLst>
          <pc:docMk/>
          <pc:sldMk cId="2508553182" sldId="335"/>
        </pc:sldMkLst>
      </pc:sldChg>
      <pc:sldChg chg="add">
        <pc:chgData name="Jayaprakash Loganathan" userId="d98f6d2c-8356-4fb8-ba6a-9bcf8c3ff09e" providerId="ADAL" clId="{68AA6FE6-8E99-4904-965E-67F3A263F1DD}" dt="2024-05-23T18:00:50.309" v="4"/>
        <pc:sldMkLst>
          <pc:docMk/>
          <pc:sldMk cId="1928199108" sldId="336"/>
        </pc:sldMkLst>
      </pc:sldChg>
      <pc:sldChg chg="add">
        <pc:chgData name="Jayaprakash Loganathan" userId="d98f6d2c-8356-4fb8-ba6a-9bcf8c3ff09e" providerId="ADAL" clId="{68AA6FE6-8E99-4904-965E-67F3A263F1DD}" dt="2024-05-23T18:00:50.309" v="4"/>
        <pc:sldMkLst>
          <pc:docMk/>
          <pc:sldMk cId="1381231780" sldId="337"/>
        </pc:sldMkLst>
      </pc:sldChg>
      <pc:sldChg chg="add">
        <pc:chgData name="Jayaprakash Loganathan" userId="d98f6d2c-8356-4fb8-ba6a-9bcf8c3ff09e" providerId="ADAL" clId="{68AA6FE6-8E99-4904-965E-67F3A263F1DD}" dt="2024-05-23T18:01:45.618" v="6"/>
        <pc:sldMkLst>
          <pc:docMk/>
          <pc:sldMk cId="241222105" sldId="338"/>
        </pc:sldMkLst>
      </pc:sldChg>
      <pc:sldChg chg="add">
        <pc:chgData name="Jayaprakash Loganathan" userId="d98f6d2c-8356-4fb8-ba6a-9bcf8c3ff09e" providerId="ADAL" clId="{68AA6FE6-8E99-4904-965E-67F3A263F1DD}" dt="2024-05-23T18:01:45.618" v="6"/>
        <pc:sldMkLst>
          <pc:docMk/>
          <pc:sldMk cId="2689310334" sldId="339"/>
        </pc:sldMkLst>
      </pc:sldChg>
      <pc:sldChg chg="add">
        <pc:chgData name="Jayaprakash Loganathan" userId="d98f6d2c-8356-4fb8-ba6a-9bcf8c3ff09e" providerId="ADAL" clId="{68AA6FE6-8E99-4904-965E-67F3A263F1DD}" dt="2024-05-23T18:01:45.618" v="6"/>
        <pc:sldMkLst>
          <pc:docMk/>
          <pc:sldMk cId="2099490239" sldId="3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41966-0357-4DC8-890A-858D93189CD5}" type="datetimeFigureOut">
              <a:rPr lang="en-IN" smtClean="0"/>
              <a:t>23-05-2024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2AF89-32DB-4E85-A197-FCD421FD7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3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13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21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0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77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16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14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40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99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07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13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65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45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E8DD3-7F5E-4F38-8DF1-E0849E959DF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78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EBFF-1BE9-494E-80A8-35B54D28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08405-CD01-D967-55C9-1C15D77DD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B7573-6866-D0B2-7054-068BE268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8C6CF-BC80-F153-BA1C-7C649A71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26FDD-BAB1-956B-B09E-05A97FD7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8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7F6C-6541-52F1-3885-9195D7C9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B0B98-3FB9-9CE4-1D49-989E88F0A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C2428-4301-FE8A-90A5-208A17453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3E68D-2C26-BF7A-4BAA-A7F51EF0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A05BD-F460-4196-D720-0F52592B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8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51CF-9D6C-FAD1-9E98-87A56C96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7BD27-8377-0411-B511-6990FB981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71C5-6955-8F2A-7E79-769010573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9FAEA-CE21-1C66-980F-CE9118C3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FDBD1-7928-5CF5-D445-4252852F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4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E0FA-A582-23B0-B3FA-30D266D4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8986-87BC-1A30-845C-B1235A141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291F2-93CA-0CC3-CFDA-58B8566BF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9CBCF-DD23-814E-4508-C969CDF1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86BBF-F86E-673C-4BF1-7B573591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1E2D3-4531-A236-35CA-2CD76066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6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D368-B849-5364-8B06-642B2045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23260-3A65-A370-8D7F-A14E5FD9B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12459-FB4E-40EF-21CC-777432BF3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E7141-8797-10CD-159E-167FF7B6C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4C6972-701C-1248-19E7-DFB432FF7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76AA8F-BAC8-B85E-071B-0B3E681F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53E83-9FB1-B3EE-97AA-651625E8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38BF7-F6F4-3E82-3C34-B263C77E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38D8-18AF-12DC-18F3-671E4115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BC2FE-F63B-B44C-3F26-A426F12D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FA567-C73B-E910-DC2B-6F6734F9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05376-350D-0942-AB6D-CB429DD6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3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1E6B8-C4F9-FC3F-1213-24288DEE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B351E-7F7F-9FD2-DE37-8762916E8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2E564-943E-F82F-43A9-898E2521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9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CF67-68E1-AE50-3210-9D337F4F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290A-3AA7-960D-224B-C5122593D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1C4F1-4A57-B687-57AB-5705DB688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087CF-82CB-29A6-1960-88AB11A1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7B0B0-A231-62E5-7A2C-E65CEC73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8F046-30A0-8859-5654-99187229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9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00C7-5C80-6006-AC8E-5BB34E1C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422CF-4804-D7CA-E180-58CB9C6A9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D2DFA-7C7A-B0B3-41F7-6A853F253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0F3BD-8258-1649-2971-12AF63E6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A5033-10B2-5E35-3DDC-985DE5D9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E6AB3-E792-F19A-3C5A-1CC545CD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97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AFF5-8C43-A0BD-D382-A1128448F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A440A-48BD-76EB-88E1-761C1BD52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020D7-DAFE-6C17-CC9D-98589F16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4CE37-2C64-9C9A-B34D-76A54E90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1ED69-D599-BD3F-4361-47039D69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7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C228F-9353-8D59-9B3A-56626D390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8D7FD-FB32-D361-25A1-E189219D4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7508B-6DAF-DA49-EC79-E7B1866CF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6E468-B2F7-F1D7-CC48-0FD298D9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62C1D-3752-77A0-3A42-63B91F5C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9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2258052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 anchor="ctr"/>
          <a:lstStyle>
            <a:lvl1pPr>
              <a:defRPr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Line 1</a:t>
            </a:r>
            <a:br>
              <a:rPr lang="en-US"/>
            </a:br>
            <a:r>
              <a:rPr lang="en-US"/>
              <a:t>Title Line Continued</a:t>
            </a:r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11672714" y="6626677"/>
            <a:ext cx="475287" cy="15484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561F6A-E2B6-43F1-8866-24E01C368EF0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556376"/>
            <a:ext cx="10972800" cy="301625"/>
          </a:xfrm>
        </p:spPr>
        <p:txBody>
          <a:bodyPr anchor="ctr"/>
          <a:lstStyle>
            <a:lvl1pPr marL="3175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 pitchFamily="34" charset="0"/>
              <a:buNone/>
              <a:tabLst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31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Sources/Notes section in 9 point </a:t>
            </a:r>
            <a:r>
              <a:rPr lang="en-US" b="1"/>
              <a:t>White, Darker 50%</a:t>
            </a:r>
          </a:p>
        </p:txBody>
      </p:sp>
      <p:sp>
        <p:nvSpPr>
          <p:cNvPr id="11" name="Isosceles Triangle 7"/>
          <p:cNvSpPr/>
          <p:nvPr userDrawn="1"/>
        </p:nvSpPr>
        <p:spPr>
          <a:xfrm rot="5400000">
            <a:off x="-526920" y="526918"/>
            <a:ext cx="1203355" cy="149527"/>
          </a:xfrm>
          <a:prstGeom prst="triangle">
            <a:avLst>
              <a:gd name="adj" fmla="val 84814"/>
            </a:avLst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21000">
                <a:srgbClr val="4F74A0"/>
              </a:gs>
              <a:gs pos="100000">
                <a:srgbClr val="A0C1D6"/>
              </a:gs>
            </a:gsLst>
            <a:lin ang="120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6B9E241-CFFF-466B-8BCC-C37A427FEE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496" y="6405894"/>
            <a:ext cx="1524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6205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8819446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 anchor="ctr"/>
          <a:lstStyle>
            <a:lvl1pPr>
              <a:defRPr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Line 1</a:t>
            </a:r>
            <a:br>
              <a:rPr lang="en-US"/>
            </a:br>
            <a:r>
              <a:rPr lang="en-US"/>
              <a:t>Title Line Continued</a:t>
            </a:r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11672714" y="6626677"/>
            <a:ext cx="475287" cy="15484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561F6A-E2B6-43F1-8866-24E01C368EF0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556376"/>
            <a:ext cx="10972800" cy="301625"/>
          </a:xfrm>
        </p:spPr>
        <p:txBody>
          <a:bodyPr anchor="ctr"/>
          <a:lstStyle>
            <a:lvl1pPr marL="3175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 pitchFamily="34" charset="0"/>
              <a:buNone/>
              <a:tabLst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31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Sources/Notes section in 9 point </a:t>
            </a:r>
            <a:r>
              <a:rPr lang="en-US" b="1"/>
              <a:t>White, Darker 50%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609600" y="1276709"/>
            <a:ext cx="10972800" cy="50986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Isosceles Triangle 7"/>
          <p:cNvSpPr/>
          <p:nvPr userDrawn="1"/>
        </p:nvSpPr>
        <p:spPr>
          <a:xfrm rot="5400000">
            <a:off x="-526920" y="526918"/>
            <a:ext cx="1203355" cy="149527"/>
          </a:xfrm>
          <a:prstGeom prst="triangle">
            <a:avLst>
              <a:gd name="adj" fmla="val 84814"/>
            </a:avLst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21000">
                <a:srgbClr val="4F74A0"/>
              </a:gs>
              <a:gs pos="100000">
                <a:srgbClr val="A0C1D6"/>
              </a:gs>
            </a:gsLst>
            <a:lin ang="120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6B9E241-CFFF-466B-8BCC-C37A427FEE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496" y="6405894"/>
            <a:ext cx="1524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7520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F74925F4-E2FE-404F-8F2C-10661440AAFC}"/>
              </a:ext>
            </a:extLst>
          </p:cNvPr>
          <p:cNvSpPr/>
          <p:nvPr userDrawn="1"/>
        </p:nvSpPr>
        <p:spPr>
          <a:xfrm rot="16200000">
            <a:off x="7354548" y="2020544"/>
            <a:ext cx="5223296" cy="4451617"/>
          </a:xfrm>
          <a:prstGeom prst="rtTriangle">
            <a:avLst/>
          </a:prstGeom>
          <a:gradFill flip="none" rotWithShape="1">
            <a:gsLst>
              <a:gs pos="100000">
                <a:srgbClr val="7993BA"/>
              </a:gs>
              <a:gs pos="0">
                <a:srgbClr val="8FACCC">
                  <a:alpha val="64706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ight Triangle 5"/>
          <p:cNvSpPr/>
          <p:nvPr userDrawn="1"/>
        </p:nvSpPr>
        <p:spPr>
          <a:xfrm flipH="1">
            <a:off x="7251191" y="1634704"/>
            <a:ext cx="4940806" cy="5223296"/>
          </a:xfrm>
          <a:prstGeom prst="rt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57CE522-ADB6-E645-8450-7D1EADF70370}"/>
              </a:ext>
            </a:extLst>
          </p:cNvPr>
          <p:cNvSpPr/>
          <p:nvPr userDrawn="1"/>
        </p:nvSpPr>
        <p:spPr>
          <a:xfrm rot="10800000">
            <a:off x="10183654" y="0"/>
            <a:ext cx="2008345" cy="4495803"/>
          </a:xfrm>
          <a:prstGeom prst="rtTriangle">
            <a:avLst/>
          </a:prstGeom>
          <a:gradFill flip="none" rotWithShape="1">
            <a:gsLst>
              <a:gs pos="39000">
                <a:srgbClr val="88ABCC">
                  <a:alpha val="90000"/>
                </a:srgbClr>
              </a:gs>
              <a:gs pos="97000">
                <a:srgbClr val="394F73"/>
              </a:gs>
            </a:gsLst>
            <a:lin ang="90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9277489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09600" y="1371600"/>
            <a:ext cx="10972800" cy="4953000"/>
          </a:xfrm>
        </p:spPr>
        <p:txBody>
          <a:bodyPr/>
          <a:lstStyle>
            <a:lvl1pPr marL="190500" indent="-187325">
              <a:spcBef>
                <a:spcPts val="12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Arial" charset="0"/>
              <a:buChar char="•"/>
              <a:defRPr sz="200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1600">
                <a:solidFill>
                  <a:schemeClr val="bg2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Slide Number Placeholder 5"/>
          <p:cNvSpPr txBox="1">
            <a:spLocks/>
          </p:cNvSpPr>
          <p:nvPr userDrawn="1"/>
        </p:nvSpPr>
        <p:spPr>
          <a:xfrm>
            <a:off x="11672713" y="6626675"/>
            <a:ext cx="475287" cy="15484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561F6A-E2B6-43F1-8866-24E01C368EF0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EDE4865-A18F-4B66-B53A-9DE63DD8A8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496" y="6405894"/>
            <a:ext cx="152400" cy="330200"/>
          </a:xfrm>
          <a:prstGeom prst="rect">
            <a:avLst/>
          </a:prstGeom>
        </p:spPr>
      </p:pic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E044E3-5C8C-4466-B83E-A87A08E92E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0800000">
            <a:off x="483951" y="1458962"/>
            <a:ext cx="329184" cy="329184"/>
          </a:xfrm>
          <a:prstGeom prst="rtTriangle">
            <a:avLst/>
          </a:prstGeom>
          <a:gradFill>
            <a:gsLst>
              <a:gs pos="0">
                <a:srgbClr val="7FAFDE"/>
              </a:gs>
              <a:gs pos="80000">
                <a:srgbClr val="3A5580"/>
              </a:gs>
            </a:gsLst>
            <a:lin ang="198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>
              <a:buFontTx/>
              <a:buNone/>
              <a:defRPr lang="en-US" dirty="0" smtClean="0">
                <a:ln>
                  <a:noFill/>
                </a:ln>
                <a:noFill/>
              </a:defRPr>
            </a:lvl1pPr>
            <a:lvl2pPr>
              <a:defRPr lang="en-US" dirty="0" smtClean="0">
                <a:solidFill>
                  <a:schemeClr val="lt1"/>
                </a:solidFill>
              </a:defRPr>
            </a:lvl2pPr>
            <a:lvl3pPr>
              <a:defRPr lang="en-US" dirty="0" smtClean="0">
                <a:solidFill>
                  <a:schemeClr val="lt1"/>
                </a:solidFill>
              </a:defRPr>
            </a:lvl3pPr>
            <a:lvl4pPr>
              <a:defRPr lang="en-US" dirty="0" smtClean="0">
                <a:solidFill>
                  <a:schemeClr val="lt1"/>
                </a:solidFill>
              </a:defRPr>
            </a:lvl4pPr>
            <a:lvl5pPr>
              <a:defRPr lang="en-US" dirty="0">
                <a:solidFill>
                  <a:schemeClr val="lt1"/>
                </a:solidFill>
              </a:defRPr>
            </a:lvl5pPr>
          </a:lstStyle>
          <a:p>
            <a:pPr marL="0" lvl="0" indent="0" algn="ctr"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4415"/>
            <a:ext cx="10972800" cy="906738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i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 Slide</a:t>
            </a:r>
          </a:p>
        </p:txBody>
      </p:sp>
    </p:spTree>
    <p:extLst>
      <p:ext uri="{BB962C8B-B14F-4D97-AF65-F5344CB8AC3E}">
        <p14:creationId xmlns:p14="http://schemas.microsoft.com/office/powerpoint/2010/main" val="235909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1CD4F-0AF4-D843-461B-D4D2BADF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FE699-AEDC-0D2E-0B67-7598D4D6E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9C25A-DA88-EF89-85E8-5B7443CC7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1C2E3-AED1-0D44-B8EA-AB850A7D6E95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6F0FC-10E7-EA14-C9E6-DEDBF5048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815FB-A2F8-EA76-87FB-CD1C0CF46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69FAF-D3A6-B440-973D-8F899A439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26" Type="http://schemas.openxmlformats.org/officeDocument/2006/relationships/image" Target="../media/image22.png"/><Relationship Id="rId3" Type="http://schemas.openxmlformats.org/officeDocument/2006/relationships/slideLayout" Target="../slideLayouts/slideLayout12.xml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17" Type="http://schemas.microsoft.com/office/2007/relationships/hdphoto" Target="../media/hdphoto2.wdp"/><Relationship Id="rId25" Type="http://schemas.openxmlformats.org/officeDocument/2006/relationships/image" Target="../media/image21.png"/><Relationship Id="rId2" Type="http://schemas.openxmlformats.org/officeDocument/2006/relationships/tags" Target="../tags/tag4.xml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customXml" Target="../../customXml/item1.xml"/><Relationship Id="rId6" Type="http://schemas.openxmlformats.org/officeDocument/2006/relationships/image" Target="../media/image5.emf"/><Relationship Id="rId11" Type="http://schemas.openxmlformats.org/officeDocument/2006/relationships/image" Target="../media/image10.png"/><Relationship Id="rId24" Type="http://schemas.openxmlformats.org/officeDocument/2006/relationships/image" Target="../media/image20.png"/><Relationship Id="rId5" Type="http://schemas.openxmlformats.org/officeDocument/2006/relationships/oleObject" Target="../embeddings/oleObject4.bin"/><Relationship Id="rId15" Type="http://schemas.openxmlformats.org/officeDocument/2006/relationships/image" Target="../media/image13.png"/><Relationship Id="rId23" Type="http://schemas.openxmlformats.org/officeDocument/2006/relationships/image" Target="../media/image19.png"/><Relationship Id="rId28" Type="http://schemas.microsoft.com/office/2007/relationships/hdphoto" Target="../media/hdphoto4.wdp"/><Relationship Id="rId10" Type="http://schemas.openxmlformats.org/officeDocument/2006/relationships/image" Target="../media/image9.png"/><Relationship Id="rId19" Type="http://schemas.microsoft.com/office/2007/relationships/hdphoto" Target="../media/hdphoto3.wdp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6" Type="http://schemas.openxmlformats.org/officeDocument/2006/relationships/image" Target="../media/image11.png"/><Relationship Id="rId21" Type="http://schemas.openxmlformats.org/officeDocument/2006/relationships/image" Target="../media/image38.png"/><Relationship Id="rId34" Type="http://schemas.openxmlformats.org/officeDocument/2006/relationships/image" Target="../media/image22.png"/><Relationship Id="rId7" Type="http://schemas.openxmlformats.org/officeDocument/2006/relationships/slide" Target="slide3.xml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1.png"/><Relationship Id="rId33" Type="http://schemas.openxmlformats.org/officeDocument/2006/relationships/image" Target="../media/image18.png"/><Relationship Id="rId2" Type="http://schemas.openxmlformats.org/officeDocument/2006/relationships/tags" Target="../tags/tag5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17.png"/><Relationship Id="rId1" Type="http://schemas.openxmlformats.org/officeDocument/2006/relationships/customXml" Target="../../customXml/item2.xml"/><Relationship Id="rId6" Type="http://schemas.openxmlformats.org/officeDocument/2006/relationships/image" Target="../media/image5.emf"/><Relationship Id="rId11" Type="http://schemas.openxmlformats.org/officeDocument/2006/relationships/image" Target="../media/image28.png"/><Relationship Id="rId24" Type="http://schemas.openxmlformats.org/officeDocument/2006/relationships/image" Target="../media/image40.png"/><Relationship Id="rId32" Type="http://schemas.openxmlformats.org/officeDocument/2006/relationships/image" Target="../media/image19.png"/><Relationship Id="rId37" Type="http://schemas.openxmlformats.org/officeDocument/2006/relationships/image" Target="../media/image43.png"/><Relationship Id="rId5" Type="http://schemas.openxmlformats.org/officeDocument/2006/relationships/oleObject" Target="../embeddings/oleObject4.bin"/><Relationship Id="rId15" Type="http://schemas.openxmlformats.org/officeDocument/2006/relationships/image" Target="../media/image32.png"/><Relationship Id="rId23" Type="http://schemas.openxmlformats.org/officeDocument/2006/relationships/image" Target="../media/image39.png"/><Relationship Id="rId28" Type="http://schemas.openxmlformats.org/officeDocument/2006/relationships/image" Target="../media/image42.png"/><Relationship Id="rId36" Type="http://schemas.microsoft.com/office/2007/relationships/hdphoto" Target="../media/hdphoto4.wdp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31" Type="http://schemas.microsoft.com/office/2007/relationships/hdphoto" Target="../media/hdphoto3.wdp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7.png"/><Relationship Id="rId27" Type="http://schemas.openxmlformats.org/officeDocument/2006/relationships/image" Target="../media/image12.png"/><Relationship Id="rId30" Type="http://schemas.openxmlformats.org/officeDocument/2006/relationships/image" Target="../media/image15.png"/><Relationship Id="rId35" Type="http://schemas.openxmlformats.org/officeDocument/2006/relationships/image" Target="../media/image23.png"/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tags" Target="../tags/tag6.xml"/><Relationship Id="rId1" Type="http://schemas.openxmlformats.org/officeDocument/2006/relationships/customXml" Target="../../customXml/item3.xml"/><Relationship Id="rId6" Type="http://schemas.openxmlformats.org/officeDocument/2006/relationships/image" Target="../media/image5.emf"/><Relationship Id="rId11" Type="http://schemas.openxmlformats.org/officeDocument/2006/relationships/image" Target="../media/image48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47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0.png"/><Relationship Id="rId2" Type="http://schemas.openxmlformats.org/officeDocument/2006/relationships/tags" Target="../tags/tag7.xml"/><Relationship Id="rId1" Type="http://schemas.openxmlformats.org/officeDocument/2006/relationships/customXml" Target="../../customXml/item4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3.jpeg"/><Relationship Id="rId2" Type="http://schemas.openxmlformats.org/officeDocument/2006/relationships/tags" Target="../tags/tag8.xml"/><Relationship Id="rId1" Type="http://schemas.openxmlformats.org/officeDocument/2006/relationships/customXml" Target="../../customXml/item5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5.png"/><Relationship Id="rId2" Type="http://schemas.openxmlformats.org/officeDocument/2006/relationships/tags" Target="../tags/tag9.xml"/><Relationship Id="rId1" Type="http://schemas.openxmlformats.org/officeDocument/2006/relationships/customXml" Target="../../customXml/item6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8.png"/><Relationship Id="rId2" Type="http://schemas.openxmlformats.org/officeDocument/2006/relationships/tags" Target="../tags/tag10.xml"/><Relationship Id="rId1" Type="http://schemas.openxmlformats.org/officeDocument/2006/relationships/customXml" Target="../../customXml/item7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1.jpeg"/><Relationship Id="rId2" Type="http://schemas.openxmlformats.org/officeDocument/2006/relationships/tags" Target="../tags/tag11.xml"/><Relationship Id="rId1" Type="http://schemas.openxmlformats.org/officeDocument/2006/relationships/customXml" Target="../../customXml/item8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3.png"/><Relationship Id="rId2" Type="http://schemas.openxmlformats.org/officeDocument/2006/relationships/tags" Target="../tags/tag12.xml"/><Relationship Id="rId1" Type="http://schemas.openxmlformats.org/officeDocument/2006/relationships/customXml" Target="../../customXml/item9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5.png"/><Relationship Id="rId2" Type="http://schemas.openxmlformats.org/officeDocument/2006/relationships/tags" Target="../tags/tag13.xml"/><Relationship Id="rId1" Type="http://schemas.openxmlformats.org/officeDocument/2006/relationships/customXml" Target="../../customXml/item10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67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e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8.jpeg"/><Relationship Id="rId12" Type="http://schemas.openxmlformats.org/officeDocument/2006/relationships/image" Target="../media/image73.png"/><Relationship Id="rId2" Type="http://schemas.openxmlformats.org/officeDocument/2006/relationships/tags" Target="../tags/tag14.xml"/><Relationship Id="rId1" Type="http://schemas.openxmlformats.org/officeDocument/2006/relationships/customXml" Target="../../customXml/item11.xml"/><Relationship Id="rId6" Type="http://schemas.openxmlformats.org/officeDocument/2006/relationships/image" Target="../media/image5.emf"/><Relationship Id="rId11" Type="http://schemas.openxmlformats.org/officeDocument/2006/relationships/image" Target="../media/image72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1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4.png"/><Relationship Id="rId2" Type="http://schemas.openxmlformats.org/officeDocument/2006/relationships/tags" Target="../tags/tag15.xml"/><Relationship Id="rId1" Type="http://schemas.openxmlformats.org/officeDocument/2006/relationships/customXml" Target="../../customXml/item1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81.png"/><Relationship Id="rId18" Type="http://schemas.openxmlformats.org/officeDocument/2006/relationships/image" Target="../media/image8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7.png"/><Relationship Id="rId12" Type="http://schemas.openxmlformats.org/officeDocument/2006/relationships/image" Target="../media/image80.png"/><Relationship Id="rId17" Type="http://schemas.openxmlformats.org/officeDocument/2006/relationships/image" Target="../media/image83.png"/><Relationship Id="rId2" Type="http://schemas.openxmlformats.org/officeDocument/2006/relationships/tags" Target="../tags/tag16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customXml" Target="../../customXml/item13.xml"/><Relationship Id="rId6" Type="http://schemas.openxmlformats.org/officeDocument/2006/relationships/image" Target="../media/image5.emf"/><Relationship Id="rId11" Type="http://schemas.openxmlformats.org/officeDocument/2006/relationships/image" Target="../media/image79.png"/><Relationship Id="rId5" Type="http://schemas.openxmlformats.org/officeDocument/2006/relationships/oleObject" Target="../embeddings/oleObject5.bin"/><Relationship Id="rId15" Type="http://schemas.openxmlformats.org/officeDocument/2006/relationships/image" Target="../media/image12.png"/><Relationship Id="rId10" Type="http://schemas.openxmlformats.org/officeDocument/2006/relationships/image" Target="../media/image34.png"/><Relationship Id="rId19" Type="http://schemas.openxmlformats.org/officeDocument/2006/relationships/image" Target="../media/image85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78.png"/><Relationship Id="rId1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90.png"/><Relationship Id="rId12" Type="http://schemas.microsoft.com/office/2007/relationships/hdphoto" Target="../media/hdphoto5.wdp"/><Relationship Id="rId17" Type="http://schemas.microsoft.com/office/2007/relationships/hdphoto" Target="../media/hdphoto6.wdp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8.png"/><Relationship Id="rId1" Type="http://schemas.openxmlformats.org/officeDocument/2006/relationships/tags" Target="../tags/tag1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7.png"/><Relationship Id="rId10" Type="http://schemas.openxmlformats.org/officeDocument/2006/relationships/image" Target="../media/image93.png"/><Relationship Id="rId4" Type="http://schemas.openxmlformats.org/officeDocument/2006/relationships/image" Target="../media/image87.emf"/><Relationship Id="rId9" Type="http://schemas.openxmlformats.org/officeDocument/2006/relationships/image" Target="../media/image92.png"/><Relationship Id="rId14" Type="http://schemas.openxmlformats.org/officeDocument/2006/relationships/image" Target="../media/image9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90.png"/><Relationship Id="rId12" Type="http://schemas.microsoft.com/office/2007/relationships/hdphoto" Target="../media/hdphoto5.wdp"/><Relationship Id="rId17" Type="http://schemas.microsoft.com/office/2007/relationships/hdphoto" Target="../media/hdphoto6.wdp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8.png"/><Relationship Id="rId1" Type="http://schemas.openxmlformats.org/officeDocument/2006/relationships/tags" Target="../tags/tag18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7.png"/><Relationship Id="rId10" Type="http://schemas.openxmlformats.org/officeDocument/2006/relationships/image" Target="../media/image93.png"/><Relationship Id="rId4" Type="http://schemas.openxmlformats.org/officeDocument/2006/relationships/image" Target="../media/image87.emf"/><Relationship Id="rId9" Type="http://schemas.openxmlformats.org/officeDocument/2006/relationships/image" Target="../media/image92.png"/><Relationship Id="rId14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30372DAB-FA10-A24C-1231-72805AE92387}"/>
              </a:ext>
            </a:extLst>
          </p:cNvPr>
          <p:cNvGrpSpPr/>
          <p:nvPr/>
        </p:nvGrpSpPr>
        <p:grpSpPr>
          <a:xfrm>
            <a:off x="1113168" y="365542"/>
            <a:ext cx="9985692" cy="2107397"/>
            <a:chOff x="1533139" y="1704485"/>
            <a:chExt cx="9985692" cy="2107397"/>
          </a:xfrm>
        </p:grpSpPr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67DA9F77-850B-0BB5-9293-EFCC1562BD71}"/>
                </a:ext>
              </a:extLst>
            </p:cNvPr>
            <p:cNvSpPr/>
            <p:nvPr/>
          </p:nvSpPr>
          <p:spPr>
            <a:xfrm>
              <a:off x="1533139" y="1875963"/>
              <a:ext cx="9985692" cy="1935919"/>
            </a:xfrm>
            <a:prstGeom prst="roundRect">
              <a:avLst>
                <a:gd name="adj" fmla="val 3222"/>
              </a:avLst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605A67A4-12E4-2457-0263-F120D6D9B7A7}"/>
                </a:ext>
              </a:extLst>
            </p:cNvPr>
            <p:cNvSpPr/>
            <p:nvPr/>
          </p:nvSpPr>
          <p:spPr>
            <a:xfrm>
              <a:off x="5032726" y="1704485"/>
              <a:ext cx="2969627" cy="2849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/>
                <a:t>Data Management</a:t>
              </a:r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959B8E9-C114-2562-4677-2C7773B5A137}"/>
                </a:ext>
              </a:extLst>
            </p:cNvPr>
            <p:cNvGrpSpPr/>
            <p:nvPr/>
          </p:nvGrpSpPr>
          <p:grpSpPr>
            <a:xfrm>
              <a:off x="1684402" y="2212534"/>
              <a:ext cx="9692537" cy="1449999"/>
              <a:chOff x="-43408" y="1242513"/>
              <a:chExt cx="12235407" cy="1509316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0B8E13F7-4D46-FCD7-52B1-3544DD9F6260}"/>
                  </a:ext>
                </a:extLst>
              </p:cNvPr>
              <p:cNvGrpSpPr/>
              <p:nvPr/>
            </p:nvGrpSpPr>
            <p:grpSpPr>
              <a:xfrm>
                <a:off x="0" y="1242513"/>
                <a:ext cx="12191999" cy="1509316"/>
                <a:chOff x="457200" y="1209855"/>
                <a:chExt cx="11210820" cy="1509316"/>
              </a:xfrm>
            </p:grpSpPr>
            <p:sp>
              <p:nvSpPr>
                <p:cNvPr id="102" name="Freeform 7">
                  <a:extLst>
                    <a:ext uri="{FF2B5EF4-FFF2-40B4-BE49-F238E27FC236}">
                      <a16:creationId xmlns:a16="http://schemas.microsoft.com/office/drawing/2014/main" id="{C97901D6-2C37-A053-800A-125504E9CB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4912" y="1209855"/>
                  <a:ext cx="1761163" cy="850392"/>
                </a:xfrm>
                <a:custGeom>
                  <a:avLst/>
                  <a:gdLst>
                    <a:gd name="T0" fmla="*/ 928 w 1015"/>
                    <a:gd name="T1" fmla="*/ 541 h 823"/>
                    <a:gd name="T2" fmla="*/ 928 w 1015"/>
                    <a:gd name="T3" fmla="*/ 456 h 823"/>
                    <a:gd name="T4" fmla="*/ 790 w 1015"/>
                    <a:gd name="T5" fmla="*/ 133 h 823"/>
                    <a:gd name="T6" fmla="*/ 464 w 1015"/>
                    <a:gd name="T7" fmla="*/ 0 h 823"/>
                    <a:gd name="T8" fmla="*/ 0 w 1015"/>
                    <a:gd name="T9" fmla="*/ 464 h 823"/>
                    <a:gd name="T10" fmla="*/ 0 w 1015"/>
                    <a:gd name="T11" fmla="*/ 724 h 823"/>
                    <a:gd name="T12" fmla="*/ 73 w 1015"/>
                    <a:gd name="T13" fmla="*/ 597 h 823"/>
                    <a:gd name="T14" fmla="*/ 152 w 1015"/>
                    <a:gd name="T15" fmla="*/ 735 h 823"/>
                    <a:gd name="T16" fmla="*/ 152 w 1015"/>
                    <a:gd name="T17" fmla="*/ 464 h 823"/>
                    <a:gd name="T18" fmla="*/ 464 w 1015"/>
                    <a:gd name="T19" fmla="*/ 152 h 823"/>
                    <a:gd name="T20" fmla="*/ 683 w 1015"/>
                    <a:gd name="T21" fmla="*/ 242 h 823"/>
                    <a:gd name="T22" fmla="*/ 776 w 1015"/>
                    <a:gd name="T23" fmla="*/ 458 h 823"/>
                    <a:gd name="T24" fmla="*/ 776 w 1015"/>
                    <a:gd name="T25" fmla="*/ 541 h 823"/>
                    <a:gd name="T26" fmla="*/ 689 w 1015"/>
                    <a:gd name="T27" fmla="*/ 541 h 823"/>
                    <a:gd name="T28" fmla="*/ 852 w 1015"/>
                    <a:gd name="T29" fmla="*/ 823 h 823"/>
                    <a:gd name="T30" fmla="*/ 1015 w 1015"/>
                    <a:gd name="T31" fmla="*/ 541 h 823"/>
                    <a:gd name="T32" fmla="*/ 928 w 1015"/>
                    <a:gd name="T33" fmla="*/ 541 h 8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15" h="823">
                      <a:moveTo>
                        <a:pt x="928" y="541"/>
                      </a:moveTo>
                      <a:cubicBezTo>
                        <a:pt x="928" y="456"/>
                        <a:pt x="928" y="456"/>
                        <a:pt x="928" y="456"/>
                      </a:cubicBezTo>
                      <a:cubicBezTo>
                        <a:pt x="926" y="334"/>
                        <a:pt x="877" y="219"/>
                        <a:pt x="790" y="133"/>
                      </a:cubicBezTo>
                      <a:cubicBezTo>
                        <a:pt x="702" y="47"/>
                        <a:pt x="587" y="0"/>
                        <a:pt x="464" y="0"/>
                      </a:cubicBezTo>
                      <a:cubicBezTo>
                        <a:pt x="208" y="0"/>
                        <a:pt x="0" y="208"/>
                        <a:pt x="0" y="464"/>
                      </a:cubicBezTo>
                      <a:cubicBezTo>
                        <a:pt x="0" y="724"/>
                        <a:pt x="0" y="724"/>
                        <a:pt x="0" y="724"/>
                      </a:cubicBezTo>
                      <a:cubicBezTo>
                        <a:pt x="73" y="597"/>
                        <a:pt x="73" y="597"/>
                        <a:pt x="73" y="597"/>
                      </a:cubicBezTo>
                      <a:cubicBezTo>
                        <a:pt x="152" y="735"/>
                        <a:pt x="152" y="735"/>
                        <a:pt x="152" y="735"/>
                      </a:cubicBezTo>
                      <a:cubicBezTo>
                        <a:pt x="152" y="464"/>
                        <a:pt x="152" y="464"/>
                        <a:pt x="152" y="464"/>
                      </a:cubicBezTo>
                      <a:cubicBezTo>
                        <a:pt x="152" y="292"/>
                        <a:pt x="292" y="152"/>
                        <a:pt x="464" y="152"/>
                      </a:cubicBezTo>
                      <a:cubicBezTo>
                        <a:pt x="546" y="152"/>
                        <a:pt x="624" y="184"/>
                        <a:pt x="683" y="242"/>
                      </a:cubicBezTo>
                      <a:cubicBezTo>
                        <a:pt x="741" y="299"/>
                        <a:pt x="774" y="376"/>
                        <a:pt x="776" y="458"/>
                      </a:cubicBezTo>
                      <a:cubicBezTo>
                        <a:pt x="776" y="541"/>
                        <a:pt x="776" y="541"/>
                        <a:pt x="776" y="541"/>
                      </a:cubicBezTo>
                      <a:cubicBezTo>
                        <a:pt x="689" y="541"/>
                        <a:pt x="689" y="541"/>
                        <a:pt x="689" y="541"/>
                      </a:cubicBezTo>
                      <a:cubicBezTo>
                        <a:pt x="852" y="823"/>
                        <a:pt x="852" y="823"/>
                        <a:pt x="852" y="823"/>
                      </a:cubicBezTo>
                      <a:cubicBezTo>
                        <a:pt x="1015" y="541"/>
                        <a:pt x="1015" y="541"/>
                        <a:pt x="1015" y="541"/>
                      </a:cubicBezTo>
                      <a:lnTo>
                        <a:pt x="928" y="5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Freeform 8">
                  <a:extLst>
                    <a:ext uri="{FF2B5EF4-FFF2-40B4-BE49-F238E27FC236}">
                      <a16:creationId xmlns:a16="http://schemas.microsoft.com/office/drawing/2014/main" id="{E3E8CAB5-71FC-A679-FD03-CC584BE801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1056" y="1870085"/>
                  <a:ext cx="1761163" cy="849086"/>
                </a:xfrm>
                <a:custGeom>
                  <a:avLst/>
                  <a:gdLst>
                    <a:gd name="T0" fmla="*/ 852 w 1015"/>
                    <a:gd name="T1" fmla="*/ 0 h 823"/>
                    <a:gd name="T2" fmla="*/ 689 w 1015"/>
                    <a:gd name="T3" fmla="*/ 282 h 823"/>
                    <a:gd name="T4" fmla="*/ 776 w 1015"/>
                    <a:gd name="T5" fmla="*/ 282 h 823"/>
                    <a:gd name="T6" fmla="*/ 776 w 1015"/>
                    <a:gd name="T7" fmla="*/ 365 h 823"/>
                    <a:gd name="T8" fmla="*/ 682 w 1015"/>
                    <a:gd name="T9" fmla="*/ 581 h 823"/>
                    <a:gd name="T10" fmla="*/ 464 w 1015"/>
                    <a:gd name="T11" fmla="*/ 670 h 823"/>
                    <a:gd name="T12" fmla="*/ 152 w 1015"/>
                    <a:gd name="T13" fmla="*/ 358 h 823"/>
                    <a:gd name="T14" fmla="*/ 152 w 1015"/>
                    <a:gd name="T15" fmla="*/ 90 h 823"/>
                    <a:gd name="T16" fmla="*/ 74 w 1015"/>
                    <a:gd name="T17" fmla="*/ 225 h 823"/>
                    <a:gd name="T18" fmla="*/ 0 w 1015"/>
                    <a:gd name="T19" fmla="*/ 96 h 823"/>
                    <a:gd name="T20" fmla="*/ 0 w 1015"/>
                    <a:gd name="T21" fmla="*/ 358 h 823"/>
                    <a:gd name="T22" fmla="*/ 464 w 1015"/>
                    <a:gd name="T23" fmla="*/ 823 h 823"/>
                    <a:gd name="T24" fmla="*/ 789 w 1015"/>
                    <a:gd name="T25" fmla="*/ 690 h 823"/>
                    <a:gd name="T26" fmla="*/ 928 w 1015"/>
                    <a:gd name="T27" fmla="*/ 367 h 823"/>
                    <a:gd name="T28" fmla="*/ 928 w 1015"/>
                    <a:gd name="T29" fmla="*/ 282 h 823"/>
                    <a:gd name="T30" fmla="*/ 1015 w 1015"/>
                    <a:gd name="T31" fmla="*/ 282 h 823"/>
                    <a:gd name="T32" fmla="*/ 852 w 1015"/>
                    <a:gd name="T33" fmla="*/ 0 h 8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15" h="823">
                      <a:moveTo>
                        <a:pt x="852" y="0"/>
                      </a:moveTo>
                      <a:cubicBezTo>
                        <a:pt x="689" y="282"/>
                        <a:pt x="689" y="282"/>
                        <a:pt x="689" y="282"/>
                      </a:cubicBezTo>
                      <a:cubicBezTo>
                        <a:pt x="776" y="282"/>
                        <a:pt x="776" y="282"/>
                        <a:pt x="776" y="282"/>
                      </a:cubicBezTo>
                      <a:cubicBezTo>
                        <a:pt x="776" y="365"/>
                        <a:pt x="776" y="365"/>
                        <a:pt x="776" y="365"/>
                      </a:cubicBezTo>
                      <a:cubicBezTo>
                        <a:pt x="774" y="447"/>
                        <a:pt x="741" y="523"/>
                        <a:pt x="682" y="581"/>
                      </a:cubicBezTo>
                      <a:cubicBezTo>
                        <a:pt x="624" y="639"/>
                        <a:pt x="546" y="670"/>
                        <a:pt x="464" y="670"/>
                      </a:cubicBezTo>
                      <a:cubicBezTo>
                        <a:pt x="292" y="670"/>
                        <a:pt x="152" y="530"/>
                        <a:pt x="152" y="358"/>
                      </a:cubicBezTo>
                      <a:cubicBezTo>
                        <a:pt x="152" y="90"/>
                        <a:pt x="152" y="90"/>
                        <a:pt x="152" y="90"/>
                      </a:cubicBezTo>
                      <a:cubicBezTo>
                        <a:pt x="74" y="225"/>
                        <a:pt x="74" y="225"/>
                        <a:pt x="74" y="225"/>
                      </a:cubicBez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0" y="358"/>
                        <a:pt x="0" y="358"/>
                        <a:pt x="0" y="358"/>
                      </a:cubicBezTo>
                      <a:cubicBezTo>
                        <a:pt x="0" y="614"/>
                        <a:pt x="208" y="823"/>
                        <a:pt x="464" y="823"/>
                      </a:cubicBezTo>
                      <a:cubicBezTo>
                        <a:pt x="586" y="823"/>
                        <a:pt x="702" y="775"/>
                        <a:pt x="789" y="690"/>
                      </a:cubicBezTo>
                      <a:cubicBezTo>
                        <a:pt x="877" y="604"/>
                        <a:pt x="926" y="489"/>
                        <a:pt x="928" y="367"/>
                      </a:cubicBezTo>
                      <a:cubicBezTo>
                        <a:pt x="928" y="282"/>
                        <a:pt x="928" y="282"/>
                        <a:pt x="928" y="282"/>
                      </a:cubicBezTo>
                      <a:cubicBezTo>
                        <a:pt x="1015" y="282"/>
                        <a:pt x="1015" y="282"/>
                        <a:pt x="1015" y="282"/>
                      </a:cubicBezTo>
                      <a:lnTo>
                        <a:pt x="852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Freeform 9">
                  <a:extLst>
                    <a:ext uri="{FF2B5EF4-FFF2-40B4-BE49-F238E27FC236}">
                      <a16:creationId xmlns:a16="http://schemas.microsoft.com/office/drawing/2014/main" id="{0ADEAD7E-4FAB-486B-29D5-B585D8CB68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200" y="1210508"/>
                  <a:ext cx="1761163" cy="849086"/>
                </a:xfrm>
                <a:custGeom>
                  <a:avLst/>
                  <a:gdLst>
                    <a:gd name="T0" fmla="*/ 1015 w 1015"/>
                    <a:gd name="T1" fmla="*/ 541 h 833"/>
                    <a:gd name="T2" fmla="*/ 928 w 1015"/>
                    <a:gd name="T3" fmla="*/ 541 h 833"/>
                    <a:gd name="T4" fmla="*/ 928 w 1015"/>
                    <a:gd name="T5" fmla="*/ 456 h 833"/>
                    <a:gd name="T6" fmla="*/ 790 w 1015"/>
                    <a:gd name="T7" fmla="*/ 133 h 833"/>
                    <a:gd name="T8" fmla="*/ 464 w 1015"/>
                    <a:gd name="T9" fmla="*/ 0 h 833"/>
                    <a:gd name="T10" fmla="*/ 0 w 1015"/>
                    <a:gd name="T11" fmla="*/ 464 h 833"/>
                    <a:gd name="T12" fmla="*/ 0 w 1015"/>
                    <a:gd name="T13" fmla="*/ 833 h 833"/>
                    <a:gd name="T14" fmla="*/ 152 w 1015"/>
                    <a:gd name="T15" fmla="*/ 833 h 833"/>
                    <a:gd name="T16" fmla="*/ 152 w 1015"/>
                    <a:gd name="T17" fmla="*/ 464 h 833"/>
                    <a:gd name="T18" fmla="*/ 464 w 1015"/>
                    <a:gd name="T19" fmla="*/ 152 h 833"/>
                    <a:gd name="T20" fmla="*/ 683 w 1015"/>
                    <a:gd name="T21" fmla="*/ 242 h 833"/>
                    <a:gd name="T22" fmla="*/ 776 w 1015"/>
                    <a:gd name="T23" fmla="*/ 458 h 833"/>
                    <a:gd name="T24" fmla="*/ 776 w 1015"/>
                    <a:gd name="T25" fmla="*/ 541 h 833"/>
                    <a:gd name="T26" fmla="*/ 689 w 1015"/>
                    <a:gd name="T27" fmla="*/ 541 h 833"/>
                    <a:gd name="T28" fmla="*/ 852 w 1015"/>
                    <a:gd name="T29" fmla="*/ 823 h 833"/>
                    <a:gd name="T30" fmla="*/ 1015 w 1015"/>
                    <a:gd name="T31" fmla="*/ 541 h 8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015" h="833">
                      <a:moveTo>
                        <a:pt x="1015" y="541"/>
                      </a:moveTo>
                      <a:cubicBezTo>
                        <a:pt x="928" y="541"/>
                        <a:pt x="928" y="541"/>
                        <a:pt x="928" y="541"/>
                      </a:cubicBezTo>
                      <a:cubicBezTo>
                        <a:pt x="928" y="456"/>
                        <a:pt x="928" y="456"/>
                        <a:pt x="928" y="456"/>
                      </a:cubicBezTo>
                      <a:cubicBezTo>
                        <a:pt x="926" y="334"/>
                        <a:pt x="877" y="219"/>
                        <a:pt x="790" y="133"/>
                      </a:cubicBezTo>
                      <a:cubicBezTo>
                        <a:pt x="702" y="47"/>
                        <a:pt x="587" y="0"/>
                        <a:pt x="464" y="0"/>
                      </a:cubicBezTo>
                      <a:cubicBezTo>
                        <a:pt x="208" y="0"/>
                        <a:pt x="0" y="208"/>
                        <a:pt x="0" y="464"/>
                      </a:cubicBezTo>
                      <a:cubicBezTo>
                        <a:pt x="0" y="833"/>
                        <a:pt x="0" y="833"/>
                        <a:pt x="0" y="833"/>
                      </a:cubicBezTo>
                      <a:cubicBezTo>
                        <a:pt x="152" y="833"/>
                        <a:pt x="152" y="833"/>
                        <a:pt x="152" y="833"/>
                      </a:cubicBezTo>
                      <a:cubicBezTo>
                        <a:pt x="152" y="464"/>
                        <a:pt x="152" y="464"/>
                        <a:pt x="152" y="464"/>
                      </a:cubicBezTo>
                      <a:cubicBezTo>
                        <a:pt x="152" y="292"/>
                        <a:pt x="292" y="152"/>
                        <a:pt x="464" y="152"/>
                      </a:cubicBezTo>
                      <a:cubicBezTo>
                        <a:pt x="547" y="152"/>
                        <a:pt x="624" y="184"/>
                        <a:pt x="683" y="242"/>
                      </a:cubicBezTo>
                      <a:cubicBezTo>
                        <a:pt x="741" y="299"/>
                        <a:pt x="774" y="376"/>
                        <a:pt x="776" y="458"/>
                      </a:cubicBezTo>
                      <a:cubicBezTo>
                        <a:pt x="776" y="541"/>
                        <a:pt x="776" y="541"/>
                        <a:pt x="776" y="541"/>
                      </a:cubicBezTo>
                      <a:cubicBezTo>
                        <a:pt x="689" y="541"/>
                        <a:pt x="689" y="541"/>
                        <a:pt x="689" y="541"/>
                      </a:cubicBezTo>
                      <a:cubicBezTo>
                        <a:pt x="852" y="823"/>
                        <a:pt x="852" y="823"/>
                        <a:pt x="852" y="823"/>
                      </a:cubicBezTo>
                      <a:lnTo>
                        <a:pt x="1015" y="5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Freeform 8">
                  <a:extLst>
                    <a:ext uri="{FF2B5EF4-FFF2-40B4-BE49-F238E27FC236}">
                      <a16:creationId xmlns:a16="http://schemas.microsoft.com/office/drawing/2014/main" id="{FAE43057-A7EC-1DB1-F5D4-F864DC8194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3301" y="1870085"/>
                  <a:ext cx="1761163" cy="849086"/>
                </a:xfrm>
                <a:custGeom>
                  <a:avLst/>
                  <a:gdLst>
                    <a:gd name="T0" fmla="*/ 852 w 1015"/>
                    <a:gd name="T1" fmla="*/ 0 h 823"/>
                    <a:gd name="T2" fmla="*/ 689 w 1015"/>
                    <a:gd name="T3" fmla="*/ 282 h 823"/>
                    <a:gd name="T4" fmla="*/ 776 w 1015"/>
                    <a:gd name="T5" fmla="*/ 282 h 823"/>
                    <a:gd name="T6" fmla="*/ 776 w 1015"/>
                    <a:gd name="T7" fmla="*/ 365 h 823"/>
                    <a:gd name="T8" fmla="*/ 682 w 1015"/>
                    <a:gd name="T9" fmla="*/ 581 h 823"/>
                    <a:gd name="T10" fmla="*/ 464 w 1015"/>
                    <a:gd name="T11" fmla="*/ 670 h 823"/>
                    <a:gd name="T12" fmla="*/ 152 w 1015"/>
                    <a:gd name="T13" fmla="*/ 358 h 823"/>
                    <a:gd name="T14" fmla="*/ 152 w 1015"/>
                    <a:gd name="T15" fmla="*/ 90 h 823"/>
                    <a:gd name="T16" fmla="*/ 74 w 1015"/>
                    <a:gd name="T17" fmla="*/ 225 h 823"/>
                    <a:gd name="T18" fmla="*/ 0 w 1015"/>
                    <a:gd name="T19" fmla="*/ 96 h 823"/>
                    <a:gd name="T20" fmla="*/ 0 w 1015"/>
                    <a:gd name="T21" fmla="*/ 358 h 823"/>
                    <a:gd name="T22" fmla="*/ 464 w 1015"/>
                    <a:gd name="T23" fmla="*/ 823 h 823"/>
                    <a:gd name="T24" fmla="*/ 789 w 1015"/>
                    <a:gd name="T25" fmla="*/ 690 h 823"/>
                    <a:gd name="T26" fmla="*/ 928 w 1015"/>
                    <a:gd name="T27" fmla="*/ 367 h 823"/>
                    <a:gd name="T28" fmla="*/ 928 w 1015"/>
                    <a:gd name="T29" fmla="*/ 282 h 823"/>
                    <a:gd name="T30" fmla="*/ 1015 w 1015"/>
                    <a:gd name="T31" fmla="*/ 282 h 823"/>
                    <a:gd name="T32" fmla="*/ 852 w 1015"/>
                    <a:gd name="T33" fmla="*/ 0 h 8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15" h="823">
                      <a:moveTo>
                        <a:pt x="852" y="0"/>
                      </a:moveTo>
                      <a:cubicBezTo>
                        <a:pt x="689" y="282"/>
                        <a:pt x="689" y="282"/>
                        <a:pt x="689" y="282"/>
                      </a:cubicBezTo>
                      <a:cubicBezTo>
                        <a:pt x="776" y="282"/>
                        <a:pt x="776" y="282"/>
                        <a:pt x="776" y="282"/>
                      </a:cubicBezTo>
                      <a:cubicBezTo>
                        <a:pt x="776" y="365"/>
                        <a:pt x="776" y="365"/>
                        <a:pt x="776" y="365"/>
                      </a:cubicBezTo>
                      <a:cubicBezTo>
                        <a:pt x="774" y="447"/>
                        <a:pt x="741" y="523"/>
                        <a:pt x="682" y="581"/>
                      </a:cubicBezTo>
                      <a:cubicBezTo>
                        <a:pt x="624" y="639"/>
                        <a:pt x="546" y="670"/>
                        <a:pt x="464" y="670"/>
                      </a:cubicBezTo>
                      <a:cubicBezTo>
                        <a:pt x="292" y="670"/>
                        <a:pt x="152" y="530"/>
                        <a:pt x="152" y="358"/>
                      </a:cubicBezTo>
                      <a:cubicBezTo>
                        <a:pt x="152" y="90"/>
                        <a:pt x="152" y="90"/>
                        <a:pt x="152" y="90"/>
                      </a:cubicBezTo>
                      <a:cubicBezTo>
                        <a:pt x="74" y="225"/>
                        <a:pt x="74" y="225"/>
                        <a:pt x="74" y="225"/>
                      </a:cubicBez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0" y="358"/>
                        <a:pt x="0" y="358"/>
                        <a:pt x="0" y="358"/>
                      </a:cubicBezTo>
                      <a:cubicBezTo>
                        <a:pt x="0" y="614"/>
                        <a:pt x="208" y="823"/>
                        <a:pt x="464" y="823"/>
                      </a:cubicBezTo>
                      <a:cubicBezTo>
                        <a:pt x="586" y="823"/>
                        <a:pt x="702" y="775"/>
                        <a:pt x="789" y="690"/>
                      </a:cubicBezTo>
                      <a:cubicBezTo>
                        <a:pt x="877" y="604"/>
                        <a:pt x="926" y="489"/>
                        <a:pt x="928" y="367"/>
                      </a:cubicBezTo>
                      <a:cubicBezTo>
                        <a:pt x="928" y="282"/>
                        <a:pt x="928" y="282"/>
                        <a:pt x="928" y="282"/>
                      </a:cubicBezTo>
                      <a:cubicBezTo>
                        <a:pt x="1015" y="282"/>
                        <a:pt x="1015" y="282"/>
                        <a:pt x="1015" y="282"/>
                      </a:cubicBezTo>
                      <a:lnTo>
                        <a:pt x="852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Freeform 7">
                  <a:extLst>
                    <a:ext uri="{FF2B5EF4-FFF2-40B4-BE49-F238E27FC236}">
                      <a16:creationId xmlns:a16="http://schemas.microsoft.com/office/drawing/2014/main" id="{C3C7B708-71E5-3CB1-3B66-C1928E6B89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61690" y="1209855"/>
                  <a:ext cx="1761163" cy="850392"/>
                </a:xfrm>
                <a:custGeom>
                  <a:avLst/>
                  <a:gdLst>
                    <a:gd name="T0" fmla="*/ 928 w 1015"/>
                    <a:gd name="T1" fmla="*/ 541 h 823"/>
                    <a:gd name="T2" fmla="*/ 928 w 1015"/>
                    <a:gd name="T3" fmla="*/ 456 h 823"/>
                    <a:gd name="T4" fmla="*/ 790 w 1015"/>
                    <a:gd name="T5" fmla="*/ 133 h 823"/>
                    <a:gd name="T6" fmla="*/ 464 w 1015"/>
                    <a:gd name="T7" fmla="*/ 0 h 823"/>
                    <a:gd name="T8" fmla="*/ 0 w 1015"/>
                    <a:gd name="T9" fmla="*/ 464 h 823"/>
                    <a:gd name="T10" fmla="*/ 0 w 1015"/>
                    <a:gd name="T11" fmla="*/ 724 h 823"/>
                    <a:gd name="T12" fmla="*/ 73 w 1015"/>
                    <a:gd name="T13" fmla="*/ 597 h 823"/>
                    <a:gd name="T14" fmla="*/ 152 w 1015"/>
                    <a:gd name="T15" fmla="*/ 735 h 823"/>
                    <a:gd name="T16" fmla="*/ 152 w 1015"/>
                    <a:gd name="T17" fmla="*/ 464 h 823"/>
                    <a:gd name="T18" fmla="*/ 464 w 1015"/>
                    <a:gd name="T19" fmla="*/ 152 h 823"/>
                    <a:gd name="T20" fmla="*/ 683 w 1015"/>
                    <a:gd name="T21" fmla="*/ 242 h 823"/>
                    <a:gd name="T22" fmla="*/ 776 w 1015"/>
                    <a:gd name="T23" fmla="*/ 458 h 823"/>
                    <a:gd name="T24" fmla="*/ 776 w 1015"/>
                    <a:gd name="T25" fmla="*/ 541 h 823"/>
                    <a:gd name="T26" fmla="*/ 689 w 1015"/>
                    <a:gd name="T27" fmla="*/ 541 h 823"/>
                    <a:gd name="T28" fmla="*/ 852 w 1015"/>
                    <a:gd name="T29" fmla="*/ 823 h 823"/>
                    <a:gd name="T30" fmla="*/ 1015 w 1015"/>
                    <a:gd name="T31" fmla="*/ 541 h 823"/>
                    <a:gd name="T32" fmla="*/ 928 w 1015"/>
                    <a:gd name="T33" fmla="*/ 541 h 8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15" h="823">
                      <a:moveTo>
                        <a:pt x="928" y="541"/>
                      </a:moveTo>
                      <a:cubicBezTo>
                        <a:pt x="928" y="456"/>
                        <a:pt x="928" y="456"/>
                        <a:pt x="928" y="456"/>
                      </a:cubicBezTo>
                      <a:cubicBezTo>
                        <a:pt x="926" y="334"/>
                        <a:pt x="877" y="219"/>
                        <a:pt x="790" y="133"/>
                      </a:cubicBezTo>
                      <a:cubicBezTo>
                        <a:pt x="702" y="47"/>
                        <a:pt x="587" y="0"/>
                        <a:pt x="464" y="0"/>
                      </a:cubicBezTo>
                      <a:cubicBezTo>
                        <a:pt x="208" y="0"/>
                        <a:pt x="0" y="208"/>
                        <a:pt x="0" y="464"/>
                      </a:cubicBezTo>
                      <a:cubicBezTo>
                        <a:pt x="0" y="724"/>
                        <a:pt x="0" y="724"/>
                        <a:pt x="0" y="724"/>
                      </a:cubicBezTo>
                      <a:cubicBezTo>
                        <a:pt x="73" y="597"/>
                        <a:pt x="73" y="597"/>
                        <a:pt x="73" y="597"/>
                      </a:cubicBezTo>
                      <a:cubicBezTo>
                        <a:pt x="152" y="735"/>
                        <a:pt x="152" y="735"/>
                        <a:pt x="152" y="735"/>
                      </a:cubicBezTo>
                      <a:cubicBezTo>
                        <a:pt x="152" y="464"/>
                        <a:pt x="152" y="464"/>
                        <a:pt x="152" y="464"/>
                      </a:cubicBezTo>
                      <a:cubicBezTo>
                        <a:pt x="152" y="292"/>
                        <a:pt x="292" y="152"/>
                        <a:pt x="464" y="152"/>
                      </a:cubicBezTo>
                      <a:cubicBezTo>
                        <a:pt x="546" y="152"/>
                        <a:pt x="624" y="184"/>
                        <a:pt x="683" y="242"/>
                      </a:cubicBezTo>
                      <a:cubicBezTo>
                        <a:pt x="741" y="299"/>
                        <a:pt x="774" y="376"/>
                        <a:pt x="776" y="458"/>
                      </a:cubicBezTo>
                      <a:cubicBezTo>
                        <a:pt x="776" y="541"/>
                        <a:pt x="776" y="541"/>
                        <a:pt x="776" y="541"/>
                      </a:cubicBezTo>
                      <a:cubicBezTo>
                        <a:pt x="689" y="541"/>
                        <a:pt x="689" y="541"/>
                        <a:pt x="689" y="541"/>
                      </a:cubicBezTo>
                      <a:cubicBezTo>
                        <a:pt x="852" y="823"/>
                        <a:pt x="852" y="823"/>
                        <a:pt x="852" y="823"/>
                      </a:cubicBezTo>
                      <a:cubicBezTo>
                        <a:pt x="1015" y="541"/>
                        <a:pt x="1015" y="541"/>
                        <a:pt x="1015" y="541"/>
                      </a:cubicBezTo>
                      <a:lnTo>
                        <a:pt x="928" y="5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Freeform 8">
                  <a:extLst>
                    <a:ext uri="{FF2B5EF4-FFF2-40B4-BE49-F238E27FC236}">
                      <a16:creationId xmlns:a16="http://schemas.microsoft.com/office/drawing/2014/main" id="{FB4E2E7E-F237-2C4D-3B59-D70F166ECA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10079" y="1870085"/>
                  <a:ext cx="1761163" cy="849086"/>
                </a:xfrm>
                <a:custGeom>
                  <a:avLst/>
                  <a:gdLst>
                    <a:gd name="T0" fmla="*/ 852 w 1015"/>
                    <a:gd name="T1" fmla="*/ 0 h 823"/>
                    <a:gd name="T2" fmla="*/ 689 w 1015"/>
                    <a:gd name="T3" fmla="*/ 282 h 823"/>
                    <a:gd name="T4" fmla="*/ 776 w 1015"/>
                    <a:gd name="T5" fmla="*/ 282 h 823"/>
                    <a:gd name="T6" fmla="*/ 776 w 1015"/>
                    <a:gd name="T7" fmla="*/ 365 h 823"/>
                    <a:gd name="T8" fmla="*/ 682 w 1015"/>
                    <a:gd name="T9" fmla="*/ 581 h 823"/>
                    <a:gd name="T10" fmla="*/ 464 w 1015"/>
                    <a:gd name="T11" fmla="*/ 670 h 823"/>
                    <a:gd name="T12" fmla="*/ 152 w 1015"/>
                    <a:gd name="T13" fmla="*/ 358 h 823"/>
                    <a:gd name="T14" fmla="*/ 152 w 1015"/>
                    <a:gd name="T15" fmla="*/ 90 h 823"/>
                    <a:gd name="T16" fmla="*/ 74 w 1015"/>
                    <a:gd name="T17" fmla="*/ 225 h 823"/>
                    <a:gd name="T18" fmla="*/ 0 w 1015"/>
                    <a:gd name="T19" fmla="*/ 96 h 823"/>
                    <a:gd name="T20" fmla="*/ 0 w 1015"/>
                    <a:gd name="T21" fmla="*/ 358 h 823"/>
                    <a:gd name="T22" fmla="*/ 464 w 1015"/>
                    <a:gd name="T23" fmla="*/ 823 h 823"/>
                    <a:gd name="T24" fmla="*/ 789 w 1015"/>
                    <a:gd name="T25" fmla="*/ 690 h 823"/>
                    <a:gd name="T26" fmla="*/ 928 w 1015"/>
                    <a:gd name="T27" fmla="*/ 367 h 823"/>
                    <a:gd name="T28" fmla="*/ 928 w 1015"/>
                    <a:gd name="T29" fmla="*/ 282 h 823"/>
                    <a:gd name="T30" fmla="*/ 1015 w 1015"/>
                    <a:gd name="T31" fmla="*/ 282 h 823"/>
                    <a:gd name="T32" fmla="*/ 852 w 1015"/>
                    <a:gd name="T33" fmla="*/ 0 h 8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15" h="823">
                      <a:moveTo>
                        <a:pt x="852" y="0"/>
                      </a:moveTo>
                      <a:cubicBezTo>
                        <a:pt x="689" y="282"/>
                        <a:pt x="689" y="282"/>
                        <a:pt x="689" y="282"/>
                      </a:cubicBezTo>
                      <a:cubicBezTo>
                        <a:pt x="776" y="282"/>
                        <a:pt x="776" y="282"/>
                        <a:pt x="776" y="282"/>
                      </a:cubicBezTo>
                      <a:cubicBezTo>
                        <a:pt x="776" y="365"/>
                        <a:pt x="776" y="365"/>
                        <a:pt x="776" y="365"/>
                      </a:cubicBezTo>
                      <a:cubicBezTo>
                        <a:pt x="774" y="447"/>
                        <a:pt x="741" y="523"/>
                        <a:pt x="682" y="581"/>
                      </a:cubicBezTo>
                      <a:cubicBezTo>
                        <a:pt x="624" y="639"/>
                        <a:pt x="546" y="670"/>
                        <a:pt x="464" y="670"/>
                      </a:cubicBezTo>
                      <a:cubicBezTo>
                        <a:pt x="292" y="670"/>
                        <a:pt x="152" y="530"/>
                        <a:pt x="152" y="358"/>
                      </a:cubicBezTo>
                      <a:cubicBezTo>
                        <a:pt x="152" y="90"/>
                        <a:pt x="152" y="90"/>
                        <a:pt x="152" y="90"/>
                      </a:cubicBezTo>
                      <a:cubicBezTo>
                        <a:pt x="74" y="225"/>
                        <a:pt x="74" y="225"/>
                        <a:pt x="74" y="225"/>
                      </a:cubicBez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0" y="358"/>
                        <a:pt x="0" y="358"/>
                        <a:pt x="0" y="358"/>
                      </a:cubicBezTo>
                      <a:cubicBezTo>
                        <a:pt x="0" y="614"/>
                        <a:pt x="208" y="823"/>
                        <a:pt x="464" y="823"/>
                      </a:cubicBezTo>
                      <a:cubicBezTo>
                        <a:pt x="586" y="823"/>
                        <a:pt x="702" y="775"/>
                        <a:pt x="789" y="690"/>
                      </a:cubicBezTo>
                      <a:cubicBezTo>
                        <a:pt x="877" y="604"/>
                        <a:pt x="926" y="489"/>
                        <a:pt x="928" y="367"/>
                      </a:cubicBezTo>
                      <a:cubicBezTo>
                        <a:pt x="928" y="282"/>
                        <a:pt x="928" y="282"/>
                        <a:pt x="928" y="282"/>
                      </a:cubicBezTo>
                      <a:cubicBezTo>
                        <a:pt x="1015" y="282"/>
                        <a:pt x="1015" y="282"/>
                        <a:pt x="1015" y="282"/>
                      </a:cubicBezTo>
                      <a:lnTo>
                        <a:pt x="852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Freeform 7">
                  <a:extLst>
                    <a:ext uri="{FF2B5EF4-FFF2-40B4-BE49-F238E27FC236}">
                      <a16:creationId xmlns:a16="http://schemas.microsoft.com/office/drawing/2014/main" id="{49032653-2A1B-BA4B-A235-955DA28E6B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8468" y="1209855"/>
                  <a:ext cx="1761163" cy="850392"/>
                </a:xfrm>
                <a:custGeom>
                  <a:avLst/>
                  <a:gdLst>
                    <a:gd name="T0" fmla="*/ 928 w 1015"/>
                    <a:gd name="T1" fmla="*/ 541 h 823"/>
                    <a:gd name="T2" fmla="*/ 928 w 1015"/>
                    <a:gd name="T3" fmla="*/ 456 h 823"/>
                    <a:gd name="T4" fmla="*/ 790 w 1015"/>
                    <a:gd name="T5" fmla="*/ 133 h 823"/>
                    <a:gd name="T6" fmla="*/ 464 w 1015"/>
                    <a:gd name="T7" fmla="*/ 0 h 823"/>
                    <a:gd name="T8" fmla="*/ 0 w 1015"/>
                    <a:gd name="T9" fmla="*/ 464 h 823"/>
                    <a:gd name="T10" fmla="*/ 0 w 1015"/>
                    <a:gd name="T11" fmla="*/ 724 h 823"/>
                    <a:gd name="T12" fmla="*/ 73 w 1015"/>
                    <a:gd name="T13" fmla="*/ 597 h 823"/>
                    <a:gd name="T14" fmla="*/ 152 w 1015"/>
                    <a:gd name="T15" fmla="*/ 735 h 823"/>
                    <a:gd name="T16" fmla="*/ 152 w 1015"/>
                    <a:gd name="T17" fmla="*/ 464 h 823"/>
                    <a:gd name="T18" fmla="*/ 464 w 1015"/>
                    <a:gd name="T19" fmla="*/ 152 h 823"/>
                    <a:gd name="T20" fmla="*/ 683 w 1015"/>
                    <a:gd name="T21" fmla="*/ 242 h 823"/>
                    <a:gd name="T22" fmla="*/ 776 w 1015"/>
                    <a:gd name="T23" fmla="*/ 458 h 823"/>
                    <a:gd name="T24" fmla="*/ 776 w 1015"/>
                    <a:gd name="T25" fmla="*/ 541 h 823"/>
                    <a:gd name="T26" fmla="*/ 689 w 1015"/>
                    <a:gd name="T27" fmla="*/ 541 h 823"/>
                    <a:gd name="T28" fmla="*/ 852 w 1015"/>
                    <a:gd name="T29" fmla="*/ 823 h 823"/>
                    <a:gd name="T30" fmla="*/ 1015 w 1015"/>
                    <a:gd name="T31" fmla="*/ 541 h 823"/>
                    <a:gd name="T32" fmla="*/ 928 w 1015"/>
                    <a:gd name="T33" fmla="*/ 541 h 8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15" h="823">
                      <a:moveTo>
                        <a:pt x="928" y="541"/>
                      </a:moveTo>
                      <a:cubicBezTo>
                        <a:pt x="928" y="456"/>
                        <a:pt x="928" y="456"/>
                        <a:pt x="928" y="456"/>
                      </a:cubicBezTo>
                      <a:cubicBezTo>
                        <a:pt x="926" y="334"/>
                        <a:pt x="877" y="219"/>
                        <a:pt x="790" y="133"/>
                      </a:cubicBezTo>
                      <a:cubicBezTo>
                        <a:pt x="702" y="47"/>
                        <a:pt x="587" y="0"/>
                        <a:pt x="464" y="0"/>
                      </a:cubicBezTo>
                      <a:cubicBezTo>
                        <a:pt x="208" y="0"/>
                        <a:pt x="0" y="208"/>
                        <a:pt x="0" y="464"/>
                      </a:cubicBezTo>
                      <a:cubicBezTo>
                        <a:pt x="0" y="724"/>
                        <a:pt x="0" y="724"/>
                        <a:pt x="0" y="724"/>
                      </a:cubicBezTo>
                      <a:cubicBezTo>
                        <a:pt x="73" y="597"/>
                        <a:pt x="73" y="597"/>
                        <a:pt x="73" y="597"/>
                      </a:cubicBezTo>
                      <a:cubicBezTo>
                        <a:pt x="152" y="735"/>
                        <a:pt x="152" y="735"/>
                        <a:pt x="152" y="735"/>
                      </a:cubicBezTo>
                      <a:cubicBezTo>
                        <a:pt x="152" y="464"/>
                        <a:pt x="152" y="464"/>
                        <a:pt x="152" y="464"/>
                      </a:cubicBezTo>
                      <a:cubicBezTo>
                        <a:pt x="152" y="292"/>
                        <a:pt x="292" y="152"/>
                        <a:pt x="464" y="152"/>
                      </a:cubicBezTo>
                      <a:cubicBezTo>
                        <a:pt x="546" y="152"/>
                        <a:pt x="624" y="184"/>
                        <a:pt x="683" y="242"/>
                      </a:cubicBezTo>
                      <a:cubicBezTo>
                        <a:pt x="741" y="299"/>
                        <a:pt x="774" y="376"/>
                        <a:pt x="776" y="458"/>
                      </a:cubicBezTo>
                      <a:cubicBezTo>
                        <a:pt x="776" y="541"/>
                        <a:pt x="776" y="541"/>
                        <a:pt x="776" y="541"/>
                      </a:cubicBezTo>
                      <a:cubicBezTo>
                        <a:pt x="689" y="541"/>
                        <a:pt x="689" y="541"/>
                        <a:pt x="689" y="541"/>
                      </a:cubicBezTo>
                      <a:cubicBezTo>
                        <a:pt x="852" y="823"/>
                        <a:pt x="852" y="823"/>
                        <a:pt x="852" y="823"/>
                      </a:cubicBezTo>
                      <a:cubicBezTo>
                        <a:pt x="1015" y="541"/>
                        <a:pt x="1015" y="541"/>
                        <a:pt x="1015" y="541"/>
                      </a:cubicBezTo>
                      <a:lnTo>
                        <a:pt x="928" y="5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Freeform 8">
                  <a:extLst>
                    <a:ext uri="{FF2B5EF4-FFF2-40B4-BE49-F238E27FC236}">
                      <a16:creationId xmlns:a16="http://schemas.microsoft.com/office/drawing/2014/main" id="{4656DFF9-0882-0C80-CA8E-C8CC3062A3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06857" y="1870085"/>
                  <a:ext cx="1761163" cy="849086"/>
                </a:xfrm>
                <a:custGeom>
                  <a:avLst/>
                  <a:gdLst>
                    <a:gd name="T0" fmla="*/ 852 w 1015"/>
                    <a:gd name="T1" fmla="*/ 0 h 823"/>
                    <a:gd name="T2" fmla="*/ 689 w 1015"/>
                    <a:gd name="T3" fmla="*/ 282 h 823"/>
                    <a:gd name="T4" fmla="*/ 776 w 1015"/>
                    <a:gd name="T5" fmla="*/ 282 h 823"/>
                    <a:gd name="T6" fmla="*/ 776 w 1015"/>
                    <a:gd name="T7" fmla="*/ 365 h 823"/>
                    <a:gd name="T8" fmla="*/ 682 w 1015"/>
                    <a:gd name="T9" fmla="*/ 581 h 823"/>
                    <a:gd name="T10" fmla="*/ 464 w 1015"/>
                    <a:gd name="T11" fmla="*/ 670 h 823"/>
                    <a:gd name="T12" fmla="*/ 152 w 1015"/>
                    <a:gd name="T13" fmla="*/ 358 h 823"/>
                    <a:gd name="T14" fmla="*/ 152 w 1015"/>
                    <a:gd name="T15" fmla="*/ 90 h 823"/>
                    <a:gd name="T16" fmla="*/ 74 w 1015"/>
                    <a:gd name="T17" fmla="*/ 225 h 823"/>
                    <a:gd name="T18" fmla="*/ 0 w 1015"/>
                    <a:gd name="T19" fmla="*/ 96 h 823"/>
                    <a:gd name="T20" fmla="*/ 0 w 1015"/>
                    <a:gd name="T21" fmla="*/ 358 h 823"/>
                    <a:gd name="T22" fmla="*/ 464 w 1015"/>
                    <a:gd name="T23" fmla="*/ 823 h 823"/>
                    <a:gd name="T24" fmla="*/ 789 w 1015"/>
                    <a:gd name="T25" fmla="*/ 690 h 823"/>
                    <a:gd name="T26" fmla="*/ 928 w 1015"/>
                    <a:gd name="T27" fmla="*/ 367 h 823"/>
                    <a:gd name="T28" fmla="*/ 928 w 1015"/>
                    <a:gd name="T29" fmla="*/ 282 h 823"/>
                    <a:gd name="T30" fmla="*/ 1015 w 1015"/>
                    <a:gd name="T31" fmla="*/ 282 h 823"/>
                    <a:gd name="T32" fmla="*/ 852 w 1015"/>
                    <a:gd name="T33" fmla="*/ 0 h 8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15" h="823">
                      <a:moveTo>
                        <a:pt x="852" y="0"/>
                      </a:moveTo>
                      <a:cubicBezTo>
                        <a:pt x="689" y="282"/>
                        <a:pt x="689" y="282"/>
                        <a:pt x="689" y="282"/>
                      </a:cubicBezTo>
                      <a:cubicBezTo>
                        <a:pt x="776" y="282"/>
                        <a:pt x="776" y="282"/>
                        <a:pt x="776" y="282"/>
                      </a:cubicBezTo>
                      <a:cubicBezTo>
                        <a:pt x="776" y="365"/>
                        <a:pt x="776" y="365"/>
                        <a:pt x="776" y="365"/>
                      </a:cubicBezTo>
                      <a:cubicBezTo>
                        <a:pt x="774" y="447"/>
                        <a:pt x="741" y="523"/>
                        <a:pt x="682" y="581"/>
                      </a:cubicBezTo>
                      <a:cubicBezTo>
                        <a:pt x="624" y="639"/>
                        <a:pt x="546" y="670"/>
                        <a:pt x="464" y="670"/>
                      </a:cubicBezTo>
                      <a:cubicBezTo>
                        <a:pt x="292" y="670"/>
                        <a:pt x="152" y="530"/>
                        <a:pt x="152" y="358"/>
                      </a:cubicBezTo>
                      <a:cubicBezTo>
                        <a:pt x="152" y="90"/>
                        <a:pt x="152" y="90"/>
                        <a:pt x="152" y="90"/>
                      </a:cubicBezTo>
                      <a:cubicBezTo>
                        <a:pt x="74" y="225"/>
                        <a:pt x="74" y="225"/>
                        <a:pt x="74" y="225"/>
                      </a:cubicBez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0" y="358"/>
                        <a:pt x="0" y="358"/>
                        <a:pt x="0" y="358"/>
                      </a:cubicBezTo>
                      <a:cubicBezTo>
                        <a:pt x="0" y="614"/>
                        <a:pt x="208" y="823"/>
                        <a:pt x="464" y="823"/>
                      </a:cubicBezTo>
                      <a:cubicBezTo>
                        <a:pt x="586" y="823"/>
                        <a:pt x="702" y="775"/>
                        <a:pt x="789" y="690"/>
                      </a:cubicBezTo>
                      <a:cubicBezTo>
                        <a:pt x="877" y="604"/>
                        <a:pt x="926" y="489"/>
                        <a:pt x="928" y="367"/>
                      </a:cubicBezTo>
                      <a:cubicBezTo>
                        <a:pt x="928" y="282"/>
                        <a:pt x="928" y="282"/>
                        <a:pt x="928" y="282"/>
                      </a:cubicBezTo>
                      <a:cubicBezTo>
                        <a:pt x="1015" y="282"/>
                        <a:pt x="1015" y="282"/>
                        <a:pt x="1015" y="282"/>
                      </a:cubicBezTo>
                      <a:lnTo>
                        <a:pt x="852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pic>
            <p:nvPicPr>
              <p:cNvPr id="1026" name="Picture 2" descr="Data Integration Icons - Free SVG &amp; PNG Data Integration ...">
                <a:extLst>
                  <a:ext uri="{FF2B5EF4-FFF2-40B4-BE49-F238E27FC236}">
                    <a16:creationId xmlns:a16="http://schemas.microsoft.com/office/drawing/2014/main" id="{50B12EFC-EA5B-FABE-F759-DC38BD6C80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>
                <a:off x="649913" y="1493184"/>
                <a:ext cx="436316" cy="4215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E5918749-2045-2B68-2B41-9BF1426D60F6}"/>
                  </a:ext>
                </a:extLst>
              </p:cNvPr>
              <p:cNvSpPr txBox="1"/>
              <p:nvPr/>
            </p:nvSpPr>
            <p:spPr>
              <a:xfrm>
                <a:off x="-43408" y="1959637"/>
                <a:ext cx="182295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 b="1">
                    <a:solidFill>
                      <a:schemeClr val="tx1"/>
                    </a:solidFill>
                  </a:rPr>
                  <a:t>Data Ingestion</a:t>
                </a:r>
                <a:endParaRPr lang="en-IN" sz="1000"/>
              </a:p>
            </p:txBody>
          </p:sp>
          <p:pic>
            <p:nvPicPr>
              <p:cNvPr id="1028" name="Picture 4" descr="Data Model Icons - Free SVG &amp; PNG Data Model Images - Noun ...">
                <a:extLst>
                  <a:ext uri="{FF2B5EF4-FFF2-40B4-BE49-F238E27FC236}">
                    <a16:creationId xmlns:a16="http://schemas.microsoft.com/office/drawing/2014/main" id="{DAE9E81B-6F82-D79B-603A-1E6BEA1882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67703" y="2177345"/>
                <a:ext cx="436316" cy="4215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602C01E-6CCC-586D-1F5A-ED258A777EC5}"/>
                  </a:ext>
                </a:extLst>
              </p:cNvPr>
              <p:cNvSpPr txBox="1"/>
              <p:nvPr/>
            </p:nvSpPr>
            <p:spPr>
              <a:xfrm>
                <a:off x="1570227" y="1856006"/>
                <a:ext cx="1572030" cy="416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 b="1">
                    <a:solidFill>
                      <a:schemeClr val="tx1"/>
                    </a:solidFill>
                  </a:rPr>
                  <a:t>Common Data Model</a:t>
                </a:r>
                <a:endParaRPr lang="en-IN" sz="1000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296E06D-428C-E312-0CD0-322974D958B9}"/>
                  </a:ext>
                </a:extLst>
              </p:cNvPr>
              <p:cNvSpPr txBox="1"/>
              <p:nvPr/>
            </p:nvSpPr>
            <p:spPr>
              <a:xfrm>
                <a:off x="3212172" y="1957442"/>
                <a:ext cx="126759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 b="1">
                    <a:solidFill>
                      <a:schemeClr val="tx1"/>
                    </a:solidFill>
                  </a:rPr>
                  <a:t>Data Transformation</a:t>
                </a:r>
                <a:endParaRPr lang="en-IN" sz="100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7FB1735-1D65-199D-AB87-36EF05156A5C}"/>
                  </a:ext>
                </a:extLst>
              </p:cNvPr>
              <p:cNvSpPr txBox="1"/>
              <p:nvPr/>
            </p:nvSpPr>
            <p:spPr>
              <a:xfrm>
                <a:off x="4361431" y="1959637"/>
                <a:ext cx="182295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 b="1">
                    <a:solidFill>
                      <a:schemeClr val="tx1"/>
                    </a:solidFill>
                  </a:rPr>
                  <a:t>Data Storage</a:t>
                </a:r>
                <a:endParaRPr lang="en-IN" sz="100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EB772FF4-53AB-7C20-5F98-4E9FC1ADA3AE}"/>
                  </a:ext>
                </a:extLst>
              </p:cNvPr>
              <p:cNvSpPr txBox="1"/>
              <p:nvPr/>
            </p:nvSpPr>
            <p:spPr>
              <a:xfrm>
                <a:off x="7266529" y="1941134"/>
                <a:ext cx="182295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 b="1">
                    <a:solidFill>
                      <a:schemeClr val="tx1"/>
                    </a:solidFill>
                  </a:rPr>
                  <a:t>Data Catalog</a:t>
                </a:r>
                <a:endParaRPr lang="en-IN" sz="1000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E46D79C-4D54-2687-551A-7680783A475F}"/>
                  </a:ext>
                </a:extLst>
              </p:cNvPr>
              <p:cNvSpPr txBox="1"/>
              <p:nvPr/>
            </p:nvSpPr>
            <p:spPr>
              <a:xfrm>
                <a:off x="8776909" y="1950131"/>
                <a:ext cx="182295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 b="1">
                    <a:solidFill>
                      <a:schemeClr val="tx1"/>
                    </a:solidFill>
                  </a:rPr>
                  <a:t>Data Lineage</a:t>
                </a:r>
                <a:endParaRPr lang="en-IN" sz="1000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A6E8A8F-9C6D-2B73-489D-98363D643B17}"/>
                  </a:ext>
                </a:extLst>
              </p:cNvPr>
              <p:cNvSpPr txBox="1"/>
              <p:nvPr/>
            </p:nvSpPr>
            <p:spPr>
              <a:xfrm>
                <a:off x="5884910" y="1946111"/>
                <a:ext cx="182295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 b="1">
                    <a:solidFill>
                      <a:schemeClr val="tx1"/>
                    </a:solidFill>
                  </a:rPr>
                  <a:t>Data Quality</a:t>
                </a:r>
                <a:endParaRPr lang="en-IN" sz="1000"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A4442FA-09D6-B702-45CA-63DC66DE7DC9}"/>
                  </a:ext>
                </a:extLst>
              </p:cNvPr>
              <p:cNvSpPr txBox="1"/>
              <p:nvPr/>
            </p:nvSpPr>
            <p:spPr>
              <a:xfrm>
                <a:off x="10206534" y="1950131"/>
                <a:ext cx="1822956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000" b="1">
                    <a:solidFill>
                      <a:schemeClr val="tx1"/>
                    </a:solidFill>
                  </a:rPr>
                  <a:t>Data Reporting</a:t>
                </a:r>
                <a:endParaRPr lang="en-IN" sz="1000"/>
              </a:p>
            </p:txBody>
          </p:sp>
          <p:pic>
            <p:nvPicPr>
              <p:cNvPr id="1038" name="Picture 14" descr="Big Data Storage Icons - Free SVG &amp; PNG Big Data Storage ...">
                <a:extLst>
                  <a:ext uri="{FF2B5EF4-FFF2-40B4-BE49-F238E27FC236}">
                    <a16:creationId xmlns:a16="http://schemas.microsoft.com/office/drawing/2014/main" id="{2DDA9AC6-FA45-396A-46A8-50732CA757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62437" y="2177345"/>
                <a:ext cx="397806" cy="3843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2" name="Picture 18" descr="Data transformation - Free electronics icons">
                <a:extLst>
                  <a:ext uri="{FF2B5EF4-FFF2-40B4-BE49-F238E27FC236}">
                    <a16:creationId xmlns:a16="http://schemas.microsoft.com/office/drawing/2014/main" id="{E6E5DA0E-EF4F-B81C-6128-FFB34CF6E7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4200" y="1468937"/>
                <a:ext cx="468644" cy="4686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4" name="Picture 20" descr="Data quality - Free computer icons">
                <a:extLst>
                  <a:ext uri="{FF2B5EF4-FFF2-40B4-BE49-F238E27FC236}">
                    <a16:creationId xmlns:a16="http://schemas.microsoft.com/office/drawing/2014/main" id="{7E45F3F9-374E-C5EB-D322-8162D578F1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colorTemperature colorTemp="59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08709" y="1493184"/>
                <a:ext cx="370114" cy="3701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6" name="Picture 22" descr="Data Catalog | Microsoft Azure Color">
                <a:extLst>
                  <a:ext uri="{FF2B5EF4-FFF2-40B4-BE49-F238E27FC236}">
                    <a16:creationId xmlns:a16="http://schemas.microsoft.com/office/drawing/2014/main" id="{E22EFFAA-FB65-EB0D-862E-FB4DA5549F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1868" y="2181658"/>
                <a:ext cx="405953" cy="405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8" name="Picture 24" descr="Data Lineage Icons - Free SVG &amp; PNG Data Lineage Images - Noun Project">
                <a:extLst>
                  <a:ext uri="{FF2B5EF4-FFF2-40B4-BE49-F238E27FC236}">
                    <a16:creationId xmlns:a16="http://schemas.microsoft.com/office/drawing/2014/main" id="{D95BE37B-DC54-1693-885B-9ED63EF0F1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77779" y="1467633"/>
                <a:ext cx="421216" cy="4212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0" name="Picture 26" descr="Data, visualization Vector Icons free download in SVG, PNG Format">
                <a:extLst>
                  <a:ext uri="{FF2B5EF4-FFF2-40B4-BE49-F238E27FC236}">
                    <a16:creationId xmlns:a16="http://schemas.microsoft.com/office/drawing/2014/main" id="{76690154-E3F2-9997-CB44-4F16AA0C4E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78953" y="2187355"/>
                <a:ext cx="348343" cy="3483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149" name="Group 1148">
            <a:extLst>
              <a:ext uri="{FF2B5EF4-FFF2-40B4-BE49-F238E27FC236}">
                <a16:creationId xmlns:a16="http://schemas.microsoft.com/office/drawing/2014/main" id="{34777B8E-0BF5-721F-31E5-05569787424E}"/>
              </a:ext>
            </a:extLst>
          </p:cNvPr>
          <p:cNvGrpSpPr/>
          <p:nvPr/>
        </p:nvGrpSpPr>
        <p:grpSpPr>
          <a:xfrm>
            <a:off x="1093141" y="2613730"/>
            <a:ext cx="9985693" cy="1128745"/>
            <a:chOff x="693194" y="3952672"/>
            <a:chExt cx="10805612" cy="1096512"/>
          </a:xfrm>
        </p:grpSpPr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BA0FC4F0-94AF-2118-6F8E-5AEE3D4AEF1E}"/>
                </a:ext>
              </a:extLst>
            </p:cNvPr>
            <p:cNvSpPr/>
            <p:nvPr/>
          </p:nvSpPr>
          <p:spPr>
            <a:xfrm>
              <a:off x="693194" y="4177935"/>
              <a:ext cx="10805612" cy="651022"/>
            </a:xfrm>
            <a:prstGeom prst="roundRect">
              <a:avLst>
                <a:gd name="adj" fmla="val 3222"/>
              </a:avLst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9" name="Rectangle: Rounded Corners 188">
              <a:extLst>
                <a:ext uri="{FF2B5EF4-FFF2-40B4-BE49-F238E27FC236}">
                  <a16:creationId xmlns:a16="http://schemas.microsoft.com/office/drawing/2014/main" id="{E979E3F0-A476-6815-D0E9-BFA1A1C45D69}"/>
                </a:ext>
              </a:extLst>
            </p:cNvPr>
            <p:cNvSpPr/>
            <p:nvPr/>
          </p:nvSpPr>
          <p:spPr>
            <a:xfrm>
              <a:off x="944592" y="4598156"/>
              <a:ext cx="1463438" cy="451028"/>
            </a:xfrm>
            <a:prstGeom prst="roundRect">
              <a:avLst>
                <a:gd name="adj" fmla="val 383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Documentation</a:t>
              </a:r>
            </a:p>
          </p:txBody>
        </p:sp>
        <p:sp>
          <p:nvSpPr>
            <p:cNvPr id="190" name="Rectangle: Rounded Corners 189">
              <a:extLst>
                <a:ext uri="{FF2B5EF4-FFF2-40B4-BE49-F238E27FC236}">
                  <a16:creationId xmlns:a16="http://schemas.microsoft.com/office/drawing/2014/main" id="{805F06AC-4CAF-F006-A8F2-DC1CFBE108AB}"/>
                </a:ext>
              </a:extLst>
            </p:cNvPr>
            <p:cNvSpPr/>
            <p:nvPr/>
          </p:nvSpPr>
          <p:spPr>
            <a:xfrm>
              <a:off x="2717219" y="4598156"/>
              <a:ext cx="1463438" cy="451028"/>
            </a:xfrm>
            <a:prstGeom prst="roundRect">
              <a:avLst>
                <a:gd name="adj" fmla="val 383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Monitoring &amp; Logging</a:t>
              </a:r>
            </a:p>
          </p:txBody>
        </p:sp>
        <p:sp>
          <p:nvSpPr>
            <p:cNvPr id="191" name="Rectangle: Rounded Corners 190">
              <a:extLst>
                <a:ext uri="{FF2B5EF4-FFF2-40B4-BE49-F238E27FC236}">
                  <a16:creationId xmlns:a16="http://schemas.microsoft.com/office/drawing/2014/main" id="{B1DB8369-8EA5-331A-F17C-9492A170FCC2}"/>
                </a:ext>
              </a:extLst>
            </p:cNvPr>
            <p:cNvSpPr/>
            <p:nvPr/>
          </p:nvSpPr>
          <p:spPr>
            <a:xfrm>
              <a:off x="4489846" y="4598156"/>
              <a:ext cx="1463438" cy="451028"/>
            </a:xfrm>
            <a:prstGeom prst="roundRect">
              <a:avLst>
                <a:gd name="adj" fmla="val 383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Notifications</a:t>
              </a:r>
            </a:p>
          </p:txBody>
        </p:sp>
        <p:sp>
          <p:nvSpPr>
            <p:cNvPr id="1024" name="Rectangle: Rounded Corners 1023">
              <a:extLst>
                <a:ext uri="{FF2B5EF4-FFF2-40B4-BE49-F238E27FC236}">
                  <a16:creationId xmlns:a16="http://schemas.microsoft.com/office/drawing/2014/main" id="{8DBFCF95-4CDA-334F-878D-1A6DA3F424E0}"/>
                </a:ext>
              </a:extLst>
            </p:cNvPr>
            <p:cNvSpPr/>
            <p:nvPr/>
          </p:nvSpPr>
          <p:spPr>
            <a:xfrm>
              <a:off x="6262473" y="4598156"/>
              <a:ext cx="1463438" cy="451028"/>
            </a:xfrm>
            <a:prstGeom prst="roundRect">
              <a:avLst>
                <a:gd name="adj" fmla="val 383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Testing</a:t>
              </a:r>
            </a:p>
          </p:txBody>
        </p:sp>
        <p:sp>
          <p:nvSpPr>
            <p:cNvPr id="1025" name="Rectangle: Rounded Corners 1024">
              <a:extLst>
                <a:ext uri="{FF2B5EF4-FFF2-40B4-BE49-F238E27FC236}">
                  <a16:creationId xmlns:a16="http://schemas.microsoft.com/office/drawing/2014/main" id="{4B6EEE2C-4881-49C9-6796-A8A2BE93CEB5}"/>
                </a:ext>
              </a:extLst>
            </p:cNvPr>
            <p:cNvSpPr/>
            <p:nvPr/>
          </p:nvSpPr>
          <p:spPr>
            <a:xfrm>
              <a:off x="8035101" y="4598156"/>
              <a:ext cx="1463438" cy="451028"/>
            </a:xfrm>
            <a:prstGeom prst="roundRect">
              <a:avLst>
                <a:gd name="adj" fmla="val 383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Ticketing</a:t>
              </a:r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AC07BA01-34F1-C9A0-6453-2D1FDDA17A56}"/>
                </a:ext>
              </a:extLst>
            </p:cNvPr>
            <p:cNvSpPr/>
            <p:nvPr/>
          </p:nvSpPr>
          <p:spPr>
            <a:xfrm>
              <a:off x="4489269" y="3952672"/>
              <a:ext cx="3213462" cy="2876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/>
                <a:t>Data Operations</a:t>
              </a:r>
            </a:p>
          </p:txBody>
        </p:sp>
        <p:sp>
          <p:nvSpPr>
            <p:cNvPr id="1059" name="Rectangle: Rounded Corners 1058">
              <a:extLst>
                <a:ext uri="{FF2B5EF4-FFF2-40B4-BE49-F238E27FC236}">
                  <a16:creationId xmlns:a16="http://schemas.microsoft.com/office/drawing/2014/main" id="{C5C32C7B-D985-02B6-6226-7F867F69416B}"/>
                </a:ext>
              </a:extLst>
            </p:cNvPr>
            <p:cNvSpPr/>
            <p:nvPr/>
          </p:nvSpPr>
          <p:spPr>
            <a:xfrm>
              <a:off x="9807728" y="4598154"/>
              <a:ext cx="1463438" cy="451028"/>
            </a:xfrm>
            <a:prstGeom prst="roundRect">
              <a:avLst>
                <a:gd name="adj" fmla="val 383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Observability</a:t>
              </a:r>
            </a:p>
          </p:txBody>
        </p:sp>
      </p:grpSp>
      <p:sp>
        <p:nvSpPr>
          <p:cNvPr id="1153" name="Diagonal Stripe 1152">
            <a:extLst>
              <a:ext uri="{FF2B5EF4-FFF2-40B4-BE49-F238E27FC236}">
                <a16:creationId xmlns:a16="http://schemas.microsoft.com/office/drawing/2014/main" id="{ED83CC5B-57CA-827C-EB93-D98C57359B0C}"/>
              </a:ext>
            </a:extLst>
          </p:cNvPr>
          <p:cNvSpPr/>
          <p:nvPr/>
        </p:nvSpPr>
        <p:spPr>
          <a:xfrm rot="13438895">
            <a:off x="2325008" y="626433"/>
            <a:ext cx="7341820" cy="7089481"/>
          </a:xfrm>
          <a:prstGeom prst="diagStripe">
            <a:avLst>
              <a:gd name="adj" fmla="val 93152"/>
            </a:avLst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3B060B0C-33D9-45EC-5ECA-62E432509DA2}"/>
              </a:ext>
            </a:extLst>
          </p:cNvPr>
          <p:cNvSpPr/>
          <p:nvPr/>
        </p:nvSpPr>
        <p:spPr>
          <a:xfrm>
            <a:off x="1253544" y="4545499"/>
            <a:ext cx="9538537" cy="1772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4" name="Rectangle 1303">
            <a:extLst>
              <a:ext uri="{FF2B5EF4-FFF2-40B4-BE49-F238E27FC236}">
                <a16:creationId xmlns:a16="http://schemas.microsoft.com/office/drawing/2014/main" id="{B7EF7519-A3AA-0CEA-D14E-37DEB7A83E4C}"/>
              </a:ext>
            </a:extLst>
          </p:cNvPr>
          <p:cNvSpPr/>
          <p:nvPr/>
        </p:nvSpPr>
        <p:spPr>
          <a:xfrm>
            <a:off x="4538690" y="4203833"/>
            <a:ext cx="2969628" cy="2960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/>
              <a:t>Foundation Enablers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FCCFE8-D932-16A7-3D2C-2F79ED931CC5}"/>
              </a:ext>
            </a:extLst>
          </p:cNvPr>
          <p:cNvGrpSpPr/>
          <p:nvPr/>
        </p:nvGrpSpPr>
        <p:grpSpPr>
          <a:xfrm>
            <a:off x="1325159" y="4621608"/>
            <a:ext cx="1075411" cy="839808"/>
            <a:chOff x="1274443" y="5168327"/>
            <a:chExt cx="1075411" cy="839808"/>
          </a:xfrm>
        </p:grpSpPr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D357869F-4D7D-7738-AAB7-0CD1090DFC76}"/>
                </a:ext>
              </a:extLst>
            </p:cNvPr>
            <p:cNvGrpSpPr/>
            <p:nvPr/>
          </p:nvGrpSpPr>
          <p:grpSpPr>
            <a:xfrm>
              <a:off x="1274443" y="5168327"/>
              <a:ext cx="1075411" cy="839808"/>
              <a:chOff x="2294583" y="5170713"/>
              <a:chExt cx="1075411" cy="839808"/>
            </a:xfrm>
          </p:grpSpPr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A22D6D7D-3028-CF07-B9FF-A67302498CCE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67" name="Diamond 2">
                  <a:extLst>
                    <a:ext uri="{FF2B5EF4-FFF2-40B4-BE49-F238E27FC236}">
                      <a16:creationId xmlns:a16="http://schemas.microsoft.com/office/drawing/2014/main" id="{CA98AD37-F592-519A-B842-A6AC985A527E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8" name="Parallelogram 3">
                  <a:extLst>
                    <a:ext uri="{FF2B5EF4-FFF2-40B4-BE49-F238E27FC236}">
                      <a16:creationId xmlns:a16="http://schemas.microsoft.com/office/drawing/2014/main" id="{8716DD61-CA98-2DAE-F133-811730840080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9" name="Parallelogram 1168">
                  <a:extLst>
                    <a:ext uri="{FF2B5EF4-FFF2-40B4-BE49-F238E27FC236}">
                      <a16:creationId xmlns:a16="http://schemas.microsoft.com/office/drawing/2014/main" id="{0DBFD79C-D378-80C8-10D3-20A912CD4E8A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0" name="Arrow: Pentagon 1169">
                  <a:extLst>
                    <a:ext uri="{FF2B5EF4-FFF2-40B4-BE49-F238E27FC236}">
                      <a16:creationId xmlns:a16="http://schemas.microsoft.com/office/drawing/2014/main" id="{7FD21763-AC44-D1C9-CA13-A76E0AE124E7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17" name="TextBox 1216">
                <a:extLst>
                  <a:ext uri="{FF2B5EF4-FFF2-40B4-BE49-F238E27FC236}">
                    <a16:creationId xmlns:a16="http://schemas.microsoft.com/office/drawing/2014/main" id="{ADF1CF6C-632E-E29D-0290-502A014D5B83}"/>
                  </a:ext>
                </a:extLst>
              </p:cNvPr>
              <p:cNvSpPr txBox="1"/>
              <p:nvPr/>
            </p:nvSpPr>
            <p:spPr>
              <a:xfrm>
                <a:off x="2526043" y="5856633"/>
                <a:ext cx="565924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AI ML</a:t>
                </a:r>
              </a:p>
            </p:txBody>
          </p:sp>
        </p:grpSp>
        <p:pic>
          <p:nvPicPr>
            <p:cNvPr id="1232" name="Picture 34" descr="Artificial intelligence Generic gradient outline icon">
              <a:extLst>
                <a:ext uri="{FF2B5EF4-FFF2-40B4-BE49-F238E27FC236}">
                  <a16:creationId xmlns:a16="http://schemas.microsoft.com/office/drawing/2014/main" id="{1BF36F17-C590-633A-16B6-8141175251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769" y="5277837"/>
              <a:ext cx="240192" cy="240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44B264E-6670-5440-E8E3-1FB148072CFC}"/>
              </a:ext>
            </a:extLst>
          </p:cNvPr>
          <p:cNvGrpSpPr/>
          <p:nvPr/>
        </p:nvGrpSpPr>
        <p:grpSpPr>
          <a:xfrm>
            <a:off x="2788059" y="4610914"/>
            <a:ext cx="1075411" cy="993696"/>
            <a:chOff x="2819717" y="5168327"/>
            <a:chExt cx="1075411" cy="993696"/>
          </a:xfrm>
        </p:grpSpPr>
        <p:grpSp>
          <p:nvGrpSpPr>
            <p:cNvPr id="1241" name="Group 1240">
              <a:extLst>
                <a:ext uri="{FF2B5EF4-FFF2-40B4-BE49-F238E27FC236}">
                  <a16:creationId xmlns:a16="http://schemas.microsoft.com/office/drawing/2014/main" id="{DF60F96F-E3E0-F4DF-14B1-BE0685587D9E}"/>
                </a:ext>
              </a:extLst>
            </p:cNvPr>
            <p:cNvGrpSpPr/>
            <p:nvPr/>
          </p:nvGrpSpPr>
          <p:grpSpPr>
            <a:xfrm>
              <a:off x="2819717" y="5168327"/>
              <a:ext cx="1075411" cy="993696"/>
              <a:chOff x="2294583" y="5170713"/>
              <a:chExt cx="1075411" cy="993696"/>
            </a:xfrm>
          </p:grpSpPr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0805D584-9600-D946-809C-54401EE24D3D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44" name="Diamond 2">
                  <a:extLst>
                    <a:ext uri="{FF2B5EF4-FFF2-40B4-BE49-F238E27FC236}">
                      <a16:creationId xmlns:a16="http://schemas.microsoft.com/office/drawing/2014/main" id="{705BECB4-3DA1-A108-97B2-2FC9014C0C44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5" name="Parallelogram 3">
                  <a:extLst>
                    <a:ext uri="{FF2B5EF4-FFF2-40B4-BE49-F238E27FC236}">
                      <a16:creationId xmlns:a16="http://schemas.microsoft.com/office/drawing/2014/main" id="{93060C19-9DFC-48F3-B796-540A0633F9BF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6" name="Parallelogram 1245">
                  <a:extLst>
                    <a:ext uri="{FF2B5EF4-FFF2-40B4-BE49-F238E27FC236}">
                      <a16:creationId xmlns:a16="http://schemas.microsoft.com/office/drawing/2014/main" id="{0122D8D2-111F-DC34-5654-0CA06B3698A6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7" name="Arrow: Pentagon 1246">
                  <a:extLst>
                    <a:ext uri="{FF2B5EF4-FFF2-40B4-BE49-F238E27FC236}">
                      <a16:creationId xmlns:a16="http://schemas.microsoft.com/office/drawing/2014/main" id="{A0285234-AC6D-28ED-10F0-3AEDCEFEB01E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43" name="TextBox 1242">
                <a:extLst>
                  <a:ext uri="{FF2B5EF4-FFF2-40B4-BE49-F238E27FC236}">
                    <a16:creationId xmlns:a16="http://schemas.microsoft.com/office/drawing/2014/main" id="{3B32B89F-3F0A-C6A6-23BB-486028378BBE}"/>
                  </a:ext>
                </a:extLst>
              </p:cNvPr>
              <p:cNvSpPr txBox="1"/>
              <p:nvPr/>
            </p:nvSpPr>
            <p:spPr>
              <a:xfrm>
                <a:off x="2368264" y="5856632"/>
                <a:ext cx="9241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Robotic Process Automation</a:t>
                </a:r>
              </a:p>
            </p:txBody>
          </p:sp>
        </p:grpSp>
        <p:pic>
          <p:nvPicPr>
            <p:cNvPr id="1305" name="Picture 36" descr="Rpa - Free industry icons">
              <a:extLst>
                <a:ext uri="{FF2B5EF4-FFF2-40B4-BE49-F238E27FC236}">
                  <a16:creationId xmlns:a16="http://schemas.microsoft.com/office/drawing/2014/main" id="{2163B5E5-8927-F894-EAF8-0499174AB5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8325" y="5292800"/>
              <a:ext cx="260080" cy="26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91B3681-AA43-0910-B35E-7303BC6B474C}"/>
              </a:ext>
            </a:extLst>
          </p:cNvPr>
          <p:cNvGrpSpPr/>
          <p:nvPr/>
        </p:nvGrpSpPr>
        <p:grpSpPr>
          <a:xfrm>
            <a:off x="4250338" y="4589504"/>
            <a:ext cx="1075411" cy="839808"/>
            <a:chOff x="4364991" y="5168327"/>
            <a:chExt cx="1075411" cy="839808"/>
          </a:xfrm>
        </p:grpSpPr>
        <p:grpSp>
          <p:nvGrpSpPr>
            <p:cNvPr id="1248" name="Group 1247">
              <a:extLst>
                <a:ext uri="{FF2B5EF4-FFF2-40B4-BE49-F238E27FC236}">
                  <a16:creationId xmlns:a16="http://schemas.microsoft.com/office/drawing/2014/main" id="{4A339DF3-BAE1-7640-4FE9-083DC25B6B49}"/>
                </a:ext>
              </a:extLst>
            </p:cNvPr>
            <p:cNvGrpSpPr/>
            <p:nvPr/>
          </p:nvGrpSpPr>
          <p:grpSpPr>
            <a:xfrm>
              <a:off x="4364991" y="5168327"/>
              <a:ext cx="1075411" cy="839808"/>
              <a:chOff x="2294583" y="5170713"/>
              <a:chExt cx="1075411" cy="839808"/>
            </a:xfrm>
          </p:grpSpPr>
          <p:grpSp>
            <p:nvGrpSpPr>
              <p:cNvPr id="1249" name="Group 1248">
                <a:extLst>
                  <a:ext uri="{FF2B5EF4-FFF2-40B4-BE49-F238E27FC236}">
                    <a16:creationId xmlns:a16="http://schemas.microsoft.com/office/drawing/2014/main" id="{A539BC9F-3568-9781-D6B7-8F0FB70FEE39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51" name="Diamond 2">
                  <a:extLst>
                    <a:ext uri="{FF2B5EF4-FFF2-40B4-BE49-F238E27FC236}">
                      <a16:creationId xmlns:a16="http://schemas.microsoft.com/office/drawing/2014/main" id="{6DB8ECC7-E83B-89CE-8742-A4E364879989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2" name="Parallelogram 3">
                  <a:extLst>
                    <a:ext uri="{FF2B5EF4-FFF2-40B4-BE49-F238E27FC236}">
                      <a16:creationId xmlns:a16="http://schemas.microsoft.com/office/drawing/2014/main" id="{19ACFDD0-A56C-F298-8180-5BD26105F43B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3" name="Parallelogram 1252">
                  <a:extLst>
                    <a:ext uri="{FF2B5EF4-FFF2-40B4-BE49-F238E27FC236}">
                      <a16:creationId xmlns:a16="http://schemas.microsoft.com/office/drawing/2014/main" id="{03E04EB2-0F89-6906-8113-1701DD360E51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4" name="Arrow: Pentagon 1253">
                  <a:extLst>
                    <a:ext uri="{FF2B5EF4-FFF2-40B4-BE49-F238E27FC236}">
                      <a16:creationId xmlns:a16="http://schemas.microsoft.com/office/drawing/2014/main" id="{80AF30EE-5742-8E97-F40B-624846F0BD96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50" name="TextBox 1249">
                <a:extLst>
                  <a:ext uri="{FF2B5EF4-FFF2-40B4-BE49-F238E27FC236}">
                    <a16:creationId xmlns:a16="http://schemas.microsoft.com/office/drawing/2014/main" id="{3D1246DB-02FF-0C7C-7920-AB05F8787E71}"/>
                  </a:ext>
                </a:extLst>
              </p:cNvPr>
              <p:cNvSpPr txBox="1"/>
              <p:nvPr/>
            </p:nvSpPr>
            <p:spPr>
              <a:xfrm>
                <a:off x="2526043" y="5856633"/>
                <a:ext cx="565924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 err="1"/>
                  <a:t>GenAi</a:t>
                </a:r>
                <a:endParaRPr lang="en-US" sz="1000" b="1"/>
              </a:p>
            </p:txBody>
          </p:sp>
        </p:grpSp>
        <p:pic>
          <p:nvPicPr>
            <p:cNvPr id="1307" name="Picture 40" descr="Artificial Intelligence Robot Technology Tech icon transparent background generative  ai AI generated 25805510 PNG">
              <a:extLst>
                <a:ext uri="{FF2B5EF4-FFF2-40B4-BE49-F238E27FC236}">
                  <a16:creationId xmlns:a16="http://schemas.microsoft.com/office/drawing/2014/main" id="{739ED8EB-406F-F2B3-5A5A-F98610E90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6918" y="5312182"/>
              <a:ext cx="307674" cy="260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0C9DE-31AD-FB9F-AE6A-0303DBBE8438}"/>
              </a:ext>
            </a:extLst>
          </p:cNvPr>
          <p:cNvGrpSpPr/>
          <p:nvPr/>
        </p:nvGrpSpPr>
        <p:grpSpPr>
          <a:xfrm>
            <a:off x="5713955" y="4577608"/>
            <a:ext cx="1075411" cy="839808"/>
            <a:chOff x="5910265" y="5168327"/>
            <a:chExt cx="1075411" cy="839808"/>
          </a:xfrm>
        </p:grpSpPr>
        <p:grpSp>
          <p:nvGrpSpPr>
            <p:cNvPr id="1262" name="Group 1261">
              <a:extLst>
                <a:ext uri="{FF2B5EF4-FFF2-40B4-BE49-F238E27FC236}">
                  <a16:creationId xmlns:a16="http://schemas.microsoft.com/office/drawing/2014/main" id="{34144E83-6EBC-EB32-F0F4-43DE4BF212E7}"/>
                </a:ext>
              </a:extLst>
            </p:cNvPr>
            <p:cNvGrpSpPr/>
            <p:nvPr/>
          </p:nvGrpSpPr>
          <p:grpSpPr>
            <a:xfrm>
              <a:off x="5910265" y="5168327"/>
              <a:ext cx="1075411" cy="839808"/>
              <a:chOff x="2294583" y="5170713"/>
              <a:chExt cx="1075411" cy="839808"/>
            </a:xfrm>
          </p:grpSpPr>
          <p:grpSp>
            <p:nvGrpSpPr>
              <p:cNvPr id="1263" name="Group 1262">
                <a:extLst>
                  <a:ext uri="{FF2B5EF4-FFF2-40B4-BE49-F238E27FC236}">
                    <a16:creationId xmlns:a16="http://schemas.microsoft.com/office/drawing/2014/main" id="{D4881D7B-F93C-2017-4902-2B61B443AAF9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65" name="Diamond 2">
                  <a:extLst>
                    <a:ext uri="{FF2B5EF4-FFF2-40B4-BE49-F238E27FC236}">
                      <a16:creationId xmlns:a16="http://schemas.microsoft.com/office/drawing/2014/main" id="{260B8F85-3719-9AA2-5A21-3E369F2D3500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6" name="Parallelogram 3">
                  <a:extLst>
                    <a:ext uri="{FF2B5EF4-FFF2-40B4-BE49-F238E27FC236}">
                      <a16:creationId xmlns:a16="http://schemas.microsoft.com/office/drawing/2014/main" id="{DA4BBDAC-365B-BD4E-8C3D-A69E61B8015F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7" name="Parallelogram 1266">
                  <a:extLst>
                    <a:ext uri="{FF2B5EF4-FFF2-40B4-BE49-F238E27FC236}">
                      <a16:creationId xmlns:a16="http://schemas.microsoft.com/office/drawing/2014/main" id="{502F5BA5-FA7D-AC81-A2BB-20865D48DDE8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8" name="Arrow: Pentagon 1267">
                  <a:extLst>
                    <a:ext uri="{FF2B5EF4-FFF2-40B4-BE49-F238E27FC236}">
                      <a16:creationId xmlns:a16="http://schemas.microsoft.com/office/drawing/2014/main" id="{D47B2F95-3CE1-1393-2457-D4D4EC5BF0D2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64" name="TextBox 1263">
                <a:extLst>
                  <a:ext uri="{FF2B5EF4-FFF2-40B4-BE49-F238E27FC236}">
                    <a16:creationId xmlns:a16="http://schemas.microsoft.com/office/drawing/2014/main" id="{D105B78F-9E4F-A638-CEE8-516F721F9F52}"/>
                  </a:ext>
                </a:extLst>
              </p:cNvPr>
              <p:cNvSpPr txBox="1"/>
              <p:nvPr/>
            </p:nvSpPr>
            <p:spPr>
              <a:xfrm>
                <a:off x="2526043" y="5856633"/>
                <a:ext cx="565924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Security</a:t>
                </a:r>
              </a:p>
            </p:txBody>
          </p:sp>
        </p:grpSp>
        <p:pic>
          <p:nvPicPr>
            <p:cNvPr id="1308" name="Picture 42" descr="Security Shield Lock Comments - 100% Secure Checkout Icon Clipart - Large  Size Png Image - PikPng">
              <a:extLst>
                <a:ext uri="{FF2B5EF4-FFF2-40B4-BE49-F238E27FC236}">
                  <a16:creationId xmlns:a16="http://schemas.microsoft.com/office/drawing/2014/main" id="{87E1065F-7A48-6DCD-D564-2507E867E4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4096" y="5294650"/>
              <a:ext cx="248645" cy="278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399F48-BB17-D5CB-9EF4-2A0058C0EEB9}"/>
              </a:ext>
            </a:extLst>
          </p:cNvPr>
          <p:cNvGrpSpPr/>
          <p:nvPr/>
        </p:nvGrpSpPr>
        <p:grpSpPr>
          <a:xfrm>
            <a:off x="7175895" y="4568728"/>
            <a:ext cx="1075411" cy="839808"/>
            <a:chOff x="7455539" y="5168327"/>
            <a:chExt cx="1075411" cy="839808"/>
          </a:xfrm>
        </p:grpSpPr>
        <p:grpSp>
          <p:nvGrpSpPr>
            <p:cNvPr id="1255" name="Group 1254">
              <a:extLst>
                <a:ext uri="{FF2B5EF4-FFF2-40B4-BE49-F238E27FC236}">
                  <a16:creationId xmlns:a16="http://schemas.microsoft.com/office/drawing/2014/main" id="{45A5C337-D2C7-BFA3-1019-C37E04C3D4A4}"/>
                </a:ext>
              </a:extLst>
            </p:cNvPr>
            <p:cNvGrpSpPr/>
            <p:nvPr/>
          </p:nvGrpSpPr>
          <p:grpSpPr>
            <a:xfrm>
              <a:off x="7455539" y="5168327"/>
              <a:ext cx="1075411" cy="839808"/>
              <a:chOff x="2294583" y="5170713"/>
              <a:chExt cx="1075411" cy="839808"/>
            </a:xfrm>
          </p:grpSpPr>
          <p:grpSp>
            <p:nvGrpSpPr>
              <p:cNvPr id="1256" name="Group 1255">
                <a:extLst>
                  <a:ext uri="{FF2B5EF4-FFF2-40B4-BE49-F238E27FC236}">
                    <a16:creationId xmlns:a16="http://schemas.microsoft.com/office/drawing/2014/main" id="{C0EEA8CF-58BF-C837-C844-F08E0BECA9A0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58" name="Diamond 2">
                  <a:extLst>
                    <a:ext uri="{FF2B5EF4-FFF2-40B4-BE49-F238E27FC236}">
                      <a16:creationId xmlns:a16="http://schemas.microsoft.com/office/drawing/2014/main" id="{862FFD2A-CD9B-8C33-CD69-ABCCC582FAD0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9" name="Parallelogram 3">
                  <a:extLst>
                    <a:ext uri="{FF2B5EF4-FFF2-40B4-BE49-F238E27FC236}">
                      <a16:creationId xmlns:a16="http://schemas.microsoft.com/office/drawing/2014/main" id="{1E59F954-BAD9-FEE1-0A16-D013B4877EE9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0" name="Parallelogram 1259">
                  <a:extLst>
                    <a:ext uri="{FF2B5EF4-FFF2-40B4-BE49-F238E27FC236}">
                      <a16:creationId xmlns:a16="http://schemas.microsoft.com/office/drawing/2014/main" id="{CFF85FF6-5837-E35A-231B-980DB1694D6E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1" name="Arrow: Pentagon 1260">
                  <a:extLst>
                    <a:ext uri="{FF2B5EF4-FFF2-40B4-BE49-F238E27FC236}">
                      <a16:creationId xmlns:a16="http://schemas.microsoft.com/office/drawing/2014/main" id="{BE49DE75-00D4-0A34-D0B5-6168E7B671ED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57" name="TextBox 1256">
                <a:extLst>
                  <a:ext uri="{FF2B5EF4-FFF2-40B4-BE49-F238E27FC236}">
                    <a16:creationId xmlns:a16="http://schemas.microsoft.com/office/drawing/2014/main" id="{0B23ED6B-0CCC-F75F-F84A-061055BA9144}"/>
                  </a:ext>
                </a:extLst>
              </p:cNvPr>
              <p:cNvSpPr txBox="1"/>
              <p:nvPr/>
            </p:nvSpPr>
            <p:spPr>
              <a:xfrm>
                <a:off x="2451189" y="5856633"/>
                <a:ext cx="75991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Orchestration</a:t>
                </a:r>
              </a:p>
            </p:txBody>
          </p:sp>
        </p:grpSp>
        <p:pic>
          <p:nvPicPr>
            <p:cNvPr id="1310" name="Picture 46" descr="Setting - Free electronics icons">
              <a:extLst>
                <a:ext uri="{FF2B5EF4-FFF2-40B4-BE49-F238E27FC236}">
                  <a16:creationId xmlns:a16="http://schemas.microsoft.com/office/drawing/2014/main" id="{A11B36D0-52F3-9D4B-0EC5-4EA09E6ACB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1163" y="5254919"/>
              <a:ext cx="297961" cy="297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B8AEFB-EB8E-62ED-8E33-CD40342EB058}"/>
              </a:ext>
            </a:extLst>
          </p:cNvPr>
          <p:cNvGrpSpPr/>
          <p:nvPr/>
        </p:nvGrpSpPr>
        <p:grpSpPr>
          <a:xfrm>
            <a:off x="8627827" y="4567423"/>
            <a:ext cx="1075411" cy="993695"/>
            <a:chOff x="9000813" y="5168327"/>
            <a:chExt cx="1075411" cy="993695"/>
          </a:xfrm>
        </p:grpSpPr>
        <p:grpSp>
          <p:nvGrpSpPr>
            <p:cNvPr id="1269" name="Group 1268">
              <a:extLst>
                <a:ext uri="{FF2B5EF4-FFF2-40B4-BE49-F238E27FC236}">
                  <a16:creationId xmlns:a16="http://schemas.microsoft.com/office/drawing/2014/main" id="{B5BB2FCC-0316-870D-8EEB-FC85EDAC04FC}"/>
                </a:ext>
              </a:extLst>
            </p:cNvPr>
            <p:cNvGrpSpPr/>
            <p:nvPr/>
          </p:nvGrpSpPr>
          <p:grpSpPr>
            <a:xfrm>
              <a:off x="9000813" y="5168327"/>
              <a:ext cx="1075411" cy="993695"/>
              <a:chOff x="2294583" y="5170713"/>
              <a:chExt cx="1075411" cy="993695"/>
            </a:xfrm>
          </p:grpSpPr>
          <p:grpSp>
            <p:nvGrpSpPr>
              <p:cNvPr id="1270" name="Group 1269">
                <a:extLst>
                  <a:ext uri="{FF2B5EF4-FFF2-40B4-BE49-F238E27FC236}">
                    <a16:creationId xmlns:a16="http://schemas.microsoft.com/office/drawing/2014/main" id="{FC5249D1-6818-64DA-B9AE-140D28AC5240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72" name="Diamond 2">
                  <a:extLst>
                    <a:ext uri="{FF2B5EF4-FFF2-40B4-BE49-F238E27FC236}">
                      <a16:creationId xmlns:a16="http://schemas.microsoft.com/office/drawing/2014/main" id="{859EE0A4-83F3-2BA4-2C60-0E36162C051F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3" name="Parallelogram 3">
                  <a:extLst>
                    <a:ext uri="{FF2B5EF4-FFF2-40B4-BE49-F238E27FC236}">
                      <a16:creationId xmlns:a16="http://schemas.microsoft.com/office/drawing/2014/main" id="{BAFFC2E7-3EF5-79EF-B540-B6137622F8B1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4" name="Parallelogram 1273">
                  <a:extLst>
                    <a:ext uri="{FF2B5EF4-FFF2-40B4-BE49-F238E27FC236}">
                      <a16:creationId xmlns:a16="http://schemas.microsoft.com/office/drawing/2014/main" id="{FCBC7A16-6863-B959-C289-B4CEEDDF9BC4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5" name="Arrow: Pentagon 1274">
                  <a:extLst>
                    <a:ext uri="{FF2B5EF4-FFF2-40B4-BE49-F238E27FC236}">
                      <a16:creationId xmlns:a16="http://schemas.microsoft.com/office/drawing/2014/main" id="{2B49A0DA-C5D5-5FA7-D442-528DFE7B4094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A1A911A5-111C-615D-62D6-88A753CA7767}"/>
                  </a:ext>
                </a:extLst>
              </p:cNvPr>
              <p:cNvSpPr txBox="1"/>
              <p:nvPr/>
            </p:nvSpPr>
            <p:spPr>
              <a:xfrm>
                <a:off x="2537441" y="5856631"/>
                <a:ext cx="56592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CI CD Migration</a:t>
                </a:r>
              </a:p>
            </p:txBody>
          </p:sp>
        </p:grpSp>
        <p:pic>
          <p:nvPicPr>
            <p:cNvPr id="1311" name="Picture 48" descr="What is CI/CD?">
              <a:extLst>
                <a:ext uri="{FF2B5EF4-FFF2-40B4-BE49-F238E27FC236}">
                  <a16:creationId xmlns:a16="http://schemas.microsoft.com/office/drawing/2014/main" id="{3C1F955A-0B26-0DF5-C282-3C5F42E2EC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032" y="5297783"/>
              <a:ext cx="461182" cy="220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A7BCE3A-2F6A-89C1-A8B4-6E59AF223B9E}"/>
              </a:ext>
            </a:extLst>
          </p:cNvPr>
          <p:cNvGrpSpPr/>
          <p:nvPr/>
        </p:nvGrpSpPr>
        <p:grpSpPr>
          <a:xfrm>
            <a:off x="2013266" y="5390912"/>
            <a:ext cx="1078968" cy="839814"/>
            <a:chOff x="2073607" y="5893730"/>
            <a:chExt cx="1078968" cy="839814"/>
          </a:xfrm>
        </p:grpSpPr>
        <p:grpSp>
          <p:nvGrpSpPr>
            <p:cNvPr id="1234" name="Group 1233">
              <a:extLst>
                <a:ext uri="{FF2B5EF4-FFF2-40B4-BE49-F238E27FC236}">
                  <a16:creationId xmlns:a16="http://schemas.microsoft.com/office/drawing/2014/main" id="{18B16BC0-42D2-DE2D-4EB4-7FD7ED9E00C9}"/>
                </a:ext>
              </a:extLst>
            </p:cNvPr>
            <p:cNvGrpSpPr/>
            <p:nvPr/>
          </p:nvGrpSpPr>
          <p:grpSpPr>
            <a:xfrm>
              <a:off x="2073607" y="5893730"/>
              <a:ext cx="1078968" cy="839814"/>
              <a:chOff x="2294583" y="5170713"/>
              <a:chExt cx="1078968" cy="839814"/>
            </a:xfrm>
          </p:grpSpPr>
          <p:grpSp>
            <p:nvGrpSpPr>
              <p:cNvPr id="1235" name="Group 1234">
                <a:extLst>
                  <a:ext uri="{FF2B5EF4-FFF2-40B4-BE49-F238E27FC236}">
                    <a16:creationId xmlns:a16="http://schemas.microsoft.com/office/drawing/2014/main" id="{61C9438A-349A-77D5-4A94-6D1BF51573AE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37" name="Diamond 2">
                  <a:extLst>
                    <a:ext uri="{FF2B5EF4-FFF2-40B4-BE49-F238E27FC236}">
                      <a16:creationId xmlns:a16="http://schemas.microsoft.com/office/drawing/2014/main" id="{D24ECD8D-8A4B-1753-C1B9-709E7BABA009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8" name="Parallelogram 3">
                  <a:extLst>
                    <a:ext uri="{FF2B5EF4-FFF2-40B4-BE49-F238E27FC236}">
                      <a16:creationId xmlns:a16="http://schemas.microsoft.com/office/drawing/2014/main" id="{4BEE8AC7-BD09-66AD-6CE2-9A2651D8F910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9" name="Parallelogram 1238">
                  <a:extLst>
                    <a:ext uri="{FF2B5EF4-FFF2-40B4-BE49-F238E27FC236}">
                      <a16:creationId xmlns:a16="http://schemas.microsoft.com/office/drawing/2014/main" id="{9BDDE3F0-5F96-A997-3AFC-DC8F97C5832C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0" name="Arrow: Pentagon 1239">
                  <a:extLst>
                    <a:ext uri="{FF2B5EF4-FFF2-40B4-BE49-F238E27FC236}">
                      <a16:creationId xmlns:a16="http://schemas.microsoft.com/office/drawing/2014/main" id="{D93E3F2F-5897-6031-5034-34673FB90529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36" name="TextBox 1235">
                <a:extLst>
                  <a:ext uri="{FF2B5EF4-FFF2-40B4-BE49-F238E27FC236}">
                    <a16:creationId xmlns:a16="http://schemas.microsoft.com/office/drawing/2014/main" id="{56446132-2E5D-8FBF-ED1D-94955D883DD5}"/>
                  </a:ext>
                </a:extLst>
              </p:cNvPr>
              <p:cNvSpPr txBox="1"/>
              <p:nvPr/>
            </p:nvSpPr>
            <p:spPr>
              <a:xfrm>
                <a:off x="2321597" y="5856639"/>
                <a:ext cx="1051954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Cloud Integrations</a:t>
                </a:r>
              </a:p>
            </p:txBody>
          </p:sp>
        </p:grpSp>
        <p:pic>
          <p:nvPicPr>
            <p:cNvPr id="1312" name="Picture 50" descr="Cloud computing - Free multimedia icons">
              <a:extLst>
                <a:ext uri="{FF2B5EF4-FFF2-40B4-BE49-F238E27FC236}">
                  <a16:creationId xmlns:a16="http://schemas.microsoft.com/office/drawing/2014/main" id="{65FB1266-7324-680F-8EFF-34B5832D77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99" y="5984724"/>
              <a:ext cx="250940" cy="250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2E46CB9-9330-3794-8EFE-017A7341C478}"/>
              </a:ext>
            </a:extLst>
          </p:cNvPr>
          <p:cNvGrpSpPr/>
          <p:nvPr/>
        </p:nvGrpSpPr>
        <p:grpSpPr>
          <a:xfrm>
            <a:off x="3549318" y="5393000"/>
            <a:ext cx="1078968" cy="839814"/>
            <a:chOff x="3649018" y="5893730"/>
            <a:chExt cx="1075411" cy="839808"/>
          </a:xfrm>
        </p:grpSpPr>
        <p:grpSp>
          <p:nvGrpSpPr>
            <p:cNvPr id="1276" name="Group 1275">
              <a:extLst>
                <a:ext uri="{FF2B5EF4-FFF2-40B4-BE49-F238E27FC236}">
                  <a16:creationId xmlns:a16="http://schemas.microsoft.com/office/drawing/2014/main" id="{C553930E-5171-657F-F45A-2A5920CED651}"/>
                </a:ext>
              </a:extLst>
            </p:cNvPr>
            <p:cNvGrpSpPr/>
            <p:nvPr/>
          </p:nvGrpSpPr>
          <p:grpSpPr>
            <a:xfrm>
              <a:off x="3649018" y="5893730"/>
              <a:ext cx="1075411" cy="839808"/>
              <a:chOff x="2294583" y="5170713"/>
              <a:chExt cx="1075411" cy="839808"/>
            </a:xfrm>
          </p:grpSpPr>
          <p:grpSp>
            <p:nvGrpSpPr>
              <p:cNvPr id="1277" name="Group 1276">
                <a:extLst>
                  <a:ext uri="{FF2B5EF4-FFF2-40B4-BE49-F238E27FC236}">
                    <a16:creationId xmlns:a16="http://schemas.microsoft.com/office/drawing/2014/main" id="{C5916D02-D3BA-5C35-8F6A-DE674DB5467B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79" name="Diamond 2">
                  <a:extLst>
                    <a:ext uri="{FF2B5EF4-FFF2-40B4-BE49-F238E27FC236}">
                      <a16:creationId xmlns:a16="http://schemas.microsoft.com/office/drawing/2014/main" id="{59008321-B0EC-E92B-6E43-9CED0F8D4657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0" name="Parallelogram 3">
                  <a:extLst>
                    <a:ext uri="{FF2B5EF4-FFF2-40B4-BE49-F238E27FC236}">
                      <a16:creationId xmlns:a16="http://schemas.microsoft.com/office/drawing/2014/main" id="{366799C9-4637-6BDF-33A1-48C050CCBD62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1" name="Parallelogram 1280">
                  <a:extLst>
                    <a:ext uri="{FF2B5EF4-FFF2-40B4-BE49-F238E27FC236}">
                      <a16:creationId xmlns:a16="http://schemas.microsoft.com/office/drawing/2014/main" id="{5E71DDC4-E8D5-0035-EDAB-881F63A7B4FA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2" name="Arrow: Pentagon 1281">
                  <a:extLst>
                    <a:ext uri="{FF2B5EF4-FFF2-40B4-BE49-F238E27FC236}">
                      <a16:creationId xmlns:a16="http://schemas.microsoft.com/office/drawing/2014/main" id="{30106A75-50D3-C55C-CE94-0ABB4B5147D0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78" name="TextBox 1277">
                <a:extLst>
                  <a:ext uri="{FF2B5EF4-FFF2-40B4-BE49-F238E27FC236}">
                    <a16:creationId xmlns:a16="http://schemas.microsoft.com/office/drawing/2014/main" id="{00058984-D7F7-C218-3B7E-83A8F2EBE905}"/>
                  </a:ext>
                </a:extLst>
              </p:cNvPr>
              <p:cNvSpPr txBox="1"/>
              <p:nvPr/>
            </p:nvSpPr>
            <p:spPr>
              <a:xfrm>
                <a:off x="2526043" y="5856633"/>
                <a:ext cx="565924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Scalability</a:t>
                </a:r>
              </a:p>
            </p:txBody>
          </p:sp>
        </p:grpSp>
        <p:pic>
          <p:nvPicPr>
            <p:cNvPr id="1313" name="Picture 52" descr="Scalability Generic Blue icon">
              <a:extLst>
                <a:ext uri="{FF2B5EF4-FFF2-40B4-BE49-F238E27FC236}">
                  <a16:creationId xmlns:a16="http://schemas.microsoft.com/office/drawing/2014/main" id="{CC27FB63-D37B-A2AE-466A-023F65B725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791" y="6039811"/>
              <a:ext cx="238354" cy="238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6331635-B914-0E01-90CD-391400C81605}"/>
              </a:ext>
            </a:extLst>
          </p:cNvPr>
          <p:cNvGrpSpPr/>
          <p:nvPr/>
        </p:nvGrpSpPr>
        <p:grpSpPr>
          <a:xfrm>
            <a:off x="5017415" y="5389568"/>
            <a:ext cx="1078968" cy="839814"/>
            <a:chOff x="5224429" y="5893730"/>
            <a:chExt cx="1075411" cy="839808"/>
          </a:xfrm>
        </p:grpSpPr>
        <p:grpSp>
          <p:nvGrpSpPr>
            <p:cNvPr id="1283" name="Group 1282">
              <a:extLst>
                <a:ext uri="{FF2B5EF4-FFF2-40B4-BE49-F238E27FC236}">
                  <a16:creationId xmlns:a16="http://schemas.microsoft.com/office/drawing/2014/main" id="{888BDB33-04FF-3551-684C-1FE670F90F26}"/>
                </a:ext>
              </a:extLst>
            </p:cNvPr>
            <p:cNvGrpSpPr/>
            <p:nvPr/>
          </p:nvGrpSpPr>
          <p:grpSpPr>
            <a:xfrm>
              <a:off x="5224429" y="5893730"/>
              <a:ext cx="1075411" cy="839808"/>
              <a:chOff x="2294583" y="5170713"/>
              <a:chExt cx="1075411" cy="839808"/>
            </a:xfrm>
          </p:grpSpPr>
          <p:grpSp>
            <p:nvGrpSpPr>
              <p:cNvPr id="1284" name="Group 1283">
                <a:extLst>
                  <a:ext uri="{FF2B5EF4-FFF2-40B4-BE49-F238E27FC236}">
                    <a16:creationId xmlns:a16="http://schemas.microsoft.com/office/drawing/2014/main" id="{E621D5F0-7A98-746F-38B5-1E2945099595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86" name="Diamond 2">
                  <a:extLst>
                    <a:ext uri="{FF2B5EF4-FFF2-40B4-BE49-F238E27FC236}">
                      <a16:creationId xmlns:a16="http://schemas.microsoft.com/office/drawing/2014/main" id="{1269A690-1C85-8BB2-D126-1CF3A18DBBCB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7" name="Parallelogram 3">
                  <a:extLst>
                    <a:ext uri="{FF2B5EF4-FFF2-40B4-BE49-F238E27FC236}">
                      <a16:creationId xmlns:a16="http://schemas.microsoft.com/office/drawing/2014/main" id="{63C47845-2CC6-A557-E886-3DAF04DF7DC0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8" name="Parallelogram 1287">
                  <a:extLst>
                    <a:ext uri="{FF2B5EF4-FFF2-40B4-BE49-F238E27FC236}">
                      <a16:creationId xmlns:a16="http://schemas.microsoft.com/office/drawing/2014/main" id="{6B09E744-A359-A501-B8DB-8BB032A87111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9" name="Arrow: Pentagon 1288">
                  <a:extLst>
                    <a:ext uri="{FF2B5EF4-FFF2-40B4-BE49-F238E27FC236}">
                      <a16:creationId xmlns:a16="http://schemas.microsoft.com/office/drawing/2014/main" id="{DEFF286A-3F9E-1E8D-0053-46872C31C5A2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85" name="TextBox 1284">
                <a:extLst>
                  <a:ext uri="{FF2B5EF4-FFF2-40B4-BE49-F238E27FC236}">
                    <a16:creationId xmlns:a16="http://schemas.microsoft.com/office/drawing/2014/main" id="{7612377F-8693-E18C-5AD4-1808231AF0D4}"/>
                  </a:ext>
                </a:extLst>
              </p:cNvPr>
              <p:cNvSpPr txBox="1"/>
              <p:nvPr/>
            </p:nvSpPr>
            <p:spPr>
              <a:xfrm>
                <a:off x="2526043" y="5856633"/>
                <a:ext cx="565924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Flexibility</a:t>
                </a:r>
              </a:p>
            </p:txBody>
          </p:sp>
        </p:grpSp>
        <p:pic>
          <p:nvPicPr>
            <p:cNvPr id="1315" name="Picture 56" descr="Flexibility Icons - Free SVG &amp; PNG Flexibility Images - Noun Project">
              <a:extLst>
                <a:ext uri="{FF2B5EF4-FFF2-40B4-BE49-F238E27FC236}">
                  <a16:creationId xmlns:a16="http://schemas.microsoft.com/office/drawing/2014/main" id="{D9C19DD9-F733-0EEE-0AB0-7FF6BCF4CC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3629" y="6017026"/>
              <a:ext cx="274961" cy="274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B06A952-0C9A-77A5-86C9-18B09E8CEBC9}"/>
              </a:ext>
            </a:extLst>
          </p:cNvPr>
          <p:cNvGrpSpPr/>
          <p:nvPr/>
        </p:nvGrpSpPr>
        <p:grpSpPr>
          <a:xfrm>
            <a:off x="6498428" y="5390385"/>
            <a:ext cx="1078968" cy="839814"/>
            <a:chOff x="6799840" y="5893730"/>
            <a:chExt cx="1075411" cy="839808"/>
          </a:xfrm>
        </p:grpSpPr>
        <p:grpSp>
          <p:nvGrpSpPr>
            <p:cNvPr id="1290" name="Group 1289">
              <a:extLst>
                <a:ext uri="{FF2B5EF4-FFF2-40B4-BE49-F238E27FC236}">
                  <a16:creationId xmlns:a16="http://schemas.microsoft.com/office/drawing/2014/main" id="{733BA8BB-F6E2-1C7C-8D1C-76B80C5CF883}"/>
                </a:ext>
              </a:extLst>
            </p:cNvPr>
            <p:cNvGrpSpPr/>
            <p:nvPr/>
          </p:nvGrpSpPr>
          <p:grpSpPr>
            <a:xfrm>
              <a:off x="6799840" y="5893730"/>
              <a:ext cx="1075411" cy="839808"/>
              <a:chOff x="2294583" y="5170713"/>
              <a:chExt cx="1075411" cy="839808"/>
            </a:xfrm>
          </p:grpSpPr>
          <p:grpSp>
            <p:nvGrpSpPr>
              <p:cNvPr id="1291" name="Group 1290">
                <a:extLst>
                  <a:ext uri="{FF2B5EF4-FFF2-40B4-BE49-F238E27FC236}">
                    <a16:creationId xmlns:a16="http://schemas.microsoft.com/office/drawing/2014/main" id="{AFFFF8CB-8F2C-F9AD-1DA3-3EA112DDEC64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293" name="Diamond 2">
                  <a:extLst>
                    <a:ext uri="{FF2B5EF4-FFF2-40B4-BE49-F238E27FC236}">
                      <a16:creationId xmlns:a16="http://schemas.microsoft.com/office/drawing/2014/main" id="{A680C3D2-616E-1373-5DA2-B8E5B26EFCFD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4" name="Parallelogram 3">
                  <a:extLst>
                    <a:ext uri="{FF2B5EF4-FFF2-40B4-BE49-F238E27FC236}">
                      <a16:creationId xmlns:a16="http://schemas.microsoft.com/office/drawing/2014/main" id="{3489F7CB-4A9A-1FC4-AFD0-A74F08FF3B89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5" name="Parallelogram 1294">
                  <a:extLst>
                    <a:ext uri="{FF2B5EF4-FFF2-40B4-BE49-F238E27FC236}">
                      <a16:creationId xmlns:a16="http://schemas.microsoft.com/office/drawing/2014/main" id="{0FF735A2-ED45-A0DE-58C2-4F235AEB1705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6" name="Arrow: Pentagon 1295">
                  <a:extLst>
                    <a:ext uri="{FF2B5EF4-FFF2-40B4-BE49-F238E27FC236}">
                      <a16:creationId xmlns:a16="http://schemas.microsoft.com/office/drawing/2014/main" id="{44F2587D-2778-1AEB-0574-21202D0D1898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92" name="TextBox 1291">
                <a:extLst>
                  <a:ext uri="{FF2B5EF4-FFF2-40B4-BE49-F238E27FC236}">
                    <a16:creationId xmlns:a16="http://schemas.microsoft.com/office/drawing/2014/main" id="{6C165572-2A21-0077-23C4-63819FA38427}"/>
                  </a:ext>
                </a:extLst>
              </p:cNvPr>
              <p:cNvSpPr txBox="1"/>
              <p:nvPr/>
            </p:nvSpPr>
            <p:spPr>
              <a:xfrm>
                <a:off x="2410211" y="5856633"/>
                <a:ext cx="814893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Auto Upgrades</a:t>
                </a:r>
              </a:p>
            </p:txBody>
          </p:sp>
        </p:grpSp>
        <p:pic>
          <p:nvPicPr>
            <p:cNvPr id="1318" name="Picture 62" descr="Upgrade icons for free download | Freepik">
              <a:extLst>
                <a:ext uri="{FF2B5EF4-FFF2-40B4-BE49-F238E27FC236}">
                  <a16:creationId xmlns:a16="http://schemas.microsoft.com/office/drawing/2014/main" id="{713AE051-8071-1261-7659-D2A4DA9E3B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8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7229" y="6008311"/>
              <a:ext cx="273142" cy="273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6BDF74-8F2B-9A95-6BDA-B76D58AFE412}"/>
              </a:ext>
            </a:extLst>
          </p:cNvPr>
          <p:cNvGrpSpPr/>
          <p:nvPr/>
        </p:nvGrpSpPr>
        <p:grpSpPr>
          <a:xfrm>
            <a:off x="7931125" y="5389568"/>
            <a:ext cx="1078968" cy="839814"/>
            <a:chOff x="8375250" y="5893730"/>
            <a:chExt cx="1075411" cy="857904"/>
          </a:xfrm>
        </p:grpSpPr>
        <p:grpSp>
          <p:nvGrpSpPr>
            <p:cNvPr id="1297" name="Group 1296">
              <a:extLst>
                <a:ext uri="{FF2B5EF4-FFF2-40B4-BE49-F238E27FC236}">
                  <a16:creationId xmlns:a16="http://schemas.microsoft.com/office/drawing/2014/main" id="{580D8DE5-19BD-B2FD-75A2-656A886165CA}"/>
                </a:ext>
              </a:extLst>
            </p:cNvPr>
            <p:cNvGrpSpPr/>
            <p:nvPr/>
          </p:nvGrpSpPr>
          <p:grpSpPr>
            <a:xfrm>
              <a:off x="8375250" y="5893730"/>
              <a:ext cx="1075411" cy="857904"/>
              <a:chOff x="2294583" y="5170713"/>
              <a:chExt cx="1075411" cy="857904"/>
            </a:xfrm>
          </p:grpSpPr>
          <p:grpSp>
            <p:nvGrpSpPr>
              <p:cNvPr id="1298" name="Group 1297">
                <a:extLst>
                  <a:ext uri="{FF2B5EF4-FFF2-40B4-BE49-F238E27FC236}">
                    <a16:creationId xmlns:a16="http://schemas.microsoft.com/office/drawing/2014/main" id="{7E53A018-67CF-2CE2-6F81-40D6A140E3A3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300" name="Diamond 2">
                  <a:extLst>
                    <a:ext uri="{FF2B5EF4-FFF2-40B4-BE49-F238E27FC236}">
                      <a16:creationId xmlns:a16="http://schemas.microsoft.com/office/drawing/2014/main" id="{3A15C8A3-9034-68A6-1E53-812DE4B62BC8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1" name="Parallelogram 3">
                  <a:extLst>
                    <a:ext uri="{FF2B5EF4-FFF2-40B4-BE49-F238E27FC236}">
                      <a16:creationId xmlns:a16="http://schemas.microsoft.com/office/drawing/2014/main" id="{317B44A9-FA52-5907-D0CE-F428C0CEF0E4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2" name="Parallelogram 1301">
                  <a:extLst>
                    <a:ext uri="{FF2B5EF4-FFF2-40B4-BE49-F238E27FC236}">
                      <a16:creationId xmlns:a16="http://schemas.microsoft.com/office/drawing/2014/main" id="{6CBA6426-8252-D827-8141-450AD0A22522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3" name="Arrow: Pentagon 1302">
                  <a:extLst>
                    <a:ext uri="{FF2B5EF4-FFF2-40B4-BE49-F238E27FC236}">
                      <a16:creationId xmlns:a16="http://schemas.microsoft.com/office/drawing/2014/main" id="{2C1F8794-C41F-DEE2-77CF-13641E52DF3A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99" name="TextBox 1298">
                <a:extLst>
                  <a:ext uri="{FF2B5EF4-FFF2-40B4-BE49-F238E27FC236}">
                    <a16:creationId xmlns:a16="http://schemas.microsoft.com/office/drawing/2014/main" id="{EF4B6714-3CF3-343E-E3BD-192E2EF9C265}"/>
                  </a:ext>
                </a:extLst>
              </p:cNvPr>
              <p:cNvSpPr txBox="1"/>
              <p:nvPr/>
            </p:nvSpPr>
            <p:spPr>
              <a:xfrm>
                <a:off x="2414324" y="5874729"/>
                <a:ext cx="847973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Env &amp; Git Setup</a:t>
                </a:r>
              </a:p>
            </p:txBody>
          </p:sp>
        </p:grpSp>
        <p:pic>
          <p:nvPicPr>
            <p:cNvPr id="1320" name="Picture 66" descr="Git - Logo Downloads">
              <a:extLst>
                <a:ext uri="{FF2B5EF4-FFF2-40B4-BE49-F238E27FC236}">
                  <a16:creationId xmlns:a16="http://schemas.microsoft.com/office/drawing/2014/main" id="{52D76F33-06C7-B646-A13C-6FF2666FE6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5730" y="6006011"/>
              <a:ext cx="277741" cy="277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7E8E94-5288-1B7D-F168-DC597D229624}"/>
              </a:ext>
            </a:extLst>
          </p:cNvPr>
          <p:cNvGrpSpPr/>
          <p:nvPr/>
        </p:nvGrpSpPr>
        <p:grpSpPr>
          <a:xfrm>
            <a:off x="9519612" y="5389568"/>
            <a:ext cx="1078968" cy="839814"/>
            <a:chOff x="8375250" y="5893730"/>
            <a:chExt cx="1075411" cy="85790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9EC4B6D-C8D9-3DC4-0AF9-06EE5419B363}"/>
                </a:ext>
              </a:extLst>
            </p:cNvPr>
            <p:cNvGrpSpPr/>
            <p:nvPr/>
          </p:nvGrpSpPr>
          <p:grpSpPr>
            <a:xfrm>
              <a:off x="8375250" y="5893730"/>
              <a:ext cx="1075411" cy="857904"/>
              <a:chOff x="2294583" y="5170713"/>
              <a:chExt cx="1075411" cy="857904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770B8B0-0E1C-141A-B3F0-370B669CF6D6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20" name="Diamond 2">
                  <a:extLst>
                    <a:ext uri="{FF2B5EF4-FFF2-40B4-BE49-F238E27FC236}">
                      <a16:creationId xmlns:a16="http://schemas.microsoft.com/office/drawing/2014/main" id="{3E4292DC-C87D-22F6-96A1-D523DAA6621E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Parallelogram 3">
                  <a:extLst>
                    <a:ext uri="{FF2B5EF4-FFF2-40B4-BE49-F238E27FC236}">
                      <a16:creationId xmlns:a16="http://schemas.microsoft.com/office/drawing/2014/main" id="{BE79151A-CD1B-C998-9772-0FB39994F9D2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Parallelogram 21">
                  <a:extLst>
                    <a:ext uri="{FF2B5EF4-FFF2-40B4-BE49-F238E27FC236}">
                      <a16:creationId xmlns:a16="http://schemas.microsoft.com/office/drawing/2014/main" id="{379DE405-CD8A-3DC0-81D1-FEE3299F5CA0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Arrow: Pentagon 22">
                  <a:extLst>
                    <a:ext uri="{FF2B5EF4-FFF2-40B4-BE49-F238E27FC236}">
                      <a16:creationId xmlns:a16="http://schemas.microsoft.com/office/drawing/2014/main" id="{B55085F9-8C43-2B06-F222-9CC4C871D669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A16FCA-81FB-4707-5D76-A16BE0661FD1}"/>
                  </a:ext>
                </a:extLst>
              </p:cNvPr>
              <p:cNvSpPr txBox="1"/>
              <p:nvPr/>
            </p:nvSpPr>
            <p:spPr>
              <a:xfrm>
                <a:off x="2414324" y="5871414"/>
                <a:ext cx="847973" cy="1572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000" b="1"/>
                  <a:t>Semantic Layer</a:t>
                </a:r>
              </a:p>
            </p:txBody>
          </p:sp>
        </p:grpSp>
        <p:pic>
          <p:nvPicPr>
            <p:cNvPr id="16" name="Picture 66" descr="Git - Logo Downloads">
              <a:extLst>
                <a:ext uri="{FF2B5EF4-FFF2-40B4-BE49-F238E27FC236}">
                  <a16:creationId xmlns:a16="http://schemas.microsoft.com/office/drawing/2014/main" id="{3EA63DE7-6F38-677B-127F-2A177E9CAE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5730" y="6006011"/>
              <a:ext cx="277741" cy="277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custDataLst>
      <p:custData r:id="rId1"/>
    </p:custDataLst>
    <p:extLst>
      <p:ext uri="{BB962C8B-B14F-4D97-AF65-F5344CB8AC3E}">
        <p14:creationId xmlns:p14="http://schemas.microsoft.com/office/powerpoint/2010/main" val="318793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B795E05-18C8-F3B3-75A5-8CAFEBB30C16}"/>
              </a:ext>
            </a:extLst>
          </p:cNvPr>
          <p:cNvSpPr/>
          <p:nvPr/>
        </p:nvSpPr>
        <p:spPr>
          <a:xfrm>
            <a:off x="10635998" y="55949"/>
            <a:ext cx="1573482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673C55C7-7FC6-57A6-BCCA-C984986DF153}"/>
              </a:ext>
            </a:extLst>
          </p:cNvPr>
          <p:cNvSpPr txBox="1"/>
          <p:nvPr/>
        </p:nvSpPr>
        <p:spPr>
          <a:xfrm>
            <a:off x="10635997" y="10324"/>
            <a:ext cx="1549013" cy="2616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100" b="1">
                <a:solidFill>
                  <a:schemeClr val="bg1"/>
                </a:solidFill>
              </a:rPr>
              <a:t>End Customers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76804A-264A-1FC3-162E-F42D1770CB66}"/>
              </a:ext>
            </a:extLst>
          </p:cNvPr>
          <p:cNvSpPr txBox="1"/>
          <p:nvPr/>
        </p:nvSpPr>
        <p:spPr>
          <a:xfrm>
            <a:off x="443684" y="6436779"/>
            <a:ext cx="9838085" cy="36933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Trinity Legacy Tools / Applications</a:t>
            </a:r>
            <a:endParaRPr lang="en-IN">
              <a:solidFill>
                <a:schemeClr val="bg1"/>
              </a:solidFill>
            </a:endParaRPr>
          </a:p>
        </p:txBody>
      </p:sp>
      <p:cxnSp>
        <p:nvCxnSpPr>
          <p:cNvPr id="1025" name="Connector: Elbow 1024">
            <a:extLst>
              <a:ext uri="{FF2B5EF4-FFF2-40B4-BE49-F238E27FC236}">
                <a16:creationId xmlns:a16="http://schemas.microsoft.com/office/drawing/2014/main" id="{9C0CA893-5DF6-B69E-4ABA-C1776B325F3D}"/>
              </a:ext>
            </a:extLst>
          </p:cNvPr>
          <p:cNvCxnSpPr>
            <a:cxnSpLocks/>
            <a:endCxn id="2064" idx="1"/>
          </p:cNvCxnSpPr>
          <p:nvPr/>
        </p:nvCxnSpPr>
        <p:spPr>
          <a:xfrm flipV="1">
            <a:off x="7439969" y="1749634"/>
            <a:ext cx="2084060" cy="834496"/>
          </a:xfrm>
          <a:prstGeom prst="bentConnector3">
            <a:avLst>
              <a:gd name="adj1" fmla="val 7642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3E3BCF2-D2D4-68FB-C963-217D3BC2C4FE}"/>
              </a:ext>
            </a:extLst>
          </p:cNvPr>
          <p:cNvSpPr/>
          <p:nvPr/>
        </p:nvSpPr>
        <p:spPr>
          <a:xfrm>
            <a:off x="930077" y="286841"/>
            <a:ext cx="833628" cy="47000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350717-92BA-2AD5-34BE-E35DF41A0E47}"/>
              </a:ext>
            </a:extLst>
          </p:cNvPr>
          <p:cNvGrpSpPr/>
          <p:nvPr/>
        </p:nvGrpSpPr>
        <p:grpSpPr>
          <a:xfrm>
            <a:off x="1342023" y="724101"/>
            <a:ext cx="1202051" cy="773320"/>
            <a:chOff x="797456" y="821622"/>
            <a:chExt cx="1444093" cy="97971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06C9295-6C27-8BBA-A934-E5191BFE419E}"/>
                </a:ext>
              </a:extLst>
            </p:cNvPr>
            <p:cNvSpPr/>
            <p:nvPr/>
          </p:nvSpPr>
          <p:spPr>
            <a:xfrm>
              <a:off x="884616" y="821622"/>
              <a:ext cx="1317173" cy="9797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pic>
          <p:nvPicPr>
            <p:cNvPr id="33" name="Picture 2" descr="SC real time computing (stream computing) Vector Icons free download in  SVG, PNG Format">
              <a:hlinkClick r:id="rId7" action="ppaction://hlinksldjump"/>
              <a:extLst>
                <a:ext uri="{FF2B5EF4-FFF2-40B4-BE49-F238E27FC236}">
                  <a16:creationId xmlns:a16="http://schemas.microsoft.com/office/drawing/2014/main" id="{00AD2FDB-7FAC-7199-062D-B7095920B8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4573" y="906954"/>
              <a:ext cx="489858" cy="489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42A948-ECF9-77B7-2B73-99D7AC24D733}"/>
                </a:ext>
              </a:extLst>
            </p:cNvPr>
            <p:cNvSpPr txBox="1"/>
            <p:nvPr/>
          </p:nvSpPr>
          <p:spPr>
            <a:xfrm>
              <a:off x="797456" y="1476301"/>
              <a:ext cx="1444093" cy="2561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Streams / Live data</a:t>
              </a:r>
              <a:endParaRPr lang="en-IN" sz="80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2D0AE9-17D7-7DF3-C78B-8ED56A172FBD}"/>
              </a:ext>
            </a:extLst>
          </p:cNvPr>
          <p:cNvGrpSpPr/>
          <p:nvPr/>
        </p:nvGrpSpPr>
        <p:grpSpPr>
          <a:xfrm>
            <a:off x="1340692" y="1993206"/>
            <a:ext cx="1202051" cy="773320"/>
            <a:chOff x="796510" y="1834635"/>
            <a:chExt cx="1444093" cy="97971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4555B99-033B-931B-3B78-0211BAE6F98C}"/>
                </a:ext>
              </a:extLst>
            </p:cNvPr>
            <p:cNvGrpSpPr/>
            <p:nvPr/>
          </p:nvGrpSpPr>
          <p:grpSpPr>
            <a:xfrm>
              <a:off x="796510" y="1834635"/>
              <a:ext cx="1444093" cy="979714"/>
              <a:chOff x="796510" y="1066800"/>
              <a:chExt cx="1444093" cy="97971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523426E-8F5D-EC5E-B4B0-1E62A2951C0D}"/>
                  </a:ext>
                </a:extLst>
              </p:cNvPr>
              <p:cNvSpPr/>
              <p:nvPr/>
            </p:nvSpPr>
            <p:spPr>
              <a:xfrm>
                <a:off x="859970" y="1066800"/>
                <a:ext cx="1317173" cy="9797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EB6F135-1ADE-5D67-4095-57148CB5251E}"/>
                  </a:ext>
                </a:extLst>
              </p:cNvPr>
              <p:cNvSpPr txBox="1"/>
              <p:nvPr/>
            </p:nvSpPr>
            <p:spPr>
              <a:xfrm>
                <a:off x="796510" y="1619464"/>
                <a:ext cx="14440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800" b="1">
                    <a:solidFill>
                      <a:schemeClr val="tx1"/>
                    </a:solidFill>
                  </a:rPr>
                  <a:t>Unstructured Data</a:t>
                </a:r>
              </a:p>
              <a:p>
                <a:pPr algn="ctr"/>
                <a:r>
                  <a:rPr lang="en-IN" sz="800"/>
                  <a:t>Videos, Images, Audio </a:t>
                </a:r>
              </a:p>
            </p:txBody>
          </p:sp>
        </p:grpSp>
        <p:pic>
          <p:nvPicPr>
            <p:cNvPr id="1030" name="Picture 6" descr="Unstructured data - Free seo and web icons">
              <a:extLst>
                <a:ext uri="{FF2B5EF4-FFF2-40B4-BE49-F238E27FC236}">
                  <a16:creationId xmlns:a16="http://schemas.microsoft.com/office/drawing/2014/main" id="{9DBF5117-6259-9BB5-393C-18203EDCA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7170" y="1909581"/>
              <a:ext cx="402772" cy="402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F528223-7C43-5AE5-ED86-D56C172B92B1}"/>
              </a:ext>
            </a:extLst>
          </p:cNvPr>
          <p:cNvGrpSpPr/>
          <p:nvPr/>
        </p:nvGrpSpPr>
        <p:grpSpPr>
          <a:xfrm>
            <a:off x="1340691" y="2895413"/>
            <a:ext cx="1202051" cy="773320"/>
            <a:chOff x="796510" y="1066800"/>
            <a:chExt cx="1444093" cy="979714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CDB8B63-60EC-863B-13E3-1A9DCB3D8C2D}"/>
                </a:ext>
              </a:extLst>
            </p:cNvPr>
            <p:cNvSpPr/>
            <p:nvPr/>
          </p:nvSpPr>
          <p:spPr>
            <a:xfrm>
              <a:off x="859970" y="1066800"/>
              <a:ext cx="1317173" cy="9797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25CE82-AFDF-9A74-E56A-9C4BCC4FC26D}"/>
                </a:ext>
              </a:extLst>
            </p:cNvPr>
            <p:cNvSpPr txBox="1"/>
            <p:nvPr/>
          </p:nvSpPr>
          <p:spPr>
            <a:xfrm>
              <a:off x="796510" y="1619464"/>
              <a:ext cx="144409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Semi-structured Data</a:t>
              </a:r>
            </a:p>
            <a:p>
              <a:pPr algn="ctr"/>
              <a:r>
                <a:rPr lang="en-IN" sz="800"/>
                <a:t>Csv, Logs, Json, Xml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2D3DCAB-6125-B0EC-73C7-64EA52F30CB4}"/>
              </a:ext>
            </a:extLst>
          </p:cNvPr>
          <p:cNvGrpSpPr/>
          <p:nvPr/>
        </p:nvGrpSpPr>
        <p:grpSpPr>
          <a:xfrm>
            <a:off x="1340691" y="3797620"/>
            <a:ext cx="1202051" cy="773320"/>
            <a:chOff x="796508" y="4495800"/>
            <a:chExt cx="1444093" cy="97971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085E0D2-025E-9D41-6631-FBE45A01AF06}"/>
                </a:ext>
              </a:extLst>
            </p:cNvPr>
            <p:cNvGrpSpPr/>
            <p:nvPr/>
          </p:nvGrpSpPr>
          <p:grpSpPr>
            <a:xfrm>
              <a:off x="796508" y="4495800"/>
              <a:ext cx="1444093" cy="979714"/>
              <a:chOff x="796510" y="1066800"/>
              <a:chExt cx="1444093" cy="979714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C0D72C9-F43F-BF32-4BF1-31AC49B60C30}"/>
                  </a:ext>
                </a:extLst>
              </p:cNvPr>
              <p:cNvSpPr/>
              <p:nvPr/>
            </p:nvSpPr>
            <p:spPr>
              <a:xfrm>
                <a:off x="859970" y="1066800"/>
                <a:ext cx="1317173" cy="9797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038D97E-01DD-CB29-1744-BA4979D04FA1}"/>
                  </a:ext>
                </a:extLst>
              </p:cNvPr>
              <p:cNvSpPr txBox="1"/>
              <p:nvPr/>
            </p:nvSpPr>
            <p:spPr>
              <a:xfrm>
                <a:off x="796510" y="1619464"/>
                <a:ext cx="14440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800" b="1">
                    <a:solidFill>
                      <a:schemeClr val="tx1"/>
                    </a:solidFill>
                  </a:rPr>
                  <a:t>Relational Database</a:t>
                </a:r>
              </a:p>
              <a:p>
                <a:pPr algn="ctr"/>
                <a:r>
                  <a:rPr lang="en-IN" sz="800"/>
                  <a:t>Structured</a:t>
                </a:r>
              </a:p>
            </p:txBody>
          </p:sp>
        </p:grpSp>
        <p:pic>
          <p:nvPicPr>
            <p:cNvPr id="1036" name="Picture 12" descr="Relational Database Icon - Free Download Network &amp; Communication Icons |  IconScout">
              <a:extLst>
                <a:ext uri="{FF2B5EF4-FFF2-40B4-BE49-F238E27FC236}">
                  <a16:creationId xmlns:a16="http://schemas.microsoft.com/office/drawing/2014/main" id="{8833E46A-BEC9-A1A9-6A74-256E03917E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841" y="4550229"/>
              <a:ext cx="478971" cy="47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78FCCC1E-2AD2-40CC-33AF-596642506615}"/>
              </a:ext>
            </a:extLst>
          </p:cNvPr>
          <p:cNvSpPr/>
          <p:nvPr/>
        </p:nvSpPr>
        <p:spPr>
          <a:xfrm>
            <a:off x="458124" y="458470"/>
            <a:ext cx="900141" cy="43608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68" name="Picture 18" descr="Symphony Health - Precisely Case Study">
            <a:extLst>
              <a:ext uri="{FF2B5EF4-FFF2-40B4-BE49-F238E27FC236}">
                <a16:creationId xmlns:a16="http://schemas.microsoft.com/office/drawing/2014/main" id="{D2AE2479-EF89-80C5-A6F2-A522DCA8D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07" y="907995"/>
            <a:ext cx="780808" cy="31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BD1BF4F-D2ED-ACC6-772D-112E17F11202}"/>
              </a:ext>
            </a:extLst>
          </p:cNvPr>
          <p:cNvSpPr txBox="1"/>
          <p:nvPr/>
        </p:nvSpPr>
        <p:spPr>
          <a:xfrm>
            <a:off x="443684" y="461848"/>
            <a:ext cx="908033" cy="23833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>
                <a:solidFill>
                  <a:schemeClr val="bg1"/>
                </a:solidFill>
              </a:rPr>
              <a:t>Data Sources</a:t>
            </a:r>
            <a:endParaRPr lang="en-IN" sz="1050">
              <a:solidFill>
                <a:schemeClr val="bg1"/>
              </a:solidFill>
            </a:endParaRPr>
          </a:p>
        </p:txBody>
      </p:sp>
      <p:pic>
        <p:nvPicPr>
          <p:cNvPr id="71" name="Picture 20">
            <a:extLst>
              <a:ext uri="{FF2B5EF4-FFF2-40B4-BE49-F238E27FC236}">
                <a16:creationId xmlns:a16="http://schemas.microsoft.com/office/drawing/2014/main" id="{72146B55-62F5-EC98-F426-BB7E87F0C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08" y="1473082"/>
            <a:ext cx="720173" cy="18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2" descr="Pharmaceutical, Healthcare and Payer Business Solutions | MMIT">
            <a:extLst>
              <a:ext uri="{FF2B5EF4-FFF2-40B4-BE49-F238E27FC236}">
                <a16:creationId xmlns:a16="http://schemas.microsoft.com/office/drawing/2014/main" id="{CE6DA7A1-59DF-C2DA-9601-AB8D37532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25" y="1904085"/>
            <a:ext cx="324339" cy="43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4" descr="Semi-Structured Data Processing | Forms Recognition | ESILAB">
            <a:extLst>
              <a:ext uri="{FF2B5EF4-FFF2-40B4-BE49-F238E27FC236}">
                <a16:creationId xmlns:a16="http://schemas.microsoft.com/office/drawing/2014/main" id="{2380D18B-FCB2-19FA-986E-367230A6D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883" y="2999406"/>
            <a:ext cx="333048" cy="31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97D96255-A8DA-8AC9-88F0-C7FF357D086E}"/>
              </a:ext>
            </a:extLst>
          </p:cNvPr>
          <p:cNvGrpSpPr/>
          <p:nvPr/>
        </p:nvGrpSpPr>
        <p:grpSpPr>
          <a:xfrm>
            <a:off x="2939389" y="286841"/>
            <a:ext cx="1102468" cy="4700068"/>
            <a:chOff x="3123329" y="680357"/>
            <a:chExt cx="1324458" cy="595448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02F2A58-832B-1973-9676-A4D7A9B67E93}"/>
                </a:ext>
              </a:extLst>
            </p:cNvPr>
            <p:cNvSpPr/>
            <p:nvPr/>
          </p:nvSpPr>
          <p:spPr>
            <a:xfrm>
              <a:off x="3123329" y="680357"/>
              <a:ext cx="1317173" cy="59544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376287B-F882-1EE2-BAA3-79C1BC54C0D8}"/>
                </a:ext>
              </a:extLst>
            </p:cNvPr>
            <p:cNvSpPr txBox="1"/>
            <p:nvPr/>
          </p:nvSpPr>
          <p:spPr>
            <a:xfrm>
              <a:off x="3130613" y="682386"/>
              <a:ext cx="1317174" cy="301943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chemeClr val="bg1"/>
                  </a:solidFill>
                </a:defRPr>
              </a:lvl1pPr>
            </a:lstStyle>
            <a:p>
              <a:r>
                <a:rPr lang="en-IN" sz="1050"/>
                <a:t>Ingest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2CDDD67-19FA-A3F1-04E3-9FCCA51E53AD}"/>
              </a:ext>
            </a:extLst>
          </p:cNvPr>
          <p:cNvGrpSpPr/>
          <p:nvPr/>
        </p:nvGrpSpPr>
        <p:grpSpPr>
          <a:xfrm>
            <a:off x="4632415" y="1932294"/>
            <a:ext cx="1099231" cy="3055448"/>
            <a:chOff x="4891822" y="2764971"/>
            <a:chExt cx="1320569" cy="3870927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6012CE5-594A-7B9F-A8FF-6FD7E26F12DE}"/>
                </a:ext>
              </a:extLst>
            </p:cNvPr>
            <p:cNvSpPr/>
            <p:nvPr/>
          </p:nvSpPr>
          <p:spPr>
            <a:xfrm>
              <a:off x="4891822" y="2764971"/>
              <a:ext cx="1317173" cy="38698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2F59AC9-F11C-19BE-2C0C-0E3C89DBE1FD}"/>
                </a:ext>
              </a:extLst>
            </p:cNvPr>
            <p:cNvSpPr txBox="1"/>
            <p:nvPr/>
          </p:nvSpPr>
          <p:spPr>
            <a:xfrm>
              <a:off x="4895217" y="6333955"/>
              <a:ext cx="1317174" cy="301943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1050" b="1">
                  <a:solidFill>
                    <a:schemeClr val="bg1"/>
                  </a:solidFill>
                </a:rPr>
                <a:t>Data Storage</a:t>
              </a:r>
              <a:endParaRPr lang="en-IN"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894AC00-9A5A-5BEF-C17B-20E466A68262}"/>
              </a:ext>
            </a:extLst>
          </p:cNvPr>
          <p:cNvGrpSpPr/>
          <p:nvPr/>
        </p:nvGrpSpPr>
        <p:grpSpPr>
          <a:xfrm>
            <a:off x="6335339" y="286841"/>
            <a:ext cx="1098395" cy="4700068"/>
            <a:chOff x="6683174" y="680357"/>
            <a:chExt cx="1319565" cy="5954486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B963DC9-1D8C-9CB8-A8F9-5AB347F7ADA6}"/>
                </a:ext>
              </a:extLst>
            </p:cNvPr>
            <p:cNvSpPr/>
            <p:nvPr/>
          </p:nvSpPr>
          <p:spPr>
            <a:xfrm>
              <a:off x="6685566" y="680357"/>
              <a:ext cx="1317173" cy="59544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C9BA56-00AE-FD90-2C4B-DCB6CE08204B}"/>
                </a:ext>
              </a:extLst>
            </p:cNvPr>
            <p:cNvSpPr txBox="1"/>
            <p:nvPr/>
          </p:nvSpPr>
          <p:spPr>
            <a:xfrm>
              <a:off x="6683174" y="680357"/>
              <a:ext cx="1317173" cy="301943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1050" b="1">
                  <a:solidFill>
                    <a:schemeClr val="bg1"/>
                  </a:solidFill>
                </a:rPr>
                <a:t>Process</a:t>
              </a:r>
              <a:endParaRPr lang="en-IN"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89D9543-1FE3-5E2F-41FF-FCA8471A8233}"/>
              </a:ext>
            </a:extLst>
          </p:cNvPr>
          <p:cNvGrpSpPr/>
          <p:nvPr/>
        </p:nvGrpSpPr>
        <p:grpSpPr>
          <a:xfrm>
            <a:off x="2785393" y="748166"/>
            <a:ext cx="1404390" cy="695864"/>
            <a:chOff x="3153312" y="1523015"/>
            <a:chExt cx="1687175" cy="88158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F77ACBB-E3DE-C48C-6FD4-95D760A27CF1}"/>
                </a:ext>
              </a:extLst>
            </p:cNvPr>
            <p:cNvSpPr/>
            <p:nvPr/>
          </p:nvSpPr>
          <p:spPr>
            <a:xfrm>
              <a:off x="3153312" y="1523015"/>
              <a:ext cx="1687175" cy="881586"/>
            </a:xfrm>
            <a:prstGeom prst="rect">
              <a:avLst/>
            </a:prstGeom>
            <a:gradFill flip="none" rotWithShape="1">
              <a:gsLst>
                <a:gs pos="0">
                  <a:srgbClr val="FED0F4">
                    <a:shade val="30000"/>
                    <a:satMod val="115000"/>
                    <a:alpha val="0"/>
                  </a:srgbClr>
                </a:gs>
                <a:gs pos="100000">
                  <a:srgbClr val="FED0F4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238E234-374F-66E2-C0E2-0E820D997BC7}"/>
                </a:ext>
              </a:extLst>
            </p:cNvPr>
            <p:cNvSpPr txBox="1"/>
            <p:nvPr/>
          </p:nvSpPr>
          <p:spPr>
            <a:xfrm>
              <a:off x="3294003" y="1987227"/>
              <a:ext cx="144409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Real-Time Data Ingestion</a:t>
              </a:r>
              <a:endParaRPr lang="en-IN" sz="800"/>
            </a:p>
          </p:txBody>
        </p:sp>
        <p:pic>
          <p:nvPicPr>
            <p:cNvPr id="88" name="Picture 26" descr="Real Time Analytics Icons - Free SVG &amp; PNG Real Time Analytics Images -  Noun Project">
              <a:extLst>
                <a:ext uri="{FF2B5EF4-FFF2-40B4-BE49-F238E27FC236}">
                  <a16:creationId xmlns:a16="http://schemas.microsoft.com/office/drawing/2014/main" id="{88DFB196-248F-DBB6-DB9A-281DCF60B3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7341" y="1579565"/>
              <a:ext cx="397416" cy="397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9A2C92F4-823C-7A4B-6655-1ED0DF26F870}"/>
              </a:ext>
            </a:extLst>
          </p:cNvPr>
          <p:cNvGrpSpPr/>
          <p:nvPr/>
        </p:nvGrpSpPr>
        <p:grpSpPr>
          <a:xfrm>
            <a:off x="6181345" y="744399"/>
            <a:ext cx="1404390" cy="725409"/>
            <a:chOff x="7235456" y="1523015"/>
            <a:chExt cx="1687175" cy="919016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FE9E2DD-D616-06D1-F316-C21B99BB96ED}"/>
                </a:ext>
              </a:extLst>
            </p:cNvPr>
            <p:cNvSpPr/>
            <p:nvPr/>
          </p:nvSpPr>
          <p:spPr>
            <a:xfrm>
              <a:off x="7235456" y="1523015"/>
              <a:ext cx="1687175" cy="881586"/>
            </a:xfrm>
            <a:prstGeom prst="rect">
              <a:avLst/>
            </a:prstGeom>
            <a:gradFill flip="none" rotWithShape="1">
              <a:gsLst>
                <a:gs pos="0">
                  <a:srgbClr val="FED0F4">
                    <a:shade val="30000"/>
                    <a:satMod val="115000"/>
                    <a:alpha val="0"/>
                  </a:srgbClr>
                </a:gs>
                <a:gs pos="100000">
                  <a:srgbClr val="FED0F4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0F9202A-7507-E1EF-B7AB-60237A9A3284}"/>
                </a:ext>
              </a:extLst>
            </p:cNvPr>
            <p:cNvSpPr txBox="1"/>
            <p:nvPr/>
          </p:nvSpPr>
          <p:spPr>
            <a:xfrm>
              <a:off x="7397918" y="2041921"/>
              <a:ext cx="144409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Real-Time Data Analytics</a:t>
              </a:r>
              <a:endParaRPr lang="en-IN" sz="800"/>
            </a:p>
          </p:txBody>
        </p:sp>
        <p:pic>
          <p:nvPicPr>
            <p:cNvPr id="1052" name="Picture 28" descr="Real Time Data Icons - Free SVG &amp; PNG Real Time Data Images - Noun Project">
              <a:extLst>
                <a:ext uri="{FF2B5EF4-FFF2-40B4-BE49-F238E27FC236}">
                  <a16:creationId xmlns:a16="http://schemas.microsoft.com/office/drawing/2014/main" id="{6FCB59A2-04DF-03E2-7A73-4C4098750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707" y="1640192"/>
              <a:ext cx="364671" cy="3646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F45DB341-EE77-78B9-A55D-5ED3DA487294}"/>
              </a:ext>
            </a:extLst>
          </p:cNvPr>
          <p:cNvSpPr txBox="1"/>
          <p:nvPr/>
        </p:nvSpPr>
        <p:spPr>
          <a:xfrm>
            <a:off x="2872972" y="3508312"/>
            <a:ext cx="1241363" cy="3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Ingestion Pipelines</a:t>
            </a:r>
          </a:p>
          <a:p>
            <a:pPr algn="ctr"/>
            <a:r>
              <a:rPr lang="en-IN" sz="800"/>
              <a:t>Scheduled / Event based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B6F92D55-7596-D931-89AD-02E2C3006264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489919" y="2379866"/>
            <a:ext cx="829191" cy="892626"/>
          </a:xfrm>
          <a:prstGeom prst="bentConnector3">
            <a:avLst>
              <a:gd name="adj1" fmla="val 3470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6F2DAD34-CF80-E2F3-7A29-3B4720ADE411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2489919" y="3272493"/>
            <a:ext cx="829192" cy="911788"/>
          </a:xfrm>
          <a:prstGeom prst="bentConnector3">
            <a:avLst>
              <a:gd name="adj1" fmla="val 3470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CEF7FF1-DF41-9FC5-D9E4-670FB18BF975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2489919" y="3272493"/>
            <a:ext cx="82919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Flowchart: Direct Access Storage 110">
            <a:extLst>
              <a:ext uri="{FF2B5EF4-FFF2-40B4-BE49-F238E27FC236}">
                <a16:creationId xmlns:a16="http://schemas.microsoft.com/office/drawing/2014/main" id="{017B5CCF-68B0-4CD6-8263-10FD189CA5B6}"/>
              </a:ext>
            </a:extLst>
          </p:cNvPr>
          <p:cNvSpPr/>
          <p:nvPr/>
        </p:nvSpPr>
        <p:spPr>
          <a:xfrm>
            <a:off x="3282567" y="3089053"/>
            <a:ext cx="469469" cy="366879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054" name="Picture 30" descr="Data lake - Free electronics icons">
            <a:extLst>
              <a:ext uri="{FF2B5EF4-FFF2-40B4-BE49-F238E27FC236}">
                <a16:creationId xmlns:a16="http://schemas.microsoft.com/office/drawing/2014/main" id="{E9CFD33C-8ED0-A29D-07A5-E2007BA73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750" y="3051385"/>
            <a:ext cx="464857" cy="44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68A7EE0B-3798-7DD8-C7AB-337CE1F799DB}"/>
              </a:ext>
            </a:extLst>
          </p:cNvPr>
          <p:cNvSpPr txBox="1"/>
          <p:nvPr/>
        </p:nvSpPr>
        <p:spPr>
          <a:xfrm>
            <a:off x="4585681" y="3528486"/>
            <a:ext cx="1241363" cy="3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Data Lake</a:t>
            </a:r>
          </a:p>
          <a:p>
            <a:pPr algn="ctr"/>
            <a:r>
              <a:rPr lang="en-IN" sz="800"/>
              <a:t>Polyglot Persistence</a:t>
            </a:r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8FC78185-BD89-C47B-1DA3-2670B88A9F6E}"/>
              </a:ext>
            </a:extLst>
          </p:cNvPr>
          <p:cNvSpPr/>
          <p:nvPr/>
        </p:nvSpPr>
        <p:spPr>
          <a:xfrm rot="10800000">
            <a:off x="2731939" y="2510088"/>
            <a:ext cx="86515" cy="1267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4" name="Isosceles Triangle 113">
            <a:extLst>
              <a:ext uri="{FF2B5EF4-FFF2-40B4-BE49-F238E27FC236}">
                <a16:creationId xmlns:a16="http://schemas.microsoft.com/office/drawing/2014/main" id="{95534280-7F00-A2F7-5BBF-F56F827F3382}"/>
              </a:ext>
            </a:extLst>
          </p:cNvPr>
          <p:cNvSpPr/>
          <p:nvPr/>
        </p:nvSpPr>
        <p:spPr>
          <a:xfrm>
            <a:off x="2733029" y="3422154"/>
            <a:ext cx="86515" cy="1267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2B29F428-92ED-0E6B-AADA-A82E03AEC652}"/>
              </a:ext>
            </a:extLst>
          </p:cNvPr>
          <p:cNvSpPr/>
          <p:nvPr/>
        </p:nvSpPr>
        <p:spPr>
          <a:xfrm rot="5400000">
            <a:off x="2569560" y="3206660"/>
            <a:ext cx="82040" cy="13370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D2C318EE-4ACB-E149-7A6D-6DA09B25F4C0}"/>
              </a:ext>
            </a:extLst>
          </p:cNvPr>
          <p:cNvCxnSpPr>
            <a:cxnSpLocks/>
            <a:stCxn id="83" idx="3"/>
            <a:endCxn id="1054" idx="1"/>
          </p:cNvCxnSpPr>
          <p:nvPr/>
        </p:nvCxnSpPr>
        <p:spPr>
          <a:xfrm>
            <a:off x="4189783" y="1096099"/>
            <a:ext cx="773967" cy="2175691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Isosceles Triangle 126">
            <a:extLst>
              <a:ext uri="{FF2B5EF4-FFF2-40B4-BE49-F238E27FC236}">
                <a16:creationId xmlns:a16="http://schemas.microsoft.com/office/drawing/2014/main" id="{A57BA4A9-E2F0-1E0F-3C97-83F8909244D3}"/>
              </a:ext>
            </a:extLst>
          </p:cNvPr>
          <p:cNvSpPr/>
          <p:nvPr/>
        </p:nvSpPr>
        <p:spPr>
          <a:xfrm rot="10800000">
            <a:off x="4527584" y="1603906"/>
            <a:ext cx="86515" cy="1267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2FAC70B8-38EE-7B4D-8071-BC8781986FC3}"/>
              </a:ext>
            </a:extLst>
          </p:cNvPr>
          <p:cNvSpPr/>
          <p:nvPr/>
        </p:nvSpPr>
        <p:spPr>
          <a:xfrm>
            <a:off x="4223869" y="2784853"/>
            <a:ext cx="87363" cy="1255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047" name="Connector: Elbow 1046">
            <a:extLst>
              <a:ext uri="{FF2B5EF4-FFF2-40B4-BE49-F238E27FC236}">
                <a16:creationId xmlns:a16="http://schemas.microsoft.com/office/drawing/2014/main" id="{7F408D70-3072-D1BD-7505-0B87B1FEAAD8}"/>
              </a:ext>
            </a:extLst>
          </p:cNvPr>
          <p:cNvCxnSpPr>
            <a:cxnSpLocks/>
            <a:stCxn id="83" idx="3"/>
            <a:endCxn id="89" idx="1"/>
          </p:cNvCxnSpPr>
          <p:nvPr/>
        </p:nvCxnSpPr>
        <p:spPr>
          <a:xfrm flipV="1">
            <a:off x="4189783" y="1092332"/>
            <a:ext cx="1991561" cy="3767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Isosceles Triangle 1057">
            <a:extLst>
              <a:ext uri="{FF2B5EF4-FFF2-40B4-BE49-F238E27FC236}">
                <a16:creationId xmlns:a16="http://schemas.microsoft.com/office/drawing/2014/main" id="{2DA06F50-0495-A162-FF4D-1B2330BF1F2F}"/>
              </a:ext>
            </a:extLst>
          </p:cNvPr>
          <p:cNvSpPr/>
          <p:nvPr/>
        </p:nvSpPr>
        <p:spPr>
          <a:xfrm rot="5400000">
            <a:off x="5689271" y="1024880"/>
            <a:ext cx="82040" cy="13370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A8977929-356D-DA37-6B25-FFA0278F704C}"/>
              </a:ext>
            </a:extLst>
          </p:cNvPr>
          <p:cNvSpPr txBox="1"/>
          <p:nvPr/>
        </p:nvSpPr>
        <p:spPr>
          <a:xfrm>
            <a:off x="5077893" y="632997"/>
            <a:ext cx="1202051" cy="43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Hot path</a:t>
            </a:r>
          </a:p>
          <a:p>
            <a:pPr algn="ctr"/>
            <a:r>
              <a:rPr lang="en-IN" sz="800"/>
              <a:t>Speed / Real-time processing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B0699629-4C9D-A600-49FC-59695EFDC4AD}"/>
              </a:ext>
            </a:extLst>
          </p:cNvPr>
          <p:cNvSpPr txBox="1"/>
          <p:nvPr/>
        </p:nvSpPr>
        <p:spPr>
          <a:xfrm>
            <a:off x="4422054" y="1502458"/>
            <a:ext cx="1202051" cy="3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Cold path</a:t>
            </a:r>
          </a:p>
          <a:p>
            <a:pPr algn="ctr"/>
            <a:r>
              <a:rPr lang="en-IN" sz="800"/>
              <a:t>Batch processing</a:t>
            </a:r>
          </a:p>
        </p:txBody>
      </p: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1AB8DDE5-ECDA-D98F-698F-86981BE5A8C5}"/>
              </a:ext>
            </a:extLst>
          </p:cNvPr>
          <p:cNvGrpSpPr/>
          <p:nvPr/>
        </p:nvGrpSpPr>
        <p:grpSpPr>
          <a:xfrm>
            <a:off x="4240932" y="770218"/>
            <a:ext cx="960696" cy="315819"/>
            <a:chOff x="4890602" y="1576655"/>
            <a:chExt cx="1154139" cy="400110"/>
          </a:xfrm>
        </p:grpSpPr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B481526E-44CC-7DB4-CFF7-C1540EAEC09D}"/>
                </a:ext>
              </a:extLst>
            </p:cNvPr>
            <p:cNvSpPr txBox="1"/>
            <p:nvPr/>
          </p:nvSpPr>
          <p:spPr>
            <a:xfrm>
              <a:off x="4890602" y="1576655"/>
              <a:ext cx="115413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Lambda Architecture</a:t>
              </a:r>
              <a:endParaRPr lang="en-IN" sz="800"/>
            </a:p>
          </p:txBody>
        </p:sp>
        <p:pic>
          <p:nvPicPr>
            <p:cNvPr id="1065" name="Picture 36" descr="Lambda - Free shapes and symbols icons">
              <a:extLst>
                <a:ext uri="{FF2B5EF4-FFF2-40B4-BE49-F238E27FC236}">
                  <a16:creationId xmlns:a16="http://schemas.microsoft.com/office/drawing/2014/main" id="{A56B892E-4631-DF42-BEBF-20A6E24FC5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6333" y="1692336"/>
              <a:ext cx="163286" cy="163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CC2E19C-A854-2918-766A-CF5DE29CC5DF}"/>
              </a:ext>
            </a:extLst>
          </p:cNvPr>
          <p:cNvGrpSpPr/>
          <p:nvPr/>
        </p:nvGrpSpPr>
        <p:grpSpPr>
          <a:xfrm>
            <a:off x="6267387" y="4000915"/>
            <a:ext cx="1241363" cy="659052"/>
            <a:chOff x="7330988" y="5385693"/>
            <a:chExt cx="1491321" cy="834949"/>
          </a:xfrm>
        </p:grpSpPr>
        <p:pic>
          <p:nvPicPr>
            <p:cNvPr id="1026" name="Picture 2" descr="Sql - Free technology icons">
              <a:extLst>
                <a:ext uri="{FF2B5EF4-FFF2-40B4-BE49-F238E27FC236}">
                  <a16:creationId xmlns:a16="http://schemas.microsoft.com/office/drawing/2014/main" id="{36894354-E254-6B8D-8F49-597B530EC6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5299" y="5385693"/>
              <a:ext cx="424543" cy="4245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AF462C2-8DD8-ED93-59D3-AB95AE3A0591}"/>
                </a:ext>
              </a:extLst>
            </p:cNvPr>
            <p:cNvSpPr txBox="1"/>
            <p:nvPr/>
          </p:nvSpPr>
          <p:spPr>
            <a:xfrm>
              <a:off x="7330988" y="5820532"/>
              <a:ext cx="149132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SQL Technologies </a:t>
              </a:r>
              <a:r>
                <a:rPr lang="en-IN" sz="800">
                  <a:solidFill>
                    <a:schemeClr val="tx1"/>
                  </a:solidFill>
                </a:rPr>
                <a:t>for </a:t>
              </a:r>
              <a:r>
                <a:rPr lang="en-IN" sz="800"/>
                <a:t>E</a:t>
              </a:r>
              <a:r>
                <a:rPr lang="en-IN" sz="800">
                  <a:solidFill>
                    <a:schemeClr val="tx1"/>
                  </a:solidFill>
                </a:rPr>
                <a:t>DW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2E447A-6CFD-C131-DC0B-9668CC6BCE79}"/>
              </a:ext>
            </a:extLst>
          </p:cNvPr>
          <p:cNvGrpSpPr/>
          <p:nvPr/>
        </p:nvGrpSpPr>
        <p:grpSpPr>
          <a:xfrm>
            <a:off x="6279700" y="3082974"/>
            <a:ext cx="1216738" cy="717795"/>
            <a:chOff x="7371458" y="4203931"/>
            <a:chExt cx="1461737" cy="909369"/>
          </a:xfrm>
        </p:grpSpPr>
        <p:pic>
          <p:nvPicPr>
            <p:cNvPr id="1028" name="Picture 4" descr="70,263 Spark Icons - Free in SVG, PNG, ICO - IconScout">
              <a:extLst>
                <a:ext uri="{FF2B5EF4-FFF2-40B4-BE49-F238E27FC236}">
                  <a16:creationId xmlns:a16="http://schemas.microsoft.com/office/drawing/2014/main" id="{60E92101-2F76-CA92-97C6-459CC0859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3620" y="4203931"/>
              <a:ext cx="667745" cy="6677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01EE0C-0213-236F-3A86-231B34EC1059}"/>
                </a:ext>
              </a:extLst>
            </p:cNvPr>
            <p:cNvSpPr txBox="1"/>
            <p:nvPr/>
          </p:nvSpPr>
          <p:spPr>
            <a:xfrm>
              <a:off x="7371458" y="4713190"/>
              <a:ext cx="146173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Spark Technologies </a:t>
              </a:r>
              <a:r>
                <a:rPr lang="en-IN" sz="800">
                  <a:solidFill>
                    <a:schemeClr val="tx1"/>
                  </a:solidFill>
                </a:rPr>
                <a:t>for big data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1E56A7-19DB-5DFD-38B1-D3A0ED1A9CC5}"/>
              </a:ext>
            </a:extLst>
          </p:cNvPr>
          <p:cNvGrpSpPr/>
          <p:nvPr/>
        </p:nvGrpSpPr>
        <p:grpSpPr>
          <a:xfrm>
            <a:off x="6279700" y="2245398"/>
            <a:ext cx="1216738" cy="637431"/>
            <a:chOff x="7351516" y="3161640"/>
            <a:chExt cx="1461737" cy="807557"/>
          </a:xfrm>
        </p:grpSpPr>
        <p:pic>
          <p:nvPicPr>
            <p:cNvPr id="25" name="Picture 6" descr="Time Analysis Icons - Free SVG &amp; PNG Time Analysis Images - Noun Project">
              <a:extLst>
                <a:ext uri="{FF2B5EF4-FFF2-40B4-BE49-F238E27FC236}">
                  <a16:creationId xmlns:a16="http://schemas.microsoft.com/office/drawing/2014/main" id="{ED927F53-7597-9927-A4B7-FAD266AAC2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3133" y="3161640"/>
              <a:ext cx="447029" cy="44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1DE2E8-B16D-9967-2868-5D05539B6E94}"/>
                </a:ext>
              </a:extLst>
            </p:cNvPr>
            <p:cNvSpPr txBox="1"/>
            <p:nvPr/>
          </p:nvSpPr>
          <p:spPr>
            <a:xfrm>
              <a:off x="7351516" y="3569087"/>
              <a:ext cx="146173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Telemetry Analytics </a:t>
              </a:r>
              <a:r>
                <a:rPr lang="en-IN" sz="800">
                  <a:solidFill>
                    <a:schemeClr val="tx1"/>
                  </a:solidFill>
                </a:rPr>
                <a:t>for logs &amp; time data</a:t>
              </a:r>
            </a:p>
          </p:txBody>
        </p:sp>
      </p:grp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5E03825-5E87-32F6-FFFB-B0D6653DFD48}"/>
              </a:ext>
            </a:extLst>
          </p:cNvPr>
          <p:cNvCxnSpPr>
            <a:cxnSpLocks/>
            <a:stCxn id="89" idx="1"/>
            <a:endCxn id="25" idx="1"/>
          </p:cNvCxnSpPr>
          <p:nvPr/>
        </p:nvCxnSpPr>
        <p:spPr>
          <a:xfrm rot="10800000" flipH="1" flipV="1">
            <a:off x="6181345" y="1092332"/>
            <a:ext cx="515897" cy="1329494"/>
          </a:xfrm>
          <a:prstGeom prst="bentConnector3">
            <a:avLst>
              <a:gd name="adj1" fmla="val -4150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7DC4B449-935C-3FC3-E389-87C7175F9DC2}"/>
              </a:ext>
            </a:extLst>
          </p:cNvPr>
          <p:cNvSpPr/>
          <p:nvPr/>
        </p:nvSpPr>
        <p:spPr>
          <a:xfrm rot="10800000">
            <a:off x="5922433" y="1681408"/>
            <a:ext cx="86515" cy="1267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B36E41-E21A-BCD9-1D9E-CEA85FB58E18}"/>
              </a:ext>
            </a:extLst>
          </p:cNvPr>
          <p:cNvCxnSpPr/>
          <p:nvPr/>
        </p:nvCxnSpPr>
        <p:spPr>
          <a:xfrm>
            <a:off x="6900693" y="1502458"/>
            <a:ext cx="0" cy="68741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" name="TextBox 1068">
            <a:extLst>
              <a:ext uri="{FF2B5EF4-FFF2-40B4-BE49-F238E27FC236}">
                <a16:creationId xmlns:a16="http://schemas.microsoft.com/office/drawing/2014/main" id="{D4952851-4CB3-C8A2-30E6-32E1C87BE788}"/>
              </a:ext>
            </a:extLst>
          </p:cNvPr>
          <p:cNvSpPr txBox="1"/>
          <p:nvPr/>
        </p:nvSpPr>
        <p:spPr>
          <a:xfrm>
            <a:off x="2953356" y="4276668"/>
            <a:ext cx="1459963" cy="324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Cloud-based enterprise data </a:t>
            </a:r>
            <a:r>
              <a:rPr lang="en-US" sz="800" b="1"/>
              <a:t>Analytics Service (MPP)</a:t>
            </a:r>
            <a:endParaRPr lang="en-IN" sz="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E68D60-F00F-80FD-8256-E5DFFC49CE8D}"/>
              </a:ext>
            </a:extLst>
          </p:cNvPr>
          <p:cNvSpPr/>
          <p:nvPr/>
        </p:nvSpPr>
        <p:spPr>
          <a:xfrm>
            <a:off x="7826177" y="743525"/>
            <a:ext cx="1096404" cy="1685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7A432-15B2-3ED6-F19C-760CF46C9D6A}"/>
              </a:ext>
            </a:extLst>
          </p:cNvPr>
          <p:cNvSpPr txBox="1"/>
          <p:nvPr/>
        </p:nvSpPr>
        <p:spPr>
          <a:xfrm>
            <a:off x="7824186" y="738470"/>
            <a:ext cx="1096404" cy="23833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>
                <a:solidFill>
                  <a:schemeClr val="bg1"/>
                </a:solidFill>
              </a:rPr>
              <a:t>Next Gen</a:t>
            </a:r>
            <a:endParaRPr lang="en-IN" sz="1050">
              <a:solidFill>
                <a:schemeClr val="bg1"/>
              </a:solidFill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C408801-D59B-55DF-E20C-EA42A4C8259E}"/>
              </a:ext>
            </a:extLst>
          </p:cNvPr>
          <p:cNvCxnSpPr>
            <a:cxnSpLocks/>
            <a:stCxn id="111" idx="4"/>
            <a:endCxn id="1056" idx="1"/>
          </p:cNvCxnSpPr>
          <p:nvPr/>
        </p:nvCxnSpPr>
        <p:spPr>
          <a:xfrm flipV="1">
            <a:off x="3752037" y="2386414"/>
            <a:ext cx="1210713" cy="886079"/>
          </a:xfrm>
          <a:prstGeom prst="bentConnector3">
            <a:avLst>
              <a:gd name="adj1" fmla="val 4242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97C75-2802-6537-D1A3-AC6BA3035C82}"/>
              </a:ext>
            </a:extLst>
          </p:cNvPr>
          <p:cNvCxnSpPr>
            <a:cxnSpLocks/>
            <a:endCxn id="1056" idx="2"/>
          </p:cNvCxnSpPr>
          <p:nvPr/>
        </p:nvCxnSpPr>
        <p:spPr>
          <a:xfrm flipV="1">
            <a:off x="5195750" y="2607361"/>
            <a:ext cx="0" cy="4293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8D7BD810-B6F9-F094-253C-0220FB6AAAA6}"/>
              </a:ext>
            </a:extLst>
          </p:cNvPr>
          <p:cNvGrpSpPr/>
          <p:nvPr/>
        </p:nvGrpSpPr>
        <p:grpSpPr>
          <a:xfrm>
            <a:off x="4564035" y="2165465"/>
            <a:ext cx="1241363" cy="610188"/>
            <a:chOff x="5267907" y="5021689"/>
            <a:chExt cx="1491321" cy="773043"/>
          </a:xfrm>
        </p:grpSpPr>
        <p:pic>
          <p:nvPicPr>
            <p:cNvPr id="1056" name="Picture 32" descr="Data Model Icons - Free SVG &amp; PNG Data Model Images - Noun ...">
              <a:extLst>
                <a:ext uri="{FF2B5EF4-FFF2-40B4-BE49-F238E27FC236}">
                  <a16:creationId xmlns:a16="http://schemas.microsoft.com/office/drawing/2014/main" id="{F42D1850-7410-9439-2AEE-8D73B07637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6905" y="5021689"/>
              <a:ext cx="559834" cy="559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32BAB47E-80FD-C077-5A69-B8D647B022CB}"/>
                </a:ext>
              </a:extLst>
            </p:cNvPr>
            <p:cNvSpPr txBox="1"/>
            <p:nvPr/>
          </p:nvSpPr>
          <p:spPr>
            <a:xfrm>
              <a:off x="5267907" y="5538538"/>
              <a:ext cx="1491321" cy="2561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Common Data Model</a:t>
              </a:r>
            </a:p>
          </p:txBody>
        </p:sp>
      </p:grp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F1ECBCA-E427-8C65-83E3-80338A894A86}"/>
              </a:ext>
            </a:extLst>
          </p:cNvPr>
          <p:cNvSpPr/>
          <p:nvPr/>
        </p:nvSpPr>
        <p:spPr>
          <a:xfrm rot="10800000">
            <a:off x="5158370" y="2792124"/>
            <a:ext cx="86515" cy="1267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8A7BA0-500A-5217-8F1F-94B9CABE9FB5}"/>
              </a:ext>
            </a:extLst>
          </p:cNvPr>
          <p:cNvGrpSpPr/>
          <p:nvPr/>
        </p:nvGrpSpPr>
        <p:grpSpPr>
          <a:xfrm>
            <a:off x="7757389" y="1071738"/>
            <a:ext cx="1202051" cy="563756"/>
            <a:chOff x="7824574" y="402241"/>
            <a:chExt cx="1283255" cy="640891"/>
          </a:xfrm>
        </p:grpSpPr>
        <p:pic>
          <p:nvPicPr>
            <p:cNvPr id="2060" name="Picture 12" descr="Machine learning Meticulous Gradient icon">
              <a:extLst>
                <a:ext uri="{FF2B5EF4-FFF2-40B4-BE49-F238E27FC236}">
                  <a16:creationId xmlns:a16="http://schemas.microsoft.com/office/drawing/2014/main" id="{4882A96C-A928-64A4-07B1-E1DCA087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5715" y="402241"/>
              <a:ext cx="420974" cy="420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FC8DCB-CFA9-EA7D-025F-DFDE12E9AE7F}"/>
                </a:ext>
              </a:extLst>
            </p:cNvPr>
            <p:cNvSpPr txBox="1"/>
            <p:nvPr/>
          </p:nvSpPr>
          <p:spPr>
            <a:xfrm>
              <a:off x="7824574" y="812300"/>
              <a:ext cx="128325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Cognitive Capabilities</a:t>
              </a:r>
              <a:endParaRPr lang="en-IN" sz="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B2CEF3-4894-21F8-2F0A-28AFFE465A56}"/>
              </a:ext>
            </a:extLst>
          </p:cNvPr>
          <p:cNvGrpSpPr/>
          <p:nvPr/>
        </p:nvGrpSpPr>
        <p:grpSpPr>
          <a:xfrm>
            <a:off x="7765181" y="1744173"/>
            <a:ext cx="1202051" cy="637946"/>
            <a:chOff x="7834360" y="1353395"/>
            <a:chExt cx="1283255" cy="725232"/>
          </a:xfrm>
        </p:grpSpPr>
        <p:pic>
          <p:nvPicPr>
            <p:cNvPr id="2062" name="Picture 14" descr="Artificial Intelligence AI icon PNG and SVG Vector Free Download">
              <a:extLst>
                <a:ext uri="{FF2B5EF4-FFF2-40B4-BE49-F238E27FC236}">
                  <a16:creationId xmlns:a16="http://schemas.microsoft.com/office/drawing/2014/main" id="{6F073C4D-4829-71AD-EDFC-B070514026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1801" y="1353395"/>
              <a:ext cx="478634" cy="478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2DF082-1DEC-A7B5-223B-70A1D68FC71E}"/>
                </a:ext>
              </a:extLst>
            </p:cNvPr>
            <p:cNvSpPr txBox="1"/>
            <p:nvPr/>
          </p:nvSpPr>
          <p:spPr>
            <a:xfrm>
              <a:off x="7834360" y="1847795"/>
              <a:ext cx="128325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>
                  <a:solidFill>
                    <a:schemeClr val="tx1"/>
                  </a:solidFill>
                </a:rPr>
                <a:t>AI/ML Capabilities</a:t>
              </a:r>
              <a:endParaRPr lang="en-IN" sz="800"/>
            </a:p>
          </p:txBody>
        </p:sp>
      </p:grp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A9E7A9F-2EE9-2F64-4209-AD4D609B982E}"/>
              </a:ext>
            </a:extLst>
          </p:cNvPr>
          <p:cNvCxnSpPr>
            <a:cxnSpLocks/>
          </p:cNvCxnSpPr>
          <p:nvPr/>
        </p:nvCxnSpPr>
        <p:spPr>
          <a:xfrm>
            <a:off x="7279169" y="1473033"/>
            <a:ext cx="545017" cy="170588"/>
          </a:xfrm>
          <a:prstGeom prst="bentConnector3">
            <a:avLst>
              <a:gd name="adj1" fmla="val 1356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0216577-DA24-16B8-60D7-21CF891CF2C2}"/>
              </a:ext>
            </a:extLst>
          </p:cNvPr>
          <p:cNvCxnSpPr>
            <a:cxnSpLocks/>
          </p:cNvCxnSpPr>
          <p:nvPr/>
        </p:nvCxnSpPr>
        <p:spPr>
          <a:xfrm flipV="1">
            <a:off x="7302925" y="1716369"/>
            <a:ext cx="521260" cy="181453"/>
          </a:xfrm>
          <a:prstGeom prst="bentConnector3">
            <a:avLst>
              <a:gd name="adj1" fmla="val -861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6F7676E-941C-54E3-7358-69133B8DAD89}"/>
              </a:ext>
            </a:extLst>
          </p:cNvPr>
          <p:cNvSpPr/>
          <p:nvPr/>
        </p:nvSpPr>
        <p:spPr>
          <a:xfrm>
            <a:off x="9215150" y="1385440"/>
            <a:ext cx="1096404" cy="3577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39306C-F36D-CD88-602A-B482A092E7F5}"/>
              </a:ext>
            </a:extLst>
          </p:cNvPr>
          <p:cNvSpPr txBox="1"/>
          <p:nvPr/>
        </p:nvSpPr>
        <p:spPr>
          <a:xfrm>
            <a:off x="9215150" y="4758187"/>
            <a:ext cx="1096404" cy="23833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>
                <a:solidFill>
                  <a:schemeClr val="bg1"/>
                </a:solidFill>
              </a:rPr>
              <a:t>Reporting</a:t>
            </a:r>
            <a:endParaRPr lang="en-IN" sz="1050">
              <a:solidFill>
                <a:schemeClr val="bg1"/>
              </a:solidFill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818EECA-128A-2ADD-B9E9-DD14A0F8824E}"/>
              </a:ext>
            </a:extLst>
          </p:cNvPr>
          <p:cNvGrpSpPr/>
          <p:nvPr/>
        </p:nvGrpSpPr>
        <p:grpSpPr>
          <a:xfrm>
            <a:off x="9162326" y="1524894"/>
            <a:ext cx="1202051" cy="661578"/>
            <a:chOff x="9322346" y="1981199"/>
            <a:chExt cx="1283255" cy="752097"/>
          </a:xfrm>
        </p:grpSpPr>
        <p:pic>
          <p:nvPicPr>
            <p:cNvPr id="2064" name="Picture 16" descr="Business Intelligence Dashboard Icons - Free SVG &amp; PNG Business Intelligence  Dashboard Images - Noun Project">
              <a:extLst>
                <a:ext uri="{FF2B5EF4-FFF2-40B4-BE49-F238E27FC236}">
                  <a16:creationId xmlns:a16="http://schemas.microsoft.com/office/drawing/2014/main" id="{D8E0038D-3783-939E-61ED-4858259E5F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8484" y="1981199"/>
              <a:ext cx="510978" cy="510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74B2C89-6645-A4B4-E5AD-DC7B6454FA5D}"/>
                </a:ext>
              </a:extLst>
            </p:cNvPr>
            <p:cNvSpPr txBox="1"/>
            <p:nvPr/>
          </p:nvSpPr>
          <p:spPr>
            <a:xfrm>
              <a:off x="9322346" y="2502464"/>
              <a:ext cx="128325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/>
                <a:t>BI Tool</a:t>
              </a:r>
              <a:endParaRPr lang="en-IN" sz="800"/>
            </a:p>
          </p:txBody>
        </p:sp>
      </p:grp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64C9E859-07DF-0798-06FB-F9C1F9BD13EF}"/>
              </a:ext>
            </a:extLst>
          </p:cNvPr>
          <p:cNvCxnSpPr>
            <a:cxnSpLocks/>
            <a:stCxn id="89" idx="0"/>
            <a:endCxn id="2064" idx="1"/>
          </p:cNvCxnSpPr>
          <p:nvPr/>
        </p:nvCxnSpPr>
        <p:spPr>
          <a:xfrm rot="16200000" flipH="1">
            <a:off x="7701168" y="-73228"/>
            <a:ext cx="1005234" cy="2640489"/>
          </a:xfrm>
          <a:prstGeom prst="bentConnector4">
            <a:avLst>
              <a:gd name="adj1" fmla="val -20004"/>
              <a:gd name="adj2" fmla="val 8144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>
            <a:extLst>
              <a:ext uri="{FF2B5EF4-FFF2-40B4-BE49-F238E27FC236}">
                <a16:creationId xmlns:a16="http://schemas.microsoft.com/office/drawing/2014/main" id="{CEB27014-DA57-5D7F-151D-C605FBA16BB0}"/>
              </a:ext>
            </a:extLst>
          </p:cNvPr>
          <p:cNvSpPr/>
          <p:nvPr/>
        </p:nvSpPr>
        <p:spPr>
          <a:xfrm rot="5400000">
            <a:off x="8317393" y="471331"/>
            <a:ext cx="82040" cy="13370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E894F2C-CC3E-671A-EFE3-DA3BF9F905FD}"/>
              </a:ext>
            </a:extLst>
          </p:cNvPr>
          <p:cNvSpPr txBox="1"/>
          <p:nvPr/>
        </p:nvSpPr>
        <p:spPr>
          <a:xfrm>
            <a:off x="7840204" y="325435"/>
            <a:ext cx="1202051" cy="20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Real Time Dashboard</a:t>
            </a:r>
          </a:p>
        </p:txBody>
      </p:sp>
      <p:sp>
        <p:nvSpPr>
          <p:cNvPr id="118" name="Isosceles Triangle 117">
            <a:extLst>
              <a:ext uri="{FF2B5EF4-FFF2-40B4-BE49-F238E27FC236}">
                <a16:creationId xmlns:a16="http://schemas.microsoft.com/office/drawing/2014/main" id="{240CE2BD-211B-F653-3499-9EC2EC45AE39}"/>
              </a:ext>
            </a:extLst>
          </p:cNvPr>
          <p:cNvSpPr/>
          <p:nvPr/>
        </p:nvSpPr>
        <p:spPr>
          <a:xfrm rot="5400000">
            <a:off x="8335841" y="2518888"/>
            <a:ext cx="82040" cy="13370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FCE4B96-2698-959F-7F74-7AC2537605CF}"/>
              </a:ext>
            </a:extLst>
          </p:cNvPr>
          <p:cNvSpPr txBox="1"/>
          <p:nvPr/>
        </p:nvSpPr>
        <p:spPr>
          <a:xfrm>
            <a:off x="7778811" y="2613868"/>
            <a:ext cx="1202051" cy="324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Semantic Models &amp; Self-Serve BI</a:t>
            </a:r>
            <a:endParaRPr lang="en-IN" sz="800"/>
          </a:p>
        </p:txBody>
      </p:sp>
      <p:pic>
        <p:nvPicPr>
          <p:cNvPr id="120" name="Picture 22" descr="Data Catalog | Microsoft Azure Color">
            <a:extLst>
              <a:ext uri="{FF2B5EF4-FFF2-40B4-BE49-F238E27FC236}">
                <a16:creationId xmlns:a16="http://schemas.microsoft.com/office/drawing/2014/main" id="{04C7086B-F037-9813-130C-04424A2BA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4709" y="2363786"/>
            <a:ext cx="417285" cy="39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A47E5384-597E-2B5D-6F3E-16A1A3602BB5}"/>
              </a:ext>
            </a:extLst>
          </p:cNvPr>
          <p:cNvSpPr txBox="1"/>
          <p:nvPr/>
        </p:nvSpPr>
        <p:spPr>
          <a:xfrm>
            <a:off x="9162326" y="2774853"/>
            <a:ext cx="1202051" cy="324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/>
              <a:t>Data Catalog</a:t>
            </a:r>
          </a:p>
          <a:p>
            <a:pPr algn="ctr"/>
            <a:r>
              <a:rPr lang="en-IN" sz="800"/>
              <a:t>Cognitive Search</a:t>
            </a:r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A9420C47-46C9-DA9F-E794-78A2D0135677}"/>
              </a:ext>
            </a:extLst>
          </p:cNvPr>
          <p:cNvGrpSpPr/>
          <p:nvPr/>
        </p:nvGrpSpPr>
        <p:grpSpPr>
          <a:xfrm>
            <a:off x="9162326" y="4020854"/>
            <a:ext cx="1202051" cy="528821"/>
            <a:chOff x="9318466" y="4017502"/>
            <a:chExt cx="1283255" cy="601176"/>
          </a:xfrm>
        </p:grpSpPr>
        <p:pic>
          <p:nvPicPr>
            <p:cNvPr id="121" name="Picture 24" descr="Data Lineage Icons - Free SVG &amp; PNG Data Lineage Images - Noun Project">
              <a:extLst>
                <a:ext uri="{FF2B5EF4-FFF2-40B4-BE49-F238E27FC236}">
                  <a16:creationId xmlns:a16="http://schemas.microsoft.com/office/drawing/2014/main" id="{98792797-C770-D463-912D-D593F80015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3735" y="4017502"/>
              <a:ext cx="392720" cy="403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EC5AC92-49C5-DC43-AFBC-35E7CD888095}"/>
                </a:ext>
              </a:extLst>
            </p:cNvPr>
            <p:cNvSpPr txBox="1"/>
            <p:nvPr/>
          </p:nvSpPr>
          <p:spPr>
            <a:xfrm>
              <a:off x="9318466" y="4387846"/>
              <a:ext cx="128325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/>
                <a:t>Data Lineage</a:t>
              </a:r>
              <a:endParaRPr lang="en-IN" sz="800"/>
            </a:p>
          </p:txBody>
        </p: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84C8C393-46AD-5256-9485-C938B1099F83}"/>
              </a:ext>
            </a:extLst>
          </p:cNvPr>
          <p:cNvGrpSpPr/>
          <p:nvPr/>
        </p:nvGrpSpPr>
        <p:grpSpPr>
          <a:xfrm>
            <a:off x="9162326" y="3318930"/>
            <a:ext cx="1202051" cy="649312"/>
            <a:chOff x="9265955" y="2893195"/>
            <a:chExt cx="1283255" cy="738153"/>
          </a:xfrm>
        </p:grpSpPr>
        <p:pic>
          <p:nvPicPr>
            <p:cNvPr id="2068" name="Picture 20" descr="Application, connection, database, software, system icon - Download on  Iconfinder">
              <a:extLst>
                <a:ext uri="{FF2B5EF4-FFF2-40B4-BE49-F238E27FC236}">
                  <a16:creationId xmlns:a16="http://schemas.microsoft.com/office/drawing/2014/main" id="{09762ECB-33DB-72ED-4679-1A5845655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5102" y="2893195"/>
              <a:ext cx="462319" cy="462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A14E8A3A-A819-87AC-3D85-81E0314DF48B}"/>
                </a:ext>
              </a:extLst>
            </p:cNvPr>
            <p:cNvSpPr txBox="1"/>
            <p:nvPr/>
          </p:nvSpPr>
          <p:spPr>
            <a:xfrm>
              <a:off x="9265955" y="3400516"/>
              <a:ext cx="128325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/>
                <a:t>Data Applications</a:t>
              </a:r>
              <a:endParaRPr lang="en-IN" sz="800"/>
            </a:p>
          </p:txBody>
        </p:sp>
      </p:grp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69982015-922F-5308-E4E9-4D0A08CB50D3}"/>
              </a:ext>
            </a:extLst>
          </p:cNvPr>
          <p:cNvCxnSpPr>
            <a:cxnSpLocks/>
          </p:cNvCxnSpPr>
          <p:nvPr/>
        </p:nvCxnSpPr>
        <p:spPr>
          <a:xfrm>
            <a:off x="7448174" y="3580104"/>
            <a:ext cx="208581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Isosceles Triangle 1036">
            <a:extLst>
              <a:ext uri="{FF2B5EF4-FFF2-40B4-BE49-F238E27FC236}">
                <a16:creationId xmlns:a16="http://schemas.microsoft.com/office/drawing/2014/main" id="{0A4D1B55-1440-8F5B-A206-F14D63410693}"/>
              </a:ext>
            </a:extLst>
          </p:cNvPr>
          <p:cNvSpPr/>
          <p:nvPr/>
        </p:nvSpPr>
        <p:spPr>
          <a:xfrm rot="5400000">
            <a:off x="8335841" y="3513252"/>
            <a:ext cx="82040" cy="13370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E2A9ABA0-A48F-6F2E-F650-506FFF04D8EC}"/>
              </a:ext>
            </a:extLst>
          </p:cNvPr>
          <p:cNvSpPr txBox="1"/>
          <p:nvPr/>
        </p:nvSpPr>
        <p:spPr>
          <a:xfrm>
            <a:off x="7778811" y="3621125"/>
            <a:ext cx="1202051" cy="324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Data Driven Applications</a:t>
            </a:r>
            <a:endParaRPr lang="en-IN" sz="800"/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AC867CFD-234E-AF10-7FF7-621865293456}"/>
              </a:ext>
            </a:extLst>
          </p:cNvPr>
          <p:cNvCxnSpPr>
            <a:cxnSpLocks/>
          </p:cNvCxnSpPr>
          <p:nvPr/>
        </p:nvCxnSpPr>
        <p:spPr>
          <a:xfrm>
            <a:off x="7439969" y="4219699"/>
            <a:ext cx="2183576" cy="51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598D8EB5-CD2D-B105-27F8-1F1759A9F804}"/>
              </a:ext>
            </a:extLst>
          </p:cNvPr>
          <p:cNvSpPr txBox="1"/>
          <p:nvPr/>
        </p:nvSpPr>
        <p:spPr>
          <a:xfrm>
            <a:off x="7778811" y="4253633"/>
            <a:ext cx="1202051" cy="20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Data Flow pattern</a:t>
            </a:r>
            <a:endParaRPr lang="en-IN" sz="800"/>
          </a:p>
        </p:txBody>
      </p: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12B7042D-5248-14FD-F031-32502219A11F}"/>
              </a:ext>
            </a:extLst>
          </p:cNvPr>
          <p:cNvCxnSpPr>
            <a:cxnSpLocks/>
            <a:endCxn id="120" idx="1"/>
          </p:cNvCxnSpPr>
          <p:nvPr/>
        </p:nvCxnSpPr>
        <p:spPr>
          <a:xfrm flipV="1">
            <a:off x="7462783" y="2560913"/>
            <a:ext cx="2091926" cy="540193"/>
          </a:xfrm>
          <a:prstGeom prst="bentConnector3">
            <a:avLst>
              <a:gd name="adj1" fmla="val 7875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5" name="Isosceles Triangle 1054">
            <a:extLst>
              <a:ext uri="{FF2B5EF4-FFF2-40B4-BE49-F238E27FC236}">
                <a16:creationId xmlns:a16="http://schemas.microsoft.com/office/drawing/2014/main" id="{E107551F-0465-8E24-9741-24D64630D257}"/>
              </a:ext>
            </a:extLst>
          </p:cNvPr>
          <p:cNvSpPr/>
          <p:nvPr/>
        </p:nvSpPr>
        <p:spPr>
          <a:xfrm rot="5400000">
            <a:off x="8335841" y="3035256"/>
            <a:ext cx="82040" cy="13370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7" name="Isosceles Triangle 1056">
            <a:extLst>
              <a:ext uri="{FF2B5EF4-FFF2-40B4-BE49-F238E27FC236}">
                <a16:creationId xmlns:a16="http://schemas.microsoft.com/office/drawing/2014/main" id="{79989C68-E7BC-0309-30CE-D279E91548DE}"/>
              </a:ext>
            </a:extLst>
          </p:cNvPr>
          <p:cNvSpPr/>
          <p:nvPr/>
        </p:nvSpPr>
        <p:spPr>
          <a:xfrm rot="5400000">
            <a:off x="8335841" y="4152213"/>
            <a:ext cx="82040" cy="13370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FF40FB50-C72B-87F3-77E3-88C299106BEB}"/>
              </a:ext>
            </a:extLst>
          </p:cNvPr>
          <p:cNvSpPr txBox="1"/>
          <p:nvPr/>
        </p:nvSpPr>
        <p:spPr>
          <a:xfrm>
            <a:off x="7778811" y="3132185"/>
            <a:ext cx="1202051" cy="20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>
                <a:solidFill>
                  <a:schemeClr val="tx1"/>
                </a:solidFill>
              </a:rPr>
              <a:t>Data Glossary</a:t>
            </a:r>
            <a:endParaRPr lang="en-IN" sz="80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FE69EA81-9DA8-BFDD-2433-294DAE089347}"/>
              </a:ext>
            </a:extLst>
          </p:cNvPr>
          <p:cNvSpPr/>
          <p:nvPr/>
        </p:nvSpPr>
        <p:spPr>
          <a:xfrm>
            <a:off x="2939389" y="1919726"/>
            <a:ext cx="4492354" cy="2689950"/>
          </a:xfrm>
          <a:prstGeom prst="rect">
            <a:avLst/>
          </a:prstGeom>
          <a:solidFill>
            <a:schemeClr val="accent1">
              <a:lumMod val="20000"/>
              <a:lumOff val="80000"/>
              <a:alpha val="22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67" name="Rectangle 2166">
            <a:extLst>
              <a:ext uri="{FF2B5EF4-FFF2-40B4-BE49-F238E27FC236}">
                <a16:creationId xmlns:a16="http://schemas.microsoft.com/office/drawing/2014/main" id="{0F9C20B8-0D27-095A-84F4-F3666BB700D0}"/>
              </a:ext>
            </a:extLst>
          </p:cNvPr>
          <p:cNvSpPr/>
          <p:nvPr/>
        </p:nvSpPr>
        <p:spPr>
          <a:xfrm rot="5400000">
            <a:off x="5172750" y="330257"/>
            <a:ext cx="432576" cy="9845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68" name="TextBox 2167">
            <a:extLst>
              <a:ext uri="{FF2B5EF4-FFF2-40B4-BE49-F238E27FC236}">
                <a16:creationId xmlns:a16="http://schemas.microsoft.com/office/drawing/2014/main" id="{83F8F2A6-9B53-7DC8-D123-B6B3074F4D16}"/>
              </a:ext>
            </a:extLst>
          </p:cNvPr>
          <p:cNvSpPr txBox="1"/>
          <p:nvPr/>
        </p:nvSpPr>
        <p:spPr>
          <a:xfrm>
            <a:off x="458124" y="5147226"/>
            <a:ext cx="9845031" cy="23833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>
                <a:solidFill>
                  <a:schemeClr val="bg1"/>
                </a:solidFill>
              </a:rPr>
              <a:t>Data  Governance &amp; Quality</a:t>
            </a:r>
            <a:endParaRPr lang="en-IN" sz="1050">
              <a:solidFill>
                <a:schemeClr val="bg1"/>
              </a:solidFill>
            </a:endParaRPr>
          </a:p>
        </p:txBody>
      </p:sp>
      <p:sp>
        <p:nvSpPr>
          <p:cNvPr id="2169" name="Rectangle 2168">
            <a:extLst>
              <a:ext uri="{FF2B5EF4-FFF2-40B4-BE49-F238E27FC236}">
                <a16:creationId xmlns:a16="http://schemas.microsoft.com/office/drawing/2014/main" id="{2D3C2813-9B09-70CD-6144-357B157D1055}"/>
              </a:ext>
            </a:extLst>
          </p:cNvPr>
          <p:cNvSpPr/>
          <p:nvPr/>
        </p:nvSpPr>
        <p:spPr>
          <a:xfrm rot="5400000">
            <a:off x="5028124" y="964693"/>
            <a:ext cx="705029" cy="9845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2170" name="Group 2169">
            <a:extLst>
              <a:ext uri="{FF2B5EF4-FFF2-40B4-BE49-F238E27FC236}">
                <a16:creationId xmlns:a16="http://schemas.microsoft.com/office/drawing/2014/main" id="{B2ACD111-7F88-D475-0B42-F573F6AD8A1A}"/>
              </a:ext>
            </a:extLst>
          </p:cNvPr>
          <p:cNvGrpSpPr/>
          <p:nvPr/>
        </p:nvGrpSpPr>
        <p:grpSpPr>
          <a:xfrm>
            <a:off x="2564781" y="5498948"/>
            <a:ext cx="1007359" cy="735893"/>
            <a:chOff x="5910265" y="5168327"/>
            <a:chExt cx="1075411" cy="836580"/>
          </a:xfrm>
        </p:grpSpPr>
        <p:grpSp>
          <p:nvGrpSpPr>
            <p:cNvPr id="2171" name="Group 2170">
              <a:extLst>
                <a:ext uri="{FF2B5EF4-FFF2-40B4-BE49-F238E27FC236}">
                  <a16:creationId xmlns:a16="http://schemas.microsoft.com/office/drawing/2014/main" id="{9E735FDA-8872-F40D-71E0-43901D186AB8}"/>
                </a:ext>
              </a:extLst>
            </p:cNvPr>
            <p:cNvGrpSpPr/>
            <p:nvPr/>
          </p:nvGrpSpPr>
          <p:grpSpPr>
            <a:xfrm>
              <a:off x="5910265" y="5168327"/>
              <a:ext cx="1075411" cy="836580"/>
              <a:chOff x="2294583" y="5170713"/>
              <a:chExt cx="1075411" cy="836580"/>
            </a:xfrm>
          </p:grpSpPr>
          <p:grpSp>
            <p:nvGrpSpPr>
              <p:cNvPr id="2173" name="Group 2172">
                <a:extLst>
                  <a:ext uri="{FF2B5EF4-FFF2-40B4-BE49-F238E27FC236}">
                    <a16:creationId xmlns:a16="http://schemas.microsoft.com/office/drawing/2014/main" id="{442091DE-9B03-4DB5-2165-4BC8879ECE16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2175" name="Diamond 2">
                  <a:extLst>
                    <a:ext uri="{FF2B5EF4-FFF2-40B4-BE49-F238E27FC236}">
                      <a16:creationId xmlns:a16="http://schemas.microsoft.com/office/drawing/2014/main" id="{28B85005-0C60-1F24-87D1-B65987747967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6" name="Parallelogram 3">
                  <a:extLst>
                    <a:ext uri="{FF2B5EF4-FFF2-40B4-BE49-F238E27FC236}">
                      <a16:creationId xmlns:a16="http://schemas.microsoft.com/office/drawing/2014/main" id="{C8320C91-49C6-B54E-FE35-4E3140DBE0F7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7" name="Parallelogram 2176">
                  <a:extLst>
                    <a:ext uri="{FF2B5EF4-FFF2-40B4-BE49-F238E27FC236}">
                      <a16:creationId xmlns:a16="http://schemas.microsoft.com/office/drawing/2014/main" id="{47735C6B-60FE-DC6F-D938-438F3848DEE6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8" name="Arrow: Pentagon 2177">
                  <a:extLst>
                    <a:ext uri="{FF2B5EF4-FFF2-40B4-BE49-F238E27FC236}">
                      <a16:creationId xmlns:a16="http://schemas.microsoft.com/office/drawing/2014/main" id="{18FBD5F5-0281-587D-4F77-624B3A62F44E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74" name="TextBox 2173">
                <a:extLst>
                  <a:ext uri="{FF2B5EF4-FFF2-40B4-BE49-F238E27FC236}">
                    <a16:creationId xmlns:a16="http://schemas.microsoft.com/office/drawing/2014/main" id="{E7A9CD4F-A456-6145-9DD5-89CD6C0198BF}"/>
                  </a:ext>
                </a:extLst>
              </p:cNvPr>
              <p:cNvSpPr txBox="1"/>
              <p:nvPr/>
            </p:nvSpPr>
            <p:spPr>
              <a:xfrm>
                <a:off x="2526043" y="5859507"/>
                <a:ext cx="565924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/>
                  <a:t>Security</a:t>
                </a:r>
              </a:p>
            </p:txBody>
          </p:sp>
        </p:grpSp>
        <p:pic>
          <p:nvPicPr>
            <p:cNvPr id="2172" name="Picture 42" descr="Security Shield Lock Comments - 100% Secure Checkout Icon Clipart - Large  Size Png Image - PikPng">
              <a:extLst>
                <a:ext uri="{FF2B5EF4-FFF2-40B4-BE49-F238E27FC236}">
                  <a16:creationId xmlns:a16="http://schemas.microsoft.com/office/drawing/2014/main" id="{6EDDD4C2-D757-32E8-5CD8-BD5F6768BD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4096" y="5294650"/>
              <a:ext cx="248645" cy="278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79" name="Group 2178">
            <a:extLst>
              <a:ext uri="{FF2B5EF4-FFF2-40B4-BE49-F238E27FC236}">
                <a16:creationId xmlns:a16="http://schemas.microsoft.com/office/drawing/2014/main" id="{99930F89-3263-53C3-3F2E-721FA2CCE43C}"/>
              </a:ext>
            </a:extLst>
          </p:cNvPr>
          <p:cNvGrpSpPr/>
          <p:nvPr/>
        </p:nvGrpSpPr>
        <p:grpSpPr>
          <a:xfrm>
            <a:off x="3590025" y="5501422"/>
            <a:ext cx="1056533" cy="733418"/>
            <a:chOff x="2767221" y="5168327"/>
            <a:chExt cx="1127907" cy="833767"/>
          </a:xfrm>
        </p:grpSpPr>
        <p:grpSp>
          <p:nvGrpSpPr>
            <p:cNvPr id="2180" name="Group 2179">
              <a:extLst>
                <a:ext uri="{FF2B5EF4-FFF2-40B4-BE49-F238E27FC236}">
                  <a16:creationId xmlns:a16="http://schemas.microsoft.com/office/drawing/2014/main" id="{1BC7E88D-32ED-028C-165C-6479919A5F10}"/>
                </a:ext>
              </a:extLst>
            </p:cNvPr>
            <p:cNvGrpSpPr/>
            <p:nvPr/>
          </p:nvGrpSpPr>
          <p:grpSpPr>
            <a:xfrm>
              <a:off x="2767221" y="5168327"/>
              <a:ext cx="1127907" cy="833767"/>
              <a:chOff x="2242087" y="5170713"/>
              <a:chExt cx="1127907" cy="833767"/>
            </a:xfrm>
          </p:grpSpPr>
          <p:grpSp>
            <p:nvGrpSpPr>
              <p:cNvPr id="2182" name="Group 2181">
                <a:extLst>
                  <a:ext uri="{FF2B5EF4-FFF2-40B4-BE49-F238E27FC236}">
                    <a16:creationId xmlns:a16="http://schemas.microsoft.com/office/drawing/2014/main" id="{668B12C7-5D84-D74A-8C54-71916BD272DC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2184" name="Diamond 2">
                  <a:extLst>
                    <a:ext uri="{FF2B5EF4-FFF2-40B4-BE49-F238E27FC236}">
                      <a16:creationId xmlns:a16="http://schemas.microsoft.com/office/drawing/2014/main" id="{2FF566CD-6A0C-53D3-2FCA-1D7C9CB9BEBE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5" name="Parallelogram 3">
                  <a:extLst>
                    <a:ext uri="{FF2B5EF4-FFF2-40B4-BE49-F238E27FC236}">
                      <a16:creationId xmlns:a16="http://schemas.microsoft.com/office/drawing/2014/main" id="{03E23387-F41F-9B51-59FE-5BFFF036FAD5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6" name="Parallelogram 2185">
                  <a:extLst>
                    <a:ext uri="{FF2B5EF4-FFF2-40B4-BE49-F238E27FC236}">
                      <a16:creationId xmlns:a16="http://schemas.microsoft.com/office/drawing/2014/main" id="{DEC2C277-8F3C-ADCD-AC22-834CA0847EBD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7" name="Arrow: Pentagon 2186">
                  <a:extLst>
                    <a:ext uri="{FF2B5EF4-FFF2-40B4-BE49-F238E27FC236}">
                      <a16:creationId xmlns:a16="http://schemas.microsoft.com/office/drawing/2014/main" id="{07BF88A8-B35A-BCA4-7FBF-27CB13427F28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83" name="TextBox 2182">
                <a:extLst>
                  <a:ext uri="{FF2B5EF4-FFF2-40B4-BE49-F238E27FC236}">
                    <a16:creationId xmlns:a16="http://schemas.microsoft.com/office/drawing/2014/main" id="{2FDDA65E-B312-21C2-4B2F-A61A07225AC4}"/>
                  </a:ext>
                </a:extLst>
              </p:cNvPr>
              <p:cNvSpPr txBox="1"/>
              <p:nvPr/>
            </p:nvSpPr>
            <p:spPr>
              <a:xfrm>
                <a:off x="2242087" y="5856694"/>
                <a:ext cx="1127787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/>
                  <a:t>RPA</a:t>
                </a:r>
              </a:p>
            </p:txBody>
          </p:sp>
        </p:grpSp>
        <p:pic>
          <p:nvPicPr>
            <p:cNvPr id="2181" name="Picture 36" descr="Rpa - Free industry icons">
              <a:extLst>
                <a:ext uri="{FF2B5EF4-FFF2-40B4-BE49-F238E27FC236}">
                  <a16:creationId xmlns:a16="http://schemas.microsoft.com/office/drawing/2014/main" id="{21AE8D0E-996C-CFE7-324C-A0A5D471B8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BEBA8EAE-BF5A-486C-A8C5-ECC9F3942E4B}">
                  <a14:imgProps xmlns:a14="http://schemas.microsoft.com/office/drawing/2010/main">
                    <a14:imgLayer r:embed="rId31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8325" y="5292800"/>
              <a:ext cx="260080" cy="26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88" name="Group 2187">
            <a:extLst>
              <a:ext uri="{FF2B5EF4-FFF2-40B4-BE49-F238E27FC236}">
                <a16:creationId xmlns:a16="http://schemas.microsoft.com/office/drawing/2014/main" id="{6D72F84A-20F9-6213-139E-758F04A5180A}"/>
              </a:ext>
            </a:extLst>
          </p:cNvPr>
          <p:cNvGrpSpPr/>
          <p:nvPr/>
        </p:nvGrpSpPr>
        <p:grpSpPr>
          <a:xfrm>
            <a:off x="4742509" y="5512285"/>
            <a:ext cx="1007359" cy="722555"/>
            <a:chOff x="9000813" y="5168327"/>
            <a:chExt cx="1075411" cy="821418"/>
          </a:xfrm>
        </p:grpSpPr>
        <p:grpSp>
          <p:nvGrpSpPr>
            <p:cNvPr id="2189" name="Group 2188">
              <a:extLst>
                <a:ext uri="{FF2B5EF4-FFF2-40B4-BE49-F238E27FC236}">
                  <a16:creationId xmlns:a16="http://schemas.microsoft.com/office/drawing/2014/main" id="{7EF88FE3-CD8E-A83B-5DB2-12C6086468C4}"/>
                </a:ext>
              </a:extLst>
            </p:cNvPr>
            <p:cNvGrpSpPr/>
            <p:nvPr/>
          </p:nvGrpSpPr>
          <p:grpSpPr>
            <a:xfrm>
              <a:off x="9000813" y="5168327"/>
              <a:ext cx="1075411" cy="821418"/>
              <a:chOff x="2294583" y="5170713"/>
              <a:chExt cx="1075411" cy="821418"/>
            </a:xfrm>
          </p:grpSpPr>
          <p:grpSp>
            <p:nvGrpSpPr>
              <p:cNvPr id="2191" name="Group 2190">
                <a:extLst>
                  <a:ext uri="{FF2B5EF4-FFF2-40B4-BE49-F238E27FC236}">
                    <a16:creationId xmlns:a16="http://schemas.microsoft.com/office/drawing/2014/main" id="{EF946FA9-0702-1B0E-6182-7EBB030F1974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2193" name="Diamond 2">
                  <a:extLst>
                    <a:ext uri="{FF2B5EF4-FFF2-40B4-BE49-F238E27FC236}">
                      <a16:creationId xmlns:a16="http://schemas.microsoft.com/office/drawing/2014/main" id="{009C456E-85DE-9FE8-A9EA-8234F9064392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4" name="Parallelogram 3">
                  <a:extLst>
                    <a:ext uri="{FF2B5EF4-FFF2-40B4-BE49-F238E27FC236}">
                      <a16:creationId xmlns:a16="http://schemas.microsoft.com/office/drawing/2014/main" id="{BE2B3082-ABE0-983C-4000-B5832C30F7F1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5" name="Parallelogram 2194">
                  <a:extLst>
                    <a:ext uri="{FF2B5EF4-FFF2-40B4-BE49-F238E27FC236}">
                      <a16:creationId xmlns:a16="http://schemas.microsoft.com/office/drawing/2014/main" id="{72DE1509-63AD-6857-ED0F-01141BE597C1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6" name="Arrow: Pentagon 2195">
                  <a:extLst>
                    <a:ext uri="{FF2B5EF4-FFF2-40B4-BE49-F238E27FC236}">
                      <a16:creationId xmlns:a16="http://schemas.microsoft.com/office/drawing/2014/main" id="{7E7BF595-C9C6-D37D-48D6-3DA14FD55E4C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92" name="TextBox 2191">
                <a:extLst>
                  <a:ext uri="{FF2B5EF4-FFF2-40B4-BE49-F238E27FC236}">
                    <a16:creationId xmlns:a16="http://schemas.microsoft.com/office/drawing/2014/main" id="{F79E2163-8AB6-916A-9F77-E98C4DCE7C9A}"/>
                  </a:ext>
                </a:extLst>
              </p:cNvPr>
              <p:cNvSpPr txBox="1"/>
              <p:nvPr/>
            </p:nvSpPr>
            <p:spPr>
              <a:xfrm>
                <a:off x="2369677" y="5844345"/>
                <a:ext cx="936628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/>
                  <a:t>DevOps &amp; GitHub</a:t>
                </a:r>
              </a:p>
            </p:txBody>
          </p:sp>
        </p:grpSp>
        <p:pic>
          <p:nvPicPr>
            <p:cNvPr id="2190" name="Picture 48" descr="What is CI/CD?">
              <a:extLst>
                <a:ext uri="{FF2B5EF4-FFF2-40B4-BE49-F238E27FC236}">
                  <a16:creationId xmlns:a16="http://schemas.microsoft.com/office/drawing/2014/main" id="{2215DAC5-892F-3A7A-9670-79F8C8DA2E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032" y="5297783"/>
              <a:ext cx="461182" cy="220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97" name="Group 2196">
            <a:extLst>
              <a:ext uri="{FF2B5EF4-FFF2-40B4-BE49-F238E27FC236}">
                <a16:creationId xmlns:a16="http://schemas.microsoft.com/office/drawing/2014/main" id="{35FC96E8-E0D0-3A2D-521E-AC1DA456B96A}"/>
              </a:ext>
            </a:extLst>
          </p:cNvPr>
          <p:cNvGrpSpPr/>
          <p:nvPr/>
        </p:nvGrpSpPr>
        <p:grpSpPr>
          <a:xfrm>
            <a:off x="5830318" y="5512285"/>
            <a:ext cx="1007359" cy="722555"/>
            <a:chOff x="7455539" y="5168327"/>
            <a:chExt cx="1075411" cy="821418"/>
          </a:xfrm>
        </p:grpSpPr>
        <p:grpSp>
          <p:nvGrpSpPr>
            <p:cNvPr id="2198" name="Group 2197">
              <a:extLst>
                <a:ext uri="{FF2B5EF4-FFF2-40B4-BE49-F238E27FC236}">
                  <a16:creationId xmlns:a16="http://schemas.microsoft.com/office/drawing/2014/main" id="{6258B286-DC7A-FEC3-0A9F-42D160382705}"/>
                </a:ext>
              </a:extLst>
            </p:cNvPr>
            <p:cNvGrpSpPr/>
            <p:nvPr/>
          </p:nvGrpSpPr>
          <p:grpSpPr>
            <a:xfrm>
              <a:off x="7455539" y="5168327"/>
              <a:ext cx="1075411" cy="821418"/>
              <a:chOff x="2294583" y="5170713"/>
              <a:chExt cx="1075411" cy="821418"/>
            </a:xfrm>
          </p:grpSpPr>
          <p:grpSp>
            <p:nvGrpSpPr>
              <p:cNvPr id="2200" name="Group 2199">
                <a:extLst>
                  <a:ext uri="{FF2B5EF4-FFF2-40B4-BE49-F238E27FC236}">
                    <a16:creationId xmlns:a16="http://schemas.microsoft.com/office/drawing/2014/main" id="{B2CAAE00-512D-CFEA-D581-F14AEB2CE54B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2202" name="Diamond 2">
                  <a:extLst>
                    <a:ext uri="{FF2B5EF4-FFF2-40B4-BE49-F238E27FC236}">
                      <a16:creationId xmlns:a16="http://schemas.microsoft.com/office/drawing/2014/main" id="{728FA294-F838-8F4F-A41F-8A09460790D6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3" name="Parallelogram 3">
                  <a:extLst>
                    <a:ext uri="{FF2B5EF4-FFF2-40B4-BE49-F238E27FC236}">
                      <a16:creationId xmlns:a16="http://schemas.microsoft.com/office/drawing/2014/main" id="{E6E6D119-FF63-481E-F05A-DCCBE013449E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4" name="Parallelogram 2203">
                  <a:extLst>
                    <a:ext uri="{FF2B5EF4-FFF2-40B4-BE49-F238E27FC236}">
                      <a16:creationId xmlns:a16="http://schemas.microsoft.com/office/drawing/2014/main" id="{E8DA9982-7DED-3FA4-E553-1D2F4753556A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5" name="Arrow: Pentagon 2204">
                  <a:extLst>
                    <a:ext uri="{FF2B5EF4-FFF2-40B4-BE49-F238E27FC236}">
                      <a16:creationId xmlns:a16="http://schemas.microsoft.com/office/drawing/2014/main" id="{A7892707-72FD-F193-3C27-038284470D4B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201" name="TextBox 2200">
                <a:extLst>
                  <a:ext uri="{FF2B5EF4-FFF2-40B4-BE49-F238E27FC236}">
                    <a16:creationId xmlns:a16="http://schemas.microsoft.com/office/drawing/2014/main" id="{D4C20853-F392-CDC0-D3FD-B7A557621FDA}"/>
                  </a:ext>
                </a:extLst>
              </p:cNvPr>
              <p:cNvSpPr txBox="1"/>
              <p:nvPr/>
            </p:nvSpPr>
            <p:spPr>
              <a:xfrm>
                <a:off x="2450859" y="5844345"/>
                <a:ext cx="759917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/>
                  <a:t>Orchestration</a:t>
                </a:r>
              </a:p>
            </p:txBody>
          </p:sp>
        </p:grpSp>
        <p:pic>
          <p:nvPicPr>
            <p:cNvPr id="2199" name="Picture 46" descr="Setting - Free electronics icons">
              <a:extLst>
                <a:ext uri="{FF2B5EF4-FFF2-40B4-BE49-F238E27FC236}">
                  <a16:creationId xmlns:a16="http://schemas.microsoft.com/office/drawing/2014/main" id="{D15E979F-3908-C0BE-250C-557967A30E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1163" y="5254919"/>
              <a:ext cx="297961" cy="297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20" name="Group 2219">
            <a:extLst>
              <a:ext uri="{FF2B5EF4-FFF2-40B4-BE49-F238E27FC236}">
                <a16:creationId xmlns:a16="http://schemas.microsoft.com/office/drawing/2014/main" id="{67420AAA-FAC9-932D-264F-0F98BF6CA79B}"/>
              </a:ext>
            </a:extLst>
          </p:cNvPr>
          <p:cNvGrpSpPr/>
          <p:nvPr/>
        </p:nvGrpSpPr>
        <p:grpSpPr>
          <a:xfrm>
            <a:off x="6909557" y="5505412"/>
            <a:ext cx="1010691" cy="729431"/>
            <a:chOff x="5224429" y="5893730"/>
            <a:chExt cx="1075411" cy="829228"/>
          </a:xfrm>
        </p:grpSpPr>
        <p:grpSp>
          <p:nvGrpSpPr>
            <p:cNvPr id="2221" name="Group 2220">
              <a:extLst>
                <a:ext uri="{FF2B5EF4-FFF2-40B4-BE49-F238E27FC236}">
                  <a16:creationId xmlns:a16="http://schemas.microsoft.com/office/drawing/2014/main" id="{04E49BBE-E1D0-85E5-3189-6F038087DFDF}"/>
                </a:ext>
              </a:extLst>
            </p:cNvPr>
            <p:cNvGrpSpPr/>
            <p:nvPr/>
          </p:nvGrpSpPr>
          <p:grpSpPr>
            <a:xfrm>
              <a:off x="5224429" y="5893730"/>
              <a:ext cx="1075411" cy="829228"/>
              <a:chOff x="2294583" y="5170713"/>
              <a:chExt cx="1075411" cy="829228"/>
            </a:xfrm>
          </p:grpSpPr>
          <p:grpSp>
            <p:nvGrpSpPr>
              <p:cNvPr id="2223" name="Group 2222">
                <a:extLst>
                  <a:ext uri="{FF2B5EF4-FFF2-40B4-BE49-F238E27FC236}">
                    <a16:creationId xmlns:a16="http://schemas.microsoft.com/office/drawing/2014/main" id="{3589D0E2-270E-9D66-C4ED-2905EC66B561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2225" name="Diamond 2">
                  <a:extLst>
                    <a:ext uri="{FF2B5EF4-FFF2-40B4-BE49-F238E27FC236}">
                      <a16:creationId xmlns:a16="http://schemas.microsoft.com/office/drawing/2014/main" id="{4D298386-B8D8-675F-30CC-E4D169F806F0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6" name="Parallelogram 3">
                  <a:extLst>
                    <a:ext uri="{FF2B5EF4-FFF2-40B4-BE49-F238E27FC236}">
                      <a16:creationId xmlns:a16="http://schemas.microsoft.com/office/drawing/2014/main" id="{A6502C32-67EA-7A5E-74EA-46F09C5F24D3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7" name="Parallelogram 2226">
                  <a:extLst>
                    <a:ext uri="{FF2B5EF4-FFF2-40B4-BE49-F238E27FC236}">
                      <a16:creationId xmlns:a16="http://schemas.microsoft.com/office/drawing/2014/main" id="{BD19229A-BA02-184A-4765-69495598BA37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8" name="Arrow: Pentagon 2227">
                  <a:extLst>
                    <a:ext uri="{FF2B5EF4-FFF2-40B4-BE49-F238E27FC236}">
                      <a16:creationId xmlns:a16="http://schemas.microsoft.com/office/drawing/2014/main" id="{9E2B4BBA-10AF-147D-7DFE-4D3BEC10DC6F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224" name="TextBox 2223">
                <a:extLst>
                  <a:ext uri="{FF2B5EF4-FFF2-40B4-BE49-F238E27FC236}">
                    <a16:creationId xmlns:a16="http://schemas.microsoft.com/office/drawing/2014/main" id="{9E84FFD3-30E0-E1F1-66E2-6BB72195FF53}"/>
                  </a:ext>
                </a:extLst>
              </p:cNvPr>
              <p:cNvSpPr txBox="1"/>
              <p:nvPr/>
            </p:nvSpPr>
            <p:spPr>
              <a:xfrm>
                <a:off x="2517203" y="5852156"/>
                <a:ext cx="565924" cy="1477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/>
                  <a:t>Flexibility</a:t>
                </a:r>
              </a:p>
            </p:txBody>
          </p:sp>
        </p:grpSp>
        <p:pic>
          <p:nvPicPr>
            <p:cNvPr id="2222" name="Picture 56" descr="Flexibility Icons - Free SVG &amp; PNG Flexibility Images - Noun Project">
              <a:extLst>
                <a:ext uri="{FF2B5EF4-FFF2-40B4-BE49-F238E27FC236}">
                  <a16:creationId xmlns:a16="http://schemas.microsoft.com/office/drawing/2014/main" id="{71693ECC-C750-1CCC-DC64-E7FC5AF4F9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3629" y="6017026"/>
              <a:ext cx="274961" cy="274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29" name="Group 2228">
            <a:extLst>
              <a:ext uri="{FF2B5EF4-FFF2-40B4-BE49-F238E27FC236}">
                <a16:creationId xmlns:a16="http://schemas.microsoft.com/office/drawing/2014/main" id="{0556C57D-1F1B-8F23-C514-ACD39765EBD9}"/>
              </a:ext>
            </a:extLst>
          </p:cNvPr>
          <p:cNvGrpSpPr/>
          <p:nvPr/>
        </p:nvGrpSpPr>
        <p:grpSpPr>
          <a:xfrm>
            <a:off x="8031564" y="5517829"/>
            <a:ext cx="1010691" cy="717014"/>
            <a:chOff x="6799840" y="5893730"/>
            <a:chExt cx="1075411" cy="815112"/>
          </a:xfrm>
        </p:grpSpPr>
        <p:grpSp>
          <p:nvGrpSpPr>
            <p:cNvPr id="2230" name="Group 2229">
              <a:extLst>
                <a:ext uri="{FF2B5EF4-FFF2-40B4-BE49-F238E27FC236}">
                  <a16:creationId xmlns:a16="http://schemas.microsoft.com/office/drawing/2014/main" id="{5352C8A0-7000-C188-DE3D-D5024FCC7C7C}"/>
                </a:ext>
              </a:extLst>
            </p:cNvPr>
            <p:cNvGrpSpPr/>
            <p:nvPr/>
          </p:nvGrpSpPr>
          <p:grpSpPr>
            <a:xfrm>
              <a:off x="6799840" y="5893730"/>
              <a:ext cx="1075411" cy="815112"/>
              <a:chOff x="2294583" y="5170713"/>
              <a:chExt cx="1075411" cy="815112"/>
            </a:xfrm>
          </p:grpSpPr>
          <p:grpSp>
            <p:nvGrpSpPr>
              <p:cNvPr id="2232" name="Group 2231">
                <a:extLst>
                  <a:ext uri="{FF2B5EF4-FFF2-40B4-BE49-F238E27FC236}">
                    <a16:creationId xmlns:a16="http://schemas.microsoft.com/office/drawing/2014/main" id="{375FA3C1-570F-CA47-F3CA-95E1B1B96540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2234" name="Diamond 2">
                  <a:extLst>
                    <a:ext uri="{FF2B5EF4-FFF2-40B4-BE49-F238E27FC236}">
                      <a16:creationId xmlns:a16="http://schemas.microsoft.com/office/drawing/2014/main" id="{7E2CFF2F-7A2A-12A2-162D-8C9732055A95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5" name="Parallelogram 3">
                  <a:extLst>
                    <a:ext uri="{FF2B5EF4-FFF2-40B4-BE49-F238E27FC236}">
                      <a16:creationId xmlns:a16="http://schemas.microsoft.com/office/drawing/2014/main" id="{1287DBC9-89D1-B2B0-B2C0-90359BC10343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6" name="Parallelogram 2235">
                  <a:extLst>
                    <a:ext uri="{FF2B5EF4-FFF2-40B4-BE49-F238E27FC236}">
                      <a16:creationId xmlns:a16="http://schemas.microsoft.com/office/drawing/2014/main" id="{E3B5409E-50FF-449E-CB4A-60408154000F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7" name="Arrow: Pentagon 2236">
                  <a:extLst>
                    <a:ext uri="{FF2B5EF4-FFF2-40B4-BE49-F238E27FC236}">
                      <a16:creationId xmlns:a16="http://schemas.microsoft.com/office/drawing/2014/main" id="{3E36E87E-B3DB-A025-D4D7-AB8A312CD77D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233" name="TextBox 2232">
                <a:extLst>
                  <a:ext uri="{FF2B5EF4-FFF2-40B4-BE49-F238E27FC236}">
                    <a16:creationId xmlns:a16="http://schemas.microsoft.com/office/drawing/2014/main" id="{234B1562-D3F3-F697-85DB-03146E9E04F2}"/>
                  </a:ext>
                </a:extLst>
              </p:cNvPr>
              <p:cNvSpPr txBox="1"/>
              <p:nvPr/>
            </p:nvSpPr>
            <p:spPr>
              <a:xfrm>
                <a:off x="2410211" y="5838040"/>
                <a:ext cx="814893" cy="1477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/>
                  <a:t>Auto Upgrades</a:t>
                </a:r>
              </a:p>
            </p:txBody>
          </p:sp>
        </p:grpSp>
        <p:pic>
          <p:nvPicPr>
            <p:cNvPr id="2231" name="Picture 62" descr="Upgrade icons for free download | Freepik">
              <a:extLst>
                <a:ext uri="{FF2B5EF4-FFF2-40B4-BE49-F238E27FC236}">
                  <a16:creationId xmlns:a16="http://schemas.microsoft.com/office/drawing/2014/main" id="{41C56C08-82AB-69A4-1D14-5E312CC3F1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7229" y="6008311"/>
              <a:ext cx="273142" cy="273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38" name="TextBox 2237">
            <a:extLst>
              <a:ext uri="{FF2B5EF4-FFF2-40B4-BE49-F238E27FC236}">
                <a16:creationId xmlns:a16="http://schemas.microsoft.com/office/drawing/2014/main" id="{1D0B7118-687D-E469-D040-3909FC17E917}"/>
              </a:ext>
            </a:extLst>
          </p:cNvPr>
          <p:cNvSpPr txBox="1"/>
          <p:nvPr/>
        </p:nvSpPr>
        <p:spPr>
          <a:xfrm>
            <a:off x="465070" y="5697695"/>
            <a:ext cx="1242092" cy="389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>
                <a:solidFill>
                  <a:schemeClr val="bg1"/>
                </a:solidFill>
              </a:rPr>
              <a:t>Foundation Enablers</a:t>
            </a:r>
            <a:endParaRPr lang="en-IN" sz="105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B71F6E-DE61-BADE-CD85-4B85F9D67913}"/>
              </a:ext>
            </a:extLst>
          </p:cNvPr>
          <p:cNvSpPr/>
          <p:nvPr/>
        </p:nvSpPr>
        <p:spPr>
          <a:xfrm>
            <a:off x="374207" y="87087"/>
            <a:ext cx="10022828" cy="6244848"/>
          </a:xfrm>
          <a:prstGeom prst="roundRect">
            <a:avLst>
              <a:gd name="adj" fmla="val 1763"/>
            </a:avLst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AA56B9-3902-A548-BDE7-15EAF67C69A0}"/>
              </a:ext>
            </a:extLst>
          </p:cNvPr>
          <p:cNvSpPr txBox="1"/>
          <p:nvPr/>
        </p:nvSpPr>
        <p:spPr>
          <a:xfrm>
            <a:off x="4485262" y="-42575"/>
            <a:ext cx="17592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Next Gen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602A42-F721-A529-41A7-EB9E799179FC}"/>
              </a:ext>
            </a:extLst>
          </p:cNvPr>
          <p:cNvGrpSpPr/>
          <p:nvPr/>
        </p:nvGrpSpPr>
        <p:grpSpPr>
          <a:xfrm>
            <a:off x="10807013" y="2999406"/>
            <a:ext cx="1202051" cy="945093"/>
            <a:chOff x="10868988" y="2242953"/>
            <a:chExt cx="1202051" cy="945093"/>
          </a:xfrm>
        </p:grpSpPr>
        <p:pic>
          <p:nvPicPr>
            <p:cNvPr id="3080" name="Picture 8" descr="Mobile App Design - Web App Icon Png - (1660x1660) Png Clipart Download">
              <a:extLst>
                <a:ext uri="{FF2B5EF4-FFF2-40B4-BE49-F238E27FC236}">
                  <a16:creationId xmlns:a16="http://schemas.microsoft.com/office/drawing/2014/main" id="{CDC5C7CE-E6B9-606C-F768-895FDC34C5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68471" y="2242953"/>
              <a:ext cx="649321" cy="649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E5A243-4575-7123-62E0-82D2146BC78C}"/>
                </a:ext>
              </a:extLst>
            </p:cNvPr>
            <p:cNvSpPr txBox="1"/>
            <p:nvPr/>
          </p:nvSpPr>
          <p:spPr>
            <a:xfrm>
              <a:off x="10868988" y="2934130"/>
              <a:ext cx="12020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050" b="1"/>
                <a:t>Application</a:t>
              </a:r>
              <a:endParaRPr lang="en-IN" sz="1050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073F48-C0EF-6D3A-8D5F-86F80EDE97CA}"/>
              </a:ext>
            </a:extLst>
          </p:cNvPr>
          <p:cNvSpPr/>
          <p:nvPr/>
        </p:nvSpPr>
        <p:spPr>
          <a:xfrm>
            <a:off x="10807013" y="2882829"/>
            <a:ext cx="1210941" cy="1085413"/>
          </a:xfrm>
          <a:prstGeom prst="roundRect">
            <a:avLst>
              <a:gd name="adj" fmla="val 76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C09BC9-28E7-F7DD-33C8-B8D5AC941514}"/>
              </a:ext>
            </a:extLst>
          </p:cNvPr>
          <p:cNvCxnSpPr>
            <a:cxnSpLocks/>
            <a:stCxn id="7" idx="3"/>
            <a:endCxn id="22" idx="2"/>
          </p:cNvCxnSpPr>
          <p:nvPr/>
        </p:nvCxnSpPr>
        <p:spPr>
          <a:xfrm flipV="1">
            <a:off x="10281769" y="3968242"/>
            <a:ext cx="1130715" cy="262952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A04F533-D145-FFF1-7634-4C12A0AB1828}"/>
              </a:ext>
            </a:extLst>
          </p:cNvPr>
          <p:cNvCxnSpPr>
            <a:cxnSpLocks/>
          </p:cNvCxnSpPr>
          <p:nvPr/>
        </p:nvCxnSpPr>
        <p:spPr>
          <a:xfrm>
            <a:off x="10386483" y="3422154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718265E-33FA-E889-BD25-D3F1AED64F81}"/>
              </a:ext>
            </a:extLst>
          </p:cNvPr>
          <p:cNvCxnSpPr>
            <a:cxnSpLocks/>
          </p:cNvCxnSpPr>
          <p:nvPr/>
        </p:nvCxnSpPr>
        <p:spPr>
          <a:xfrm>
            <a:off x="2430147" y="1114583"/>
            <a:ext cx="40239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custData r:id="rId1"/>
    </p:custDataLst>
    <p:extLst>
      <p:ext uri="{BB962C8B-B14F-4D97-AF65-F5344CB8AC3E}">
        <p14:creationId xmlns:p14="http://schemas.microsoft.com/office/powerpoint/2010/main" val="161564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Ingestion</a:t>
            </a:r>
            <a:r>
              <a:rPr lang="en-US" sz="2800" b="1">
                <a:solidFill>
                  <a:srgbClr val="33669A"/>
                </a:solidFill>
              </a:rPr>
              <a:t> : Real Time Data Ingestion - Live Data / Streams 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A597B3-9604-EE7F-B54D-BF2EC57384A4}"/>
              </a:ext>
            </a:extLst>
          </p:cNvPr>
          <p:cNvGrpSpPr/>
          <p:nvPr/>
        </p:nvGrpSpPr>
        <p:grpSpPr>
          <a:xfrm>
            <a:off x="218748" y="3901750"/>
            <a:ext cx="2802383" cy="412972"/>
            <a:chOff x="207510" y="2169055"/>
            <a:chExt cx="2802383" cy="412972"/>
          </a:xfrm>
        </p:grpSpPr>
        <p:pic>
          <p:nvPicPr>
            <p:cNvPr id="5124" name="Picture 4" descr="Event Hubs | Microsoft Azure Color">
              <a:extLst>
                <a:ext uri="{FF2B5EF4-FFF2-40B4-BE49-F238E27FC236}">
                  <a16:creationId xmlns:a16="http://schemas.microsoft.com/office/drawing/2014/main" id="{59AF6804-C23D-7EAB-434C-6078D2E112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510" y="2169055"/>
              <a:ext cx="412972" cy="412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AA539C0-D6D6-7587-EB9C-61CDCEC33FF9}"/>
                </a:ext>
              </a:extLst>
            </p:cNvPr>
            <p:cNvSpPr txBox="1"/>
            <p:nvPr/>
          </p:nvSpPr>
          <p:spPr>
            <a:xfrm>
              <a:off x="680350" y="2206830"/>
              <a:ext cx="23295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Azure Event Hubs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98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Enables to automatically capture the streaming data in Event Hubs and continuous ingestion with low latency.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Establish bi-directional communication with billions of IoT devices.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6D9DF1-602A-C263-383F-B4BB61323B78}"/>
              </a:ext>
            </a:extLst>
          </p:cNvPr>
          <p:cNvGrpSpPr/>
          <p:nvPr/>
        </p:nvGrpSpPr>
        <p:grpSpPr>
          <a:xfrm>
            <a:off x="218963" y="4773091"/>
            <a:ext cx="2823595" cy="412972"/>
            <a:chOff x="186298" y="3742275"/>
            <a:chExt cx="2823595" cy="412972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345788-A5A5-CDB3-E046-4001B8D161F2}"/>
                </a:ext>
              </a:extLst>
            </p:cNvPr>
            <p:cNvSpPr txBox="1"/>
            <p:nvPr/>
          </p:nvSpPr>
          <p:spPr>
            <a:xfrm>
              <a:off x="680350" y="3779484"/>
              <a:ext cx="23295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Azure IoT Hubs</a:t>
              </a:r>
            </a:p>
          </p:txBody>
        </p:sp>
        <p:pic>
          <p:nvPicPr>
            <p:cNvPr id="5126" name="Picture 6" descr="Azure iot hub Logo PNG Vector (AI, PDF, SVG) Free Download">
              <a:extLst>
                <a:ext uri="{FF2B5EF4-FFF2-40B4-BE49-F238E27FC236}">
                  <a16:creationId xmlns:a16="http://schemas.microsoft.com/office/drawing/2014/main" id="{D6271AB2-E7E9-F977-2D61-A3AA072898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298" y="3742275"/>
              <a:ext cx="412972" cy="412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46" name="Picture 2" descr="AWS Kinesis&quot; Icon - Download for free – Iconduck">
            <a:extLst>
              <a:ext uri="{FF2B5EF4-FFF2-40B4-BE49-F238E27FC236}">
                <a16:creationId xmlns:a16="http://schemas.microsoft.com/office/drawing/2014/main" id="{F00588F1-B032-4EDC-5CC1-AA56763A0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690" y="3901750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Kinesis</a:t>
            </a:r>
          </a:p>
        </p:txBody>
      </p:sp>
      <p:pic>
        <p:nvPicPr>
          <p:cNvPr id="6150" name="Picture 6" descr="AWSIoT">
            <a:extLst>
              <a:ext uri="{FF2B5EF4-FFF2-40B4-BE49-F238E27FC236}">
                <a16:creationId xmlns:a16="http://schemas.microsoft.com/office/drawing/2014/main" id="{7963789F-0284-EF0A-25F9-1894CCB83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690" y="4815115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9D3F98-0D9A-EC76-0C76-AE2A0998D2AD}"/>
              </a:ext>
            </a:extLst>
          </p:cNvPr>
          <p:cNvSpPr txBox="1"/>
          <p:nvPr/>
        </p:nvSpPr>
        <p:spPr>
          <a:xfrm>
            <a:off x="4714412" y="4810300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IoT</a:t>
            </a:r>
          </a:p>
        </p:txBody>
      </p:sp>
      <p:pic>
        <p:nvPicPr>
          <p:cNvPr id="6154" name="Picture 10" descr="Google Cloud Pub Sub Logo PNG Vector (SVG) Free Download">
            <a:extLst>
              <a:ext uri="{FF2B5EF4-FFF2-40B4-BE49-F238E27FC236}">
                <a16:creationId xmlns:a16="http://schemas.microsoft.com/office/drawing/2014/main" id="{D93672C1-C2F3-B951-C5D1-FDC31E3FF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861" y="3901750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C35A6F0-C732-A730-FD95-64DFFC4B3977}"/>
              </a:ext>
            </a:extLst>
          </p:cNvPr>
          <p:cNvSpPr txBox="1"/>
          <p:nvPr/>
        </p:nvSpPr>
        <p:spPr>
          <a:xfrm>
            <a:off x="8675981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Cloud </a:t>
            </a:r>
            <a:r>
              <a:rPr lang="en-US" sz="1600" b="1" err="1"/>
              <a:t>PubSub</a:t>
            </a:r>
            <a:endParaRPr lang="en-US" sz="16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06131-B744-839C-FB82-C8932AF87BA9}"/>
              </a:ext>
            </a:extLst>
          </p:cNvPr>
          <p:cNvSpPr txBox="1"/>
          <p:nvPr/>
        </p:nvSpPr>
        <p:spPr>
          <a:xfrm>
            <a:off x="8675981" y="4773091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IoT</a:t>
            </a:r>
          </a:p>
        </p:txBody>
      </p:sp>
      <p:pic>
        <p:nvPicPr>
          <p:cNvPr id="6156" name="Picture 12" descr="Google Cloud IoT Core | Google Cloud Platform">
            <a:extLst>
              <a:ext uri="{FF2B5EF4-FFF2-40B4-BE49-F238E27FC236}">
                <a16:creationId xmlns:a16="http://schemas.microsoft.com/office/drawing/2014/main" id="{557F3870-B0B0-A33C-71D6-AC07947BA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50" y="4773091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08944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Ingestion</a:t>
            </a:r>
            <a:r>
              <a:rPr lang="en-US" sz="2800" b="1">
                <a:solidFill>
                  <a:srgbClr val="33669A"/>
                </a:solidFill>
              </a:rPr>
              <a:t> : Data Ingestion Pipelines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Azure Functions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98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Enables ingestion of data from unstructured, semi-structured &amp; structured data.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Allow Schedule of pipeline based on event / time schedule.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AWS Lambda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35A6F0-C732-A730-FD95-64DFFC4B3977}"/>
              </a:ext>
            </a:extLst>
          </p:cNvPr>
          <p:cNvSpPr txBox="1"/>
          <p:nvPr/>
        </p:nvSpPr>
        <p:spPr>
          <a:xfrm>
            <a:off x="8675981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Functions</a:t>
            </a:r>
          </a:p>
        </p:txBody>
      </p:sp>
      <p:pic>
        <p:nvPicPr>
          <p:cNvPr id="7170" name="Picture 2" descr="google cloud functions&quot; Icon - Download for free – Iconduck">
            <a:extLst>
              <a:ext uri="{FF2B5EF4-FFF2-40B4-BE49-F238E27FC236}">
                <a16:creationId xmlns:a16="http://schemas.microsoft.com/office/drawing/2014/main" id="{596F90E1-C96A-61AC-F67A-9C15393CB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926" y="3889376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Functions | Microsoft Azure Color">
            <a:extLst>
              <a:ext uri="{FF2B5EF4-FFF2-40B4-BE49-F238E27FC236}">
                <a16:creationId xmlns:a16="http://schemas.microsoft.com/office/drawing/2014/main" id="{F07D4EEC-B986-6FC0-3C97-26DE67DCA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06" y="3894166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ompute AWS Lambda LambdaFunction&quot; Icon - Download for free – Iconduck">
            <a:extLst>
              <a:ext uri="{FF2B5EF4-FFF2-40B4-BE49-F238E27FC236}">
                <a16:creationId xmlns:a16="http://schemas.microsoft.com/office/drawing/2014/main" id="{8D7DE6A7-5B77-4D08-9ECD-AD9469705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772" y="3902316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074678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Ingestion</a:t>
            </a:r>
            <a:r>
              <a:rPr lang="en-US" sz="2800" b="1">
                <a:solidFill>
                  <a:srgbClr val="33669A"/>
                </a:solidFill>
              </a:rPr>
              <a:t> : Enterprise Level data analytics service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Azure Synapse Analytics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71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Cloud-based enterprise data warehouse (EDW) that uses massively parallel processing (MPP) to quickly run complex queries.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Redshift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35A6F0-C732-A730-FD95-64DFFC4B3977}"/>
              </a:ext>
            </a:extLst>
          </p:cNvPr>
          <p:cNvSpPr txBox="1"/>
          <p:nvPr/>
        </p:nvSpPr>
        <p:spPr>
          <a:xfrm>
            <a:off x="8675981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</a:t>
            </a:r>
            <a:r>
              <a:rPr lang="en-US" sz="1600" b="1" err="1"/>
              <a:t>BigQuery</a:t>
            </a:r>
            <a:endParaRPr lang="en-US" sz="1600" b="1"/>
          </a:p>
        </p:txBody>
      </p:sp>
      <p:pic>
        <p:nvPicPr>
          <p:cNvPr id="8194" name="Picture 2" descr="Azure Synapse Analytics Logo PNG vector in SVG, PDF, AI, CDR format">
            <a:extLst>
              <a:ext uri="{FF2B5EF4-FFF2-40B4-BE49-F238E27FC236}">
                <a16:creationId xmlns:a16="http://schemas.microsoft.com/office/drawing/2014/main" id="{2BD82729-5B8A-3CB7-8F4A-201E1E63C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01" y="3849142"/>
            <a:ext cx="673004" cy="49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Database Amazon Redshift&quot; Icon - Download for free – Iconduck">
            <a:extLst>
              <a:ext uri="{FF2B5EF4-FFF2-40B4-BE49-F238E27FC236}">
                <a16:creationId xmlns:a16="http://schemas.microsoft.com/office/drawing/2014/main" id="{4F8AC626-F614-49D2-ECC0-79202E80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964" y="3892321"/>
            <a:ext cx="409920" cy="42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Google bigquery logo - Social media &amp; Logos Icons">
            <a:extLst>
              <a:ext uri="{FF2B5EF4-FFF2-40B4-BE49-F238E27FC236}">
                <a16:creationId xmlns:a16="http://schemas.microsoft.com/office/drawing/2014/main" id="{AF5DC5C5-2611-5C0A-7691-367007D4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274" y="3892321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24596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Data Storage</a:t>
            </a:r>
            <a:r>
              <a:rPr lang="en-US" sz="2800" b="1">
                <a:solidFill>
                  <a:srgbClr val="33669A"/>
                </a:solidFill>
              </a:rPr>
              <a:t> : Data Lake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Azure Data Lake Storage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98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Scalable Storage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High Performance Polyglot storage (support </a:t>
            </a:r>
            <a:r>
              <a:rPr lang="en-US" sz="1200" b="0" i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different data storage approaches).</a:t>
            </a:r>
            <a:endParaRPr 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AWS S3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35A6F0-C732-A730-FD95-64DFFC4B3977}"/>
              </a:ext>
            </a:extLst>
          </p:cNvPr>
          <p:cNvSpPr txBox="1"/>
          <p:nvPr/>
        </p:nvSpPr>
        <p:spPr>
          <a:xfrm>
            <a:off x="8675981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Cloud Storage</a:t>
            </a:r>
          </a:p>
        </p:txBody>
      </p:sp>
      <p:pic>
        <p:nvPicPr>
          <p:cNvPr id="8198" name="Picture 6" descr="Google bigquery logo - Social media &amp; Logos Icons">
            <a:extLst>
              <a:ext uri="{FF2B5EF4-FFF2-40B4-BE49-F238E27FC236}">
                <a16:creationId xmlns:a16="http://schemas.microsoft.com/office/drawing/2014/main" id="{AF5DC5C5-2611-5C0A-7691-367007D4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274" y="3892321"/>
            <a:ext cx="412972" cy="41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Azure Data Lake Storage Services for Big Data Analytics">
            <a:extLst>
              <a:ext uri="{FF2B5EF4-FFF2-40B4-BE49-F238E27FC236}">
                <a16:creationId xmlns:a16="http://schemas.microsoft.com/office/drawing/2014/main" id="{0FC68927-BB91-2270-D140-3DD3E7B63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33" y="3871386"/>
            <a:ext cx="409920" cy="42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WS S3 (Simple Storage Service)&quot; Icon - Download for free – Iconduck">
            <a:extLst>
              <a:ext uri="{FF2B5EF4-FFF2-40B4-BE49-F238E27FC236}">
                <a16:creationId xmlns:a16="http://schemas.microsoft.com/office/drawing/2014/main" id="{71B09902-E6D8-7967-A155-D6FCD0700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772" y="3871386"/>
            <a:ext cx="409920" cy="42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828619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Process </a:t>
            </a:r>
            <a:r>
              <a:rPr lang="en-US" sz="2800" b="1">
                <a:solidFill>
                  <a:srgbClr val="33669A"/>
                </a:solidFill>
              </a:rPr>
              <a:t>: Real Time Data Analytics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Azure Stream Analytics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709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Storage and analysis platforms that create insights from large quantities of data, or data that originates from many real time data sources and </a:t>
            </a:r>
            <a:r>
              <a:rPr lang="en-US" sz="1200" b="0" i="0">
                <a:solidFill>
                  <a:srgbClr val="4D465A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make decisions in real time</a:t>
            </a:r>
            <a:r>
              <a:rPr lang="en-US" sz="1200" b="0" i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.</a:t>
            </a:r>
            <a:endParaRPr 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Kinesis Analytics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35A6F0-C732-A730-FD95-64DFFC4B3977}"/>
              </a:ext>
            </a:extLst>
          </p:cNvPr>
          <p:cNvSpPr txBox="1"/>
          <p:nvPr/>
        </p:nvSpPr>
        <p:spPr>
          <a:xfrm>
            <a:off x="8675980" y="3926585"/>
            <a:ext cx="2824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Analytics Data Stream</a:t>
            </a:r>
          </a:p>
        </p:txBody>
      </p:sp>
      <p:pic>
        <p:nvPicPr>
          <p:cNvPr id="10242" name="Picture 2" descr="Pricing - Stream Analytics | Microsoft Azure">
            <a:extLst>
              <a:ext uri="{FF2B5EF4-FFF2-40B4-BE49-F238E27FC236}">
                <a16:creationId xmlns:a16="http://schemas.microsoft.com/office/drawing/2014/main" id="{431C1727-6A80-F6A7-00E9-0D165C8E9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77" y="3886523"/>
            <a:ext cx="560613" cy="43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Analytics Amazon Kinesis Amazon Kinesis Analytics&quot; Icon - Download for free  – Iconduck">
            <a:extLst>
              <a:ext uri="{FF2B5EF4-FFF2-40B4-BE49-F238E27FC236}">
                <a16:creationId xmlns:a16="http://schemas.microsoft.com/office/drawing/2014/main" id="{C2FCF314-1302-D70C-A1EA-5E47BE8D7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470" y="3939525"/>
            <a:ext cx="409920" cy="42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Google Analytics Logo, symbol, meaning, history, Vector, PNG">
            <a:extLst>
              <a:ext uri="{FF2B5EF4-FFF2-40B4-BE49-F238E27FC236}">
                <a16:creationId xmlns:a16="http://schemas.microsoft.com/office/drawing/2014/main" id="{583BF119-9C33-2A97-2E7D-433851344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573" y="3876402"/>
            <a:ext cx="772731" cy="43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08854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Process </a:t>
            </a:r>
            <a:r>
              <a:rPr lang="en-US" sz="2800" b="1">
                <a:solidFill>
                  <a:srgbClr val="33669A"/>
                </a:solidFill>
              </a:rPr>
              <a:t>: Telemetric Analysis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Azure Data Explorer Pool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709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Managed data analytics service for real-time analysis on large volumes of data streaming from applications, websites, IoT devices.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Timeseries</a:t>
            </a:r>
          </a:p>
        </p:txBody>
      </p:sp>
      <p:pic>
        <p:nvPicPr>
          <p:cNvPr id="13314" name="Picture 2" descr="Official Azure Icon Set">
            <a:extLst>
              <a:ext uri="{FF2B5EF4-FFF2-40B4-BE49-F238E27FC236}">
                <a16:creationId xmlns:a16="http://schemas.microsoft.com/office/drawing/2014/main" id="{C4F0E1E1-4AD3-1112-4749-29F0DDE0E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84" y="3909968"/>
            <a:ext cx="409920" cy="40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Amazon Timestream - Reviews, Pros &amp; Cons | Companies using Amazon Timestream">
            <a:extLst>
              <a:ext uri="{FF2B5EF4-FFF2-40B4-BE49-F238E27FC236}">
                <a16:creationId xmlns:a16="http://schemas.microsoft.com/office/drawing/2014/main" id="{0EDB1418-B158-4832-E3F1-DB15A3B09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772" y="3811749"/>
            <a:ext cx="572333" cy="57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053405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Process </a:t>
            </a:r>
            <a:r>
              <a:rPr lang="en-US" sz="2800" b="1">
                <a:solidFill>
                  <a:srgbClr val="33669A"/>
                </a:solidFill>
              </a:rPr>
              <a:t>: Spark Technologies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Databricks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709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Apache Spark-based analytics platform</a:t>
            </a:r>
            <a:r>
              <a:rPr lang="en-US" sz="1200" b="0" i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.</a:t>
            </a:r>
            <a:endParaRPr 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EMR</a:t>
            </a:r>
          </a:p>
        </p:txBody>
      </p:sp>
      <p:pic>
        <p:nvPicPr>
          <p:cNvPr id="12290" name="Picture 2" descr="AWS EMR | AWS Analytics">
            <a:extLst>
              <a:ext uri="{FF2B5EF4-FFF2-40B4-BE49-F238E27FC236}">
                <a16:creationId xmlns:a16="http://schemas.microsoft.com/office/drawing/2014/main" id="{C7E78679-8F14-E192-8852-055CFABB4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582" y="3886523"/>
            <a:ext cx="354683" cy="43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Databricks | element61">
            <a:extLst>
              <a:ext uri="{FF2B5EF4-FFF2-40B4-BE49-F238E27FC236}">
                <a16:creationId xmlns:a16="http://schemas.microsoft.com/office/drawing/2014/main" id="{444B4715-31C1-3508-EA07-5350F1D92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16" y="3877721"/>
            <a:ext cx="418322" cy="443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70841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Process </a:t>
            </a:r>
            <a:r>
              <a:rPr lang="en-US" sz="2800" b="1">
                <a:solidFill>
                  <a:srgbClr val="33669A"/>
                </a:solidFill>
              </a:rPr>
              <a:t>: SQL Technologies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SQL Database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126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Managed relational database services in which resiliency, scale and maintenance are primarily handled</a:t>
            </a:r>
            <a:r>
              <a:rPr lang="en-US" sz="1200" b="0" i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. </a:t>
            </a:r>
            <a:endParaRPr lang="en-US" sz="1200">
              <a:solidFill>
                <a:srgbClr val="202124"/>
              </a:solidFill>
              <a:highlight>
                <a:srgbClr val="FFFFFF"/>
              </a:highlight>
              <a:latin typeface="Google Sans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Caters processing of Enterprise Data Warehouse.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392658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RDS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35A6F0-C732-A730-FD95-64DFFC4B3977}"/>
              </a:ext>
            </a:extLst>
          </p:cNvPr>
          <p:cNvSpPr txBox="1"/>
          <p:nvPr/>
        </p:nvSpPr>
        <p:spPr>
          <a:xfrm>
            <a:off x="8675980" y="3926585"/>
            <a:ext cx="2824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Cloud SQL</a:t>
            </a:r>
          </a:p>
        </p:txBody>
      </p:sp>
      <p:pic>
        <p:nvPicPr>
          <p:cNvPr id="11266" name="Picture 2" descr="SQL Database (SQL Azure)&quot; Icon - Download for free – Iconduck">
            <a:extLst>
              <a:ext uri="{FF2B5EF4-FFF2-40B4-BE49-F238E27FC236}">
                <a16:creationId xmlns:a16="http://schemas.microsoft.com/office/drawing/2014/main" id="{9380234E-E2E8-BDBB-B8F1-83CED183D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83" y="3873114"/>
            <a:ext cx="454921" cy="47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aws rds&quot; Icon - Download for free – Iconduck">
            <a:extLst>
              <a:ext uri="{FF2B5EF4-FFF2-40B4-BE49-F238E27FC236}">
                <a16:creationId xmlns:a16="http://schemas.microsoft.com/office/drawing/2014/main" id="{61BE5FBE-2F3E-AC7E-1911-6EBBD2ACD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763" y="3893938"/>
            <a:ext cx="358321" cy="40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Google Cloud SQL - ironFocus">
            <a:extLst>
              <a:ext uri="{FF2B5EF4-FFF2-40B4-BE49-F238E27FC236}">
                <a16:creationId xmlns:a16="http://schemas.microsoft.com/office/drawing/2014/main" id="{B89E8D21-49D7-9822-4581-DBC5E51E1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836" y="3828730"/>
            <a:ext cx="560144" cy="56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57684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Next Gen </a:t>
            </a:r>
            <a:r>
              <a:rPr lang="en-US" sz="2800" b="1">
                <a:solidFill>
                  <a:srgbClr val="33669A"/>
                </a:solidFill>
              </a:rPr>
              <a:t>: Cognitive , AI/ML Capabilities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Azure Cognitive Services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71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Analyze at scale with more efficient predictive models</a:t>
            </a:r>
            <a:r>
              <a:rPr lang="en-US" sz="1200" b="0" i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. </a:t>
            </a:r>
            <a:endParaRPr lang="en-US" sz="1200">
              <a:solidFill>
                <a:srgbClr val="202124"/>
              </a:solidFill>
              <a:highlight>
                <a:srgbClr val="FFFFFF"/>
              </a:highlight>
              <a:latin typeface="Google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85553-71FB-D2BD-385A-45805C647E0E}"/>
              </a:ext>
            </a:extLst>
          </p:cNvPr>
          <p:cNvSpPr txBox="1"/>
          <p:nvPr/>
        </p:nvSpPr>
        <p:spPr>
          <a:xfrm>
            <a:off x="4714412" y="4762857"/>
            <a:ext cx="249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Machine Learning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35A6F0-C732-A730-FD95-64DFFC4B3977}"/>
              </a:ext>
            </a:extLst>
          </p:cNvPr>
          <p:cNvSpPr txBox="1"/>
          <p:nvPr/>
        </p:nvSpPr>
        <p:spPr>
          <a:xfrm>
            <a:off x="8720355" y="4734320"/>
            <a:ext cx="2824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Cloud ML Engine</a:t>
            </a:r>
          </a:p>
        </p:txBody>
      </p:sp>
      <p:pic>
        <p:nvPicPr>
          <p:cNvPr id="14338" name="Picture 2" descr="Official Azure Icon Set">
            <a:extLst>
              <a:ext uri="{FF2B5EF4-FFF2-40B4-BE49-F238E27FC236}">
                <a16:creationId xmlns:a16="http://schemas.microsoft.com/office/drawing/2014/main" id="{2283CCA6-24B2-8506-A8D5-2BD882A2D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85" y="3893938"/>
            <a:ext cx="424539" cy="42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Azure Machine Learning Service Logo PNG vector in SVG, PDF ...">
            <a:extLst>
              <a:ext uri="{FF2B5EF4-FFF2-40B4-BE49-F238E27FC236}">
                <a16:creationId xmlns:a16="http://schemas.microsoft.com/office/drawing/2014/main" id="{3A96BF03-F8CF-E904-6E68-0F7A81EEF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" y="4762857"/>
            <a:ext cx="670244" cy="50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D4D99E-47B8-47FB-2762-F64608B9652F}"/>
              </a:ext>
            </a:extLst>
          </p:cNvPr>
          <p:cNvSpPr txBox="1"/>
          <p:nvPr/>
        </p:nvSpPr>
        <p:spPr>
          <a:xfrm>
            <a:off x="644424" y="484511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Azure Machine Learning</a:t>
            </a:r>
          </a:p>
        </p:txBody>
      </p:sp>
      <p:pic>
        <p:nvPicPr>
          <p:cNvPr id="14342" name="Picture 6" descr="AWS Artificial Intelligence">
            <a:extLst>
              <a:ext uri="{FF2B5EF4-FFF2-40B4-BE49-F238E27FC236}">
                <a16:creationId xmlns:a16="http://schemas.microsoft.com/office/drawing/2014/main" id="{156B1D9A-F2CD-8871-B8F9-065A932E4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01" y="4741085"/>
            <a:ext cx="380907" cy="43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AI Amazon Rekognition&quot; Icon - Download for free – Iconduck">
            <a:extLst>
              <a:ext uri="{FF2B5EF4-FFF2-40B4-BE49-F238E27FC236}">
                <a16:creationId xmlns:a16="http://schemas.microsoft.com/office/drawing/2014/main" id="{DC2D7390-8120-BE56-A717-EF23041BC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01" y="3840248"/>
            <a:ext cx="371594" cy="44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629F6-FF58-5FEF-E16A-CA35A1F52836}"/>
              </a:ext>
            </a:extLst>
          </p:cNvPr>
          <p:cNvSpPr txBox="1"/>
          <p:nvPr/>
        </p:nvSpPr>
        <p:spPr>
          <a:xfrm>
            <a:off x="4740730" y="3893938"/>
            <a:ext cx="249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</a:t>
            </a:r>
            <a:r>
              <a:rPr lang="en-US" sz="1600" b="1" err="1"/>
              <a:t>Rekognition</a:t>
            </a:r>
            <a:endParaRPr lang="en-US" sz="16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DE9D8-DA2D-6EEF-34CE-2622FF48DF9B}"/>
              </a:ext>
            </a:extLst>
          </p:cNvPr>
          <p:cNvSpPr txBox="1"/>
          <p:nvPr/>
        </p:nvSpPr>
        <p:spPr>
          <a:xfrm>
            <a:off x="8720355" y="3855380"/>
            <a:ext cx="2824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Cloud Vision</a:t>
            </a:r>
          </a:p>
        </p:txBody>
      </p:sp>
      <p:pic>
        <p:nvPicPr>
          <p:cNvPr id="14346" name="Picture 10" descr="What is Google Cloud ML Engine?">
            <a:extLst>
              <a:ext uri="{FF2B5EF4-FFF2-40B4-BE49-F238E27FC236}">
                <a16:creationId xmlns:a16="http://schemas.microsoft.com/office/drawing/2014/main" id="{C2F07B1E-97D4-B9D9-331E-D10799174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370" y="4708613"/>
            <a:ext cx="391779" cy="39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Google Cloud Vision - Extensions - MIT App Inventor Community">
            <a:extLst>
              <a:ext uri="{FF2B5EF4-FFF2-40B4-BE49-F238E27FC236}">
                <a16:creationId xmlns:a16="http://schemas.microsoft.com/office/drawing/2014/main" id="{983F8A0C-FCA7-CE99-005B-F4E953FBC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920" y="3828135"/>
            <a:ext cx="410677" cy="36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419303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67B1F2A-BC05-77B6-5C58-D333A25625BE}"/>
              </a:ext>
            </a:extLst>
          </p:cNvPr>
          <p:cNvSpPr/>
          <p:nvPr/>
        </p:nvSpPr>
        <p:spPr>
          <a:xfrm>
            <a:off x="0" y="3038639"/>
            <a:ext cx="12191998" cy="497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4">
            <a:extLst>
              <a:ext uri="{FF2B5EF4-FFF2-40B4-BE49-F238E27FC236}">
                <a16:creationId xmlns:a16="http://schemas.microsoft.com/office/drawing/2014/main" id="{235C8BC8-1EC3-200F-46BD-2E4659DB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4" y="397943"/>
            <a:ext cx="10972800" cy="506439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Reporting </a:t>
            </a:r>
            <a:r>
              <a:rPr lang="en-US" sz="2800" b="1">
                <a:solidFill>
                  <a:srgbClr val="33669A"/>
                </a:solidFill>
              </a:rPr>
              <a:t>: BI Tool</a:t>
            </a:r>
            <a:endParaRPr lang="en-US" sz="1800" b="1">
              <a:solidFill>
                <a:srgbClr val="33669A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546E3-3135-3123-1C09-D2DE7ED10BB3}"/>
              </a:ext>
            </a:extLst>
          </p:cNvPr>
          <p:cNvCxnSpPr>
            <a:cxnSpLocks/>
          </p:cNvCxnSpPr>
          <p:nvPr/>
        </p:nvCxnSpPr>
        <p:spPr>
          <a:xfrm>
            <a:off x="3973286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AC093C-AE3D-8DED-CBB1-D6D5EB7956F5}"/>
              </a:ext>
            </a:extLst>
          </p:cNvPr>
          <p:cNvCxnSpPr>
            <a:cxnSpLocks/>
          </p:cNvCxnSpPr>
          <p:nvPr/>
        </p:nvCxnSpPr>
        <p:spPr>
          <a:xfrm>
            <a:off x="7979229" y="3536584"/>
            <a:ext cx="0" cy="295561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9DAA76-F3ED-4DAC-184A-A25A0D56D76C}"/>
              </a:ext>
            </a:extLst>
          </p:cNvPr>
          <p:cNvSpPr txBox="1"/>
          <p:nvPr/>
        </p:nvSpPr>
        <p:spPr>
          <a:xfrm>
            <a:off x="865414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Microsoft Services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72D97-AE70-3072-AED7-75F05C6E065B}"/>
              </a:ext>
            </a:extLst>
          </p:cNvPr>
          <p:cNvSpPr txBox="1"/>
          <p:nvPr/>
        </p:nvSpPr>
        <p:spPr>
          <a:xfrm>
            <a:off x="4882243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Amazon Services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B685BC-EFE6-E379-873A-1DEA8A25A226}"/>
              </a:ext>
            </a:extLst>
          </p:cNvPr>
          <p:cNvSpPr txBox="1"/>
          <p:nvPr/>
        </p:nvSpPr>
        <p:spPr>
          <a:xfrm>
            <a:off x="8779329" y="3097622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Google Services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A539C0-D6D6-7587-EB9C-61CDCEC33FF9}"/>
              </a:ext>
            </a:extLst>
          </p:cNvPr>
          <p:cNvSpPr txBox="1"/>
          <p:nvPr/>
        </p:nvSpPr>
        <p:spPr>
          <a:xfrm>
            <a:off x="691588" y="3939525"/>
            <a:ext cx="232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Power BI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D4DA95-E9EF-3460-D4E9-30A3EC02206C}"/>
              </a:ext>
            </a:extLst>
          </p:cNvPr>
          <p:cNvSpPr txBox="1"/>
          <p:nvPr/>
        </p:nvSpPr>
        <p:spPr>
          <a:xfrm>
            <a:off x="419792" y="1199990"/>
            <a:ext cx="11157518" cy="71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/>
              <a:t>Features 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Connect with disparate data sets, transform and clean the data into a data model and create charts or graphs to provide visuals of the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629F6-FF58-5FEF-E16A-CA35A1F52836}"/>
              </a:ext>
            </a:extLst>
          </p:cNvPr>
          <p:cNvSpPr txBox="1"/>
          <p:nvPr/>
        </p:nvSpPr>
        <p:spPr>
          <a:xfrm>
            <a:off x="4740730" y="3893938"/>
            <a:ext cx="249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Amazon </a:t>
            </a:r>
            <a:r>
              <a:rPr lang="en-US" sz="1600" b="1" err="1"/>
              <a:t>QuickSight</a:t>
            </a:r>
            <a:endParaRPr lang="en-US" sz="16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DE9D8-DA2D-6EEF-34CE-2622FF48DF9B}"/>
              </a:ext>
            </a:extLst>
          </p:cNvPr>
          <p:cNvSpPr txBox="1"/>
          <p:nvPr/>
        </p:nvSpPr>
        <p:spPr>
          <a:xfrm>
            <a:off x="8720355" y="3855380"/>
            <a:ext cx="2824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Google Data Studio</a:t>
            </a:r>
          </a:p>
        </p:txBody>
      </p:sp>
      <p:pic>
        <p:nvPicPr>
          <p:cNvPr id="15362" name="Picture 2" descr="Google Datastudio icon PNG and SVG Vector Free Download">
            <a:extLst>
              <a:ext uri="{FF2B5EF4-FFF2-40B4-BE49-F238E27FC236}">
                <a16:creationId xmlns:a16="http://schemas.microsoft.com/office/drawing/2014/main" id="{AD3FEEB1-CDCD-8A4C-27BE-905A58327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368" y="3834108"/>
            <a:ext cx="476597" cy="43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Power BI icon PNG and SVG Vector Free Download">
            <a:extLst>
              <a:ext uri="{FF2B5EF4-FFF2-40B4-BE49-F238E27FC236}">
                <a16:creationId xmlns:a16="http://schemas.microsoft.com/office/drawing/2014/main" id="{63A12CD4-05BB-5F51-9728-9957F624A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33" y="3834108"/>
            <a:ext cx="480713" cy="48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aws quicksight&quot; Icon - Download for free – Iconduck">
            <a:extLst>
              <a:ext uri="{FF2B5EF4-FFF2-40B4-BE49-F238E27FC236}">
                <a16:creationId xmlns:a16="http://schemas.microsoft.com/office/drawing/2014/main" id="{0A689F87-4AAA-8C44-719B-7D8D29E5D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890" y="3909831"/>
            <a:ext cx="397942" cy="39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148412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7696D6D9-1228-13C5-5A92-4EB8FABBDD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6" imgH="416" progId="TCLayout.ActiveDocument.1">
                  <p:embed/>
                </p:oleObj>
              </mc:Choice>
              <mc:Fallback>
                <p:oleObj name="think-cell Slide" r:id="rId5" imgW="416" imgH="41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7696D6D9-1228-13C5-5A92-4EB8FABBD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03E3BCF2-D2D4-68FB-C963-217D3BC2C4FE}"/>
              </a:ext>
            </a:extLst>
          </p:cNvPr>
          <p:cNvSpPr/>
          <p:nvPr/>
        </p:nvSpPr>
        <p:spPr>
          <a:xfrm>
            <a:off x="464659" y="501612"/>
            <a:ext cx="945125" cy="56951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7D96255-A8DA-8AC9-88F0-C7FF357D086E}"/>
              </a:ext>
            </a:extLst>
          </p:cNvPr>
          <p:cNvGrpSpPr/>
          <p:nvPr/>
        </p:nvGrpSpPr>
        <p:grpSpPr>
          <a:xfrm>
            <a:off x="2216034" y="315351"/>
            <a:ext cx="1295617" cy="5881377"/>
            <a:chOff x="3119514" y="680356"/>
            <a:chExt cx="1320988" cy="614923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02F2A58-832B-1973-9676-A4D7A9B67E93}"/>
                </a:ext>
              </a:extLst>
            </p:cNvPr>
            <p:cNvSpPr/>
            <p:nvPr/>
          </p:nvSpPr>
          <p:spPr>
            <a:xfrm>
              <a:off x="3123329" y="680356"/>
              <a:ext cx="1317173" cy="61492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376287B-F882-1EE2-BAA3-79C1BC54C0D8}"/>
                </a:ext>
              </a:extLst>
            </p:cNvPr>
            <p:cNvSpPr txBox="1"/>
            <p:nvPr/>
          </p:nvSpPr>
          <p:spPr>
            <a:xfrm>
              <a:off x="3119514" y="682386"/>
              <a:ext cx="1317174" cy="321794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chemeClr val="bg1"/>
                  </a:solidFill>
                </a:defRPr>
              </a:lvl1pPr>
            </a:lstStyle>
            <a:p>
              <a:r>
                <a:rPr lang="en-IN" sz="1400" dirty="0"/>
                <a:t>Ingest</a:t>
              </a: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16012CE5-594A-7B9F-A8FF-6FD7E26F12DE}"/>
              </a:ext>
            </a:extLst>
          </p:cNvPr>
          <p:cNvSpPr/>
          <p:nvPr/>
        </p:nvSpPr>
        <p:spPr>
          <a:xfrm>
            <a:off x="4065538" y="315351"/>
            <a:ext cx="1243047" cy="28336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F59AC9-F11C-19BE-2C0C-0E3C89DBE1FD}"/>
              </a:ext>
            </a:extLst>
          </p:cNvPr>
          <p:cNvSpPr txBox="1"/>
          <p:nvPr/>
        </p:nvSpPr>
        <p:spPr>
          <a:xfrm>
            <a:off x="4065537" y="316505"/>
            <a:ext cx="1243048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Landing Zone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B963DC9-1D8C-9CB8-A8F9-5AB347F7ADA6}"/>
              </a:ext>
            </a:extLst>
          </p:cNvPr>
          <p:cNvSpPr/>
          <p:nvPr/>
        </p:nvSpPr>
        <p:spPr>
          <a:xfrm>
            <a:off x="5753469" y="327106"/>
            <a:ext cx="1243047" cy="5879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C9BA56-00AE-FD90-2C4B-DCB6CE08204B}"/>
              </a:ext>
            </a:extLst>
          </p:cNvPr>
          <p:cNvSpPr txBox="1"/>
          <p:nvPr/>
        </p:nvSpPr>
        <p:spPr>
          <a:xfrm>
            <a:off x="5751212" y="327107"/>
            <a:ext cx="1243047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1613F-4D78-558D-29F3-E3E01110B845}"/>
              </a:ext>
            </a:extLst>
          </p:cNvPr>
          <p:cNvSpPr txBox="1"/>
          <p:nvPr/>
        </p:nvSpPr>
        <p:spPr>
          <a:xfrm>
            <a:off x="235092" y="315351"/>
            <a:ext cx="1404258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sz="1400" dirty="0"/>
              <a:t>Data Sources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FE0FC-DECC-FF6A-BFF6-6FF1A9687C93}"/>
              </a:ext>
            </a:extLst>
          </p:cNvPr>
          <p:cNvSpPr/>
          <p:nvPr/>
        </p:nvSpPr>
        <p:spPr>
          <a:xfrm>
            <a:off x="315698" y="1144751"/>
            <a:ext cx="1243047" cy="497314"/>
          </a:xfrm>
          <a:prstGeom prst="rect">
            <a:avLst/>
          </a:prstGeom>
          <a:gradFill flip="none" rotWithShape="1">
            <a:gsLst>
              <a:gs pos="0">
                <a:srgbClr val="FED0F4">
                  <a:shade val="30000"/>
                  <a:satMod val="115000"/>
                  <a:alpha val="0"/>
                </a:srgbClr>
              </a:gs>
              <a:gs pos="100000">
                <a:srgbClr val="FED0F4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Source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68E0B0-7C1E-0DE4-E00B-F62AE6307A32}"/>
              </a:ext>
            </a:extLst>
          </p:cNvPr>
          <p:cNvSpPr/>
          <p:nvPr/>
        </p:nvSpPr>
        <p:spPr>
          <a:xfrm>
            <a:off x="315698" y="1956221"/>
            <a:ext cx="1243047" cy="497314"/>
          </a:xfrm>
          <a:prstGeom prst="rect">
            <a:avLst/>
          </a:prstGeom>
          <a:gradFill flip="none" rotWithShape="1">
            <a:gsLst>
              <a:gs pos="0">
                <a:srgbClr val="FED0F4">
                  <a:shade val="30000"/>
                  <a:satMod val="115000"/>
                  <a:alpha val="0"/>
                </a:srgbClr>
              </a:gs>
              <a:gs pos="100000">
                <a:srgbClr val="FED0F4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Source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40B076-7E8E-D962-4EA2-9CE851B97862}"/>
              </a:ext>
            </a:extLst>
          </p:cNvPr>
          <p:cNvSpPr/>
          <p:nvPr/>
        </p:nvSpPr>
        <p:spPr>
          <a:xfrm>
            <a:off x="315698" y="2767691"/>
            <a:ext cx="1243047" cy="497314"/>
          </a:xfrm>
          <a:prstGeom prst="rect">
            <a:avLst/>
          </a:prstGeom>
          <a:gradFill flip="none" rotWithShape="1">
            <a:gsLst>
              <a:gs pos="0">
                <a:srgbClr val="FED0F4">
                  <a:shade val="30000"/>
                  <a:satMod val="115000"/>
                  <a:alpha val="0"/>
                </a:srgbClr>
              </a:gs>
              <a:gs pos="100000">
                <a:srgbClr val="FED0F4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Source 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8AFE1B-1086-A039-E2BE-81D588BDE5AC}"/>
              </a:ext>
            </a:extLst>
          </p:cNvPr>
          <p:cNvSpPr/>
          <p:nvPr/>
        </p:nvSpPr>
        <p:spPr>
          <a:xfrm>
            <a:off x="315698" y="3579161"/>
            <a:ext cx="1243047" cy="497314"/>
          </a:xfrm>
          <a:prstGeom prst="rect">
            <a:avLst/>
          </a:prstGeom>
          <a:gradFill flip="none" rotWithShape="1">
            <a:gsLst>
              <a:gs pos="0">
                <a:srgbClr val="FED0F4">
                  <a:shade val="30000"/>
                  <a:satMod val="115000"/>
                  <a:alpha val="0"/>
                </a:srgbClr>
              </a:gs>
              <a:gs pos="100000">
                <a:srgbClr val="FED0F4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Source 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680441-F45A-9632-D87C-F73FFFDBF25D}"/>
              </a:ext>
            </a:extLst>
          </p:cNvPr>
          <p:cNvSpPr/>
          <p:nvPr/>
        </p:nvSpPr>
        <p:spPr>
          <a:xfrm>
            <a:off x="315698" y="4390631"/>
            <a:ext cx="1243047" cy="497314"/>
          </a:xfrm>
          <a:prstGeom prst="rect">
            <a:avLst/>
          </a:prstGeom>
          <a:gradFill flip="none" rotWithShape="1">
            <a:gsLst>
              <a:gs pos="0">
                <a:srgbClr val="FED0F4">
                  <a:shade val="30000"/>
                  <a:satMod val="115000"/>
                  <a:alpha val="0"/>
                </a:srgbClr>
              </a:gs>
              <a:gs pos="100000">
                <a:srgbClr val="FED0F4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Source 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FAE986-642B-3FCB-2C4F-620977EF6790}"/>
              </a:ext>
            </a:extLst>
          </p:cNvPr>
          <p:cNvSpPr/>
          <p:nvPr/>
        </p:nvSpPr>
        <p:spPr>
          <a:xfrm>
            <a:off x="315698" y="5202100"/>
            <a:ext cx="1243047" cy="497314"/>
          </a:xfrm>
          <a:prstGeom prst="rect">
            <a:avLst/>
          </a:prstGeom>
          <a:gradFill flip="none" rotWithShape="1">
            <a:gsLst>
              <a:gs pos="0">
                <a:srgbClr val="FED0F4">
                  <a:shade val="30000"/>
                  <a:satMod val="115000"/>
                  <a:alpha val="0"/>
                </a:srgbClr>
              </a:gs>
              <a:gs pos="100000">
                <a:srgbClr val="FED0F4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Source 6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5171EE9-FD5C-3571-0867-4EA7118373D5}"/>
              </a:ext>
            </a:extLst>
          </p:cNvPr>
          <p:cNvGrpSpPr/>
          <p:nvPr/>
        </p:nvGrpSpPr>
        <p:grpSpPr>
          <a:xfrm>
            <a:off x="2077719" y="931861"/>
            <a:ext cx="1583133" cy="1211702"/>
            <a:chOff x="3101617" y="806303"/>
            <a:chExt cx="1583133" cy="121170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22956F3-06A8-2AB9-A2F3-9B24E8F3101C}"/>
                </a:ext>
              </a:extLst>
            </p:cNvPr>
            <p:cNvGrpSpPr/>
            <p:nvPr/>
          </p:nvGrpSpPr>
          <p:grpSpPr>
            <a:xfrm>
              <a:off x="3706225" y="1144857"/>
              <a:ext cx="452119" cy="873148"/>
              <a:chOff x="3465260" y="965615"/>
              <a:chExt cx="598548" cy="1088572"/>
            </a:xfrm>
          </p:grpSpPr>
          <p:sp>
            <p:nvSpPr>
              <p:cNvPr id="47" name="Flowchart: Magnetic Disk 46">
                <a:extLst>
                  <a:ext uri="{FF2B5EF4-FFF2-40B4-BE49-F238E27FC236}">
                    <a16:creationId xmlns:a16="http://schemas.microsoft.com/office/drawing/2014/main" id="{9A8D4585-D834-4A2A-3715-21FAFC4F0EF5}"/>
                  </a:ext>
                </a:extLst>
              </p:cNvPr>
              <p:cNvSpPr/>
              <p:nvPr/>
            </p:nvSpPr>
            <p:spPr>
              <a:xfrm rot="5400000">
                <a:off x="3639348" y="980406"/>
                <a:ext cx="250372" cy="495478"/>
              </a:xfrm>
              <a:prstGeom prst="flowChartMagneticDisk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C1</a:t>
                </a:r>
              </a:p>
            </p:txBody>
          </p:sp>
          <p:sp>
            <p:nvSpPr>
              <p:cNvPr id="51" name="Flowchart: Magnetic Disk 50">
                <a:extLst>
                  <a:ext uri="{FF2B5EF4-FFF2-40B4-BE49-F238E27FC236}">
                    <a16:creationId xmlns:a16="http://schemas.microsoft.com/office/drawing/2014/main" id="{403AE420-E561-D5D6-C6AF-0A1D3E43393B}"/>
                  </a:ext>
                </a:extLst>
              </p:cNvPr>
              <p:cNvSpPr/>
              <p:nvPr/>
            </p:nvSpPr>
            <p:spPr>
              <a:xfrm rot="5400000">
                <a:off x="3639348" y="1262162"/>
                <a:ext cx="250372" cy="495478"/>
              </a:xfrm>
              <a:prstGeom prst="flowChartMagneticDisk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C2</a:t>
                </a:r>
              </a:p>
            </p:txBody>
          </p:sp>
          <p:sp>
            <p:nvSpPr>
              <p:cNvPr id="54" name="Flowchart: Magnetic Disk 53">
                <a:extLst>
                  <a:ext uri="{FF2B5EF4-FFF2-40B4-BE49-F238E27FC236}">
                    <a16:creationId xmlns:a16="http://schemas.microsoft.com/office/drawing/2014/main" id="{3EC36FD6-7720-6E1A-DA08-1BAB3D199B41}"/>
                  </a:ext>
                </a:extLst>
              </p:cNvPr>
              <p:cNvSpPr/>
              <p:nvPr/>
            </p:nvSpPr>
            <p:spPr>
              <a:xfrm rot="5400000">
                <a:off x="3639348" y="1543918"/>
                <a:ext cx="250372" cy="495478"/>
              </a:xfrm>
              <a:prstGeom prst="flowChartMagneticDisk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C3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299095F-FA1B-0E45-BD09-46CD65DD786B}"/>
                  </a:ext>
                </a:extLst>
              </p:cNvPr>
              <p:cNvSpPr/>
              <p:nvPr/>
            </p:nvSpPr>
            <p:spPr>
              <a:xfrm>
                <a:off x="3465260" y="965615"/>
                <a:ext cx="598548" cy="1088572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0F33B51-D4B9-1B6F-6303-F73146E94962}"/>
                </a:ext>
              </a:extLst>
            </p:cNvPr>
            <p:cNvSpPr txBox="1"/>
            <p:nvPr/>
          </p:nvSpPr>
          <p:spPr>
            <a:xfrm>
              <a:off x="3101617" y="806303"/>
              <a:ext cx="15831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Dedicated &amp; Secured Connections for </a:t>
              </a:r>
              <a:r>
                <a:rPr lang="en-US" sz="8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  <a:r>
                <a:rPr lang="en-US" sz="800" b="1" baseline="30000" dirty="0">
                  <a:solidFill>
                    <a:schemeClr val="accent1">
                      <a:lumMod val="75000"/>
                    </a:schemeClr>
                  </a:solidFill>
                </a:rPr>
                <a:t>st</a:t>
              </a:r>
              <a:r>
                <a:rPr 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customer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60BD693-1C96-2583-FDBC-8FBB0424D39D}"/>
              </a:ext>
            </a:extLst>
          </p:cNvPr>
          <p:cNvGrpSpPr/>
          <p:nvPr/>
        </p:nvGrpSpPr>
        <p:grpSpPr>
          <a:xfrm>
            <a:off x="2077719" y="2273431"/>
            <a:ext cx="1583133" cy="991574"/>
            <a:chOff x="3101617" y="806303"/>
            <a:chExt cx="1583133" cy="99157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A374503-799D-9411-0BBB-73EF5F1994C0}"/>
                </a:ext>
              </a:extLst>
            </p:cNvPr>
            <p:cNvGrpSpPr/>
            <p:nvPr/>
          </p:nvGrpSpPr>
          <p:grpSpPr>
            <a:xfrm>
              <a:off x="3706225" y="1144857"/>
              <a:ext cx="452119" cy="653020"/>
              <a:chOff x="3465260" y="965615"/>
              <a:chExt cx="598548" cy="814134"/>
            </a:xfrm>
          </p:grpSpPr>
          <p:sp>
            <p:nvSpPr>
              <p:cNvPr id="66" name="Flowchart: Magnetic Disk 65">
                <a:extLst>
                  <a:ext uri="{FF2B5EF4-FFF2-40B4-BE49-F238E27FC236}">
                    <a16:creationId xmlns:a16="http://schemas.microsoft.com/office/drawing/2014/main" id="{A1D8E83D-43D6-FF2D-326F-18258684278F}"/>
                  </a:ext>
                </a:extLst>
              </p:cNvPr>
              <p:cNvSpPr/>
              <p:nvPr/>
            </p:nvSpPr>
            <p:spPr>
              <a:xfrm rot="5400000">
                <a:off x="3639348" y="980406"/>
                <a:ext cx="250372" cy="495478"/>
              </a:xfrm>
              <a:prstGeom prst="flowChartMagneticDisk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C1</a:t>
                </a:r>
              </a:p>
            </p:txBody>
          </p:sp>
          <p:sp>
            <p:nvSpPr>
              <p:cNvPr id="67" name="Flowchart: Magnetic Disk 66">
                <a:extLst>
                  <a:ext uri="{FF2B5EF4-FFF2-40B4-BE49-F238E27FC236}">
                    <a16:creationId xmlns:a16="http://schemas.microsoft.com/office/drawing/2014/main" id="{5E112BE7-0CC0-750A-11E1-171D03E59A90}"/>
                  </a:ext>
                </a:extLst>
              </p:cNvPr>
              <p:cNvSpPr/>
              <p:nvPr/>
            </p:nvSpPr>
            <p:spPr>
              <a:xfrm rot="5400000">
                <a:off x="3639348" y="1262162"/>
                <a:ext cx="250372" cy="495478"/>
              </a:xfrm>
              <a:prstGeom prst="flowChartMagneticDisk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C2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D9CB7E2-69C6-54C3-CB5A-7274F39FB7A9}"/>
                  </a:ext>
                </a:extLst>
              </p:cNvPr>
              <p:cNvSpPr/>
              <p:nvPr/>
            </p:nvSpPr>
            <p:spPr>
              <a:xfrm>
                <a:off x="3465260" y="965615"/>
                <a:ext cx="598548" cy="814134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7C30707-1304-862F-CBCB-39710DA00821}"/>
                </a:ext>
              </a:extLst>
            </p:cNvPr>
            <p:cNvSpPr txBox="1"/>
            <p:nvPr/>
          </p:nvSpPr>
          <p:spPr>
            <a:xfrm>
              <a:off x="3101617" y="806303"/>
              <a:ext cx="15831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Dedicated &amp; Secured Connections for </a:t>
              </a:r>
              <a:r>
                <a:rPr lang="en-US" sz="800" b="1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r>
                <a:rPr lang="en-US" sz="800" b="1" baseline="30000" dirty="0">
                  <a:solidFill>
                    <a:schemeClr val="accent2">
                      <a:lumMod val="75000"/>
                    </a:schemeClr>
                  </a:solidFill>
                </a:rPr>
                <a:t>nd</a:t>
              </a:r>
              <a:r>
                <a:rPr lang="en-US" sz="800" b="1" dirty="0">
                  <a:solidFill>
                    <a:schemeClr val="accent2">
                      <a:lumMod val="75000"/>
                    </a:schemeClr>
                  </a:solidFill>
                </a:rPr>
                <a:t> customer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4EBE2B9-C20D-0157-31D6-854CD79F72E7}"/>
              </a:ext>
            </a:extLst>
          </p:cNvPr>
          <p:cNvGrpSpPr/>
          <p:nvPr/>
        </p:nvGrpSpPr>
        <p:grpSpPr>
          <a:xfrm>
            <a:off x="2077719" y="3399057"/>
            <a:ext cx="1583133" cy="991574"/>
            <a:chOff x="3101617" y="806303"/>
            <a:chExt cx="1583133" cy="991574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1D73BD3F-E27D-D96E-3F7F-5DF8B4ADFB02}"/>
                </a:ext>
              </a:extLst>
            </p:cNvPr>
            <p:cNvGrpSpPr/>
            <p:nvPr/>
          </p:nvGrpSpPr>
          <p:grpSpPr>
            <a:xfrm>
              <a:off x="3706225" y="1144857"/>
              <a:ext cx="452119" cy="653020"/>
              <a:chOff x="3465260" y="965615"/>
              <a:chExt cx="598548" cy="814134"/>
            </a:xfrm>
          </p:grpSpPr>
          <p:sp>
            <p:nvSpPr>
              <p:cNvPr id="100" name="Flowchart: Magnetic Disk 99">
                <a:extLst>
                  <a:ext uri="{FF2B5EF4-FFF2-40B4-BE49-F238E27FC236}">
                    <a16:creationId xmlns:a16="http://schemas.microsoft.com/office/drawing/2014/main" id="{B908F1C6-26C9-5E15-04DB-C72DF0F6E2EB}"/>
                  </a:ext>
                </a:extLst>
              </p:cNvPr>
              <p:cNvSpPr/>
              <p:nvPr/>
            </p:nvSpPr>
            <p:spPr>
              <a:xfrm rot="5400000">
                <a:off x="3639348" y="980406"/>
                <a:ext cx="250372" cy="495478"/>
              </a:xfrm>
              <a:prstGeom prst="flowChartMagneticDisk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C1</a:t>
                </a:r>
              </a:p>
            </p:txBody>
          </p:sp>
          <p:sp>
            <p:nvSpPr>
              <p:cNvPr id="101" name="Flowchart: Magnetic Disk 100">
                <a:extLst>
                  <a:ext uri="{FF2B5EF4-FFF2-40B4-BE49-F238E27FC236}">
                    <a16:creationId xmlns:a16="http://schemas.microsoft.com/office/drawing/2014/main" id="{C7E88395-079F-B9B1-96E0-50811A496ACD}"/>
                  </a:ext>
                </a:extLst>
              </p:cNvPr>
              <p:cNvSpPr/>
              <p:nvPr/>
            </p:nvSpPr>
            <p:spPr>
              <a:xfrm rot="5400000">
                <a:off x="3639348" y="1262162"/>
                <a:ext cx="250372" cy="495478"/>
              </a:xfrm>
              <a:prstGeom prst="flowChartMagneticDisk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C2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C384CA5-CD96-4637-03FF-02D6E34855A3}"/>
                  </a:ext>
                </a:extLst>
              </p:cNvPr>
              <p:cNvSpPr/>
              <p:nvPr/>
            </p:nvSpPr>
            <p:spPr>
              <a:xfrm>
                <a:off x="3465260" y="965615"/>
                <a:ext cx="598548" cy="814134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2EE60CB-CA84-22C7-69C1-81668F77CFBB}"/>
                </a:ext>
              </a:extLst>
            </p:cNvPr>
            <p:cNvSpPr txBox="1"/>
            <p:nvPr/>
          </p:nvSpPr>
          <p:spPr>
            <a:xfrm>
              <a:off x="3101617" y="806303"/>
              <a:ext cx="15831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Dedicated &amp; Secured Connections for </a:t>
              </a:r>
              <a:r>
                <a:rPr lang="en-US" sz="800" b="1" dirty="0">
                  <a:solidFill>
                    <a:srgbClr val="00B050"/>
                  </a:solidFill>
                </a:rPr>
                <a:t>3</a:t>
              </a:r>
              <a:r>
                <a:rPr lang="en-US" sz="800" b="1" baseline="30000" dirty="0">
                  <a:solidFill>
                    <a:srgbClr val="00B050"/>
                  </a:solidFill>
                </a:rPr>
                <a:t>rd</a:t>
              </a:r>
              <a:r>
                <a:rPr lang="en-US" sz="800" b="1" dirty="0">
                  <a:solidFill>
                    <a:srgbClr val="00B050"/>
                  </a:solidFill>
                </a:rPr>
                <a:t> customer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45B066E-4778-F953-A133-EA6ED3ACFC7A}"/>
              </a:ext>
            </a:extLst>
          </p:cNvPr>
          <p:cNvGrpSpPr/>
          <p:nvPr/>
        </p:nvGrpSpPr>
        <p:grpSpPr>
          <a:xfrm>
            <a:off x="2077719" y="4501269"/>
            <a:ext cx="1583133" cy="1211702"/>
            <a:chOff x="3101617" y="806303"/>
            <a:chExt cx="1583133" cy="1211702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41DE7E6-AD21-8153-DE9C-CF187938044E}"/>
                </a:ext>
              </a:extLst>
            </p:cNvPr>
            <p:cNvGrpSpPr/>
            <p:nvPr/>
          </p:nvGrpSpPr>
          <p:grpSpPr>
            <a:xfrm>
              <a:off x="3706225" y="1144857"/>
              <a:ext cx="452119" cy="873148"/>
              <a:chOff x="3465260" y="965615"/>
              <a:chExt cx="598548" cy="1088572"/>
            </a:xfrm>
          </p:grpSpPr>
          <p:sp>
            <p:nvSpPr>
              <p:cNvPr id="109" name="Flowchart: Magnetic Disk 108">
                <a:extLst>
                  <a:ext uri="{FF2B5EF4-FFF2-40B4-BE49-F238E27FC236}">
                    <a16:creationId xmlns:a16="http://schemas.microsoft.com/office/drawing/2014/main" id="{0F20543F-2016-124A-9593-6BE2FE9CD1A3}"/>
                  </a:ext>
                </a:extLst>
              </p:cNvPr>
              <p:cNvSpPr/>
              <p:nvPr/>
            </p:nvSpPr>
            <p:spPr>
              <a:xfrm rot="5400000">
                <a:off x="3639348" y="980406"/>
                <a:ext cx="250372" cy="495478"/>
              </a:xfrm>
              <a:prstGeom prst="flowChartMagneticDisk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C1</a:t>
                </a:r>
              </a:p>
            </p:txBody>
          </p:sp>
          <p:sp>
            <p:nvSpPr>
              <p:cNvPr id="117" name="Flowchart: Magnetic Disk 116">
                <a:extLst>
                  <a:ext uri="{FF2B5EF4-FFF2-40B4-BE49-F238E27FC236}">
                    <a16:creationId xmlns:a16="http://schemas.microsoft.com/office/drawing/2014/main" id="{14FDA623-52E1-A545-7818-D2AC23B69B47}"/>
                  </a:ext>
                </a:extLst>
              </p:cNvPr>
              <p:cNvSpPr/>
              <p:nvPr/>
            </p:nvSpPr>
            <p:spPr>
              <a:xfrm rot="5400000">
                <a:off x="3639348" y="1262162"/>
                <a:ext cx="250372" cy="495478"/>
              </a:xfrm>
              <a:prstGeom prst="flowChartMagneticDisk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C2</a:t>
                </a:r>
              </a:p>
            </p:txBody>
          </p:sp>
          <p:sp>
            <p:nvSpPr>
              <p:cNvPr id="124" name="Flowchart: Magnetic Disk 123">
                <a:extLst>
                  <a:ext uri="{FF2B5EF4-FFF2-40B4-BE49-F238E27FC236}">
                    <a16:creationId xmlns:a16="http://schemas.microsoft.com/office/drawing/2014/main" id="{1BC66C4A-B43E-CDBD-323A-E68F82F4C767}"/>
                  </a:ext>
                </a:extLst>
              </p:cNvPr>
              <p:cNvSpPr/>
              <p:nvPr/>
            </p:nvSpPr>
            <p:spPr>
              <a:xfrm rot="5400000">
                <a:off x="3639348" y="1543918"/>
                <a:ext cx="250372" cy="495478"/>
              </a:xfrm>
              <a:prstGeom prst="flowChartMagneticDisk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600" dirty="0"/>
                  <a:t>C3</a:t>
                </a: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91A9E7DB-9511-F618-DEB5-09EC98B4C416}"/>
                  </a:ext>
                </a:extLst>
              </p:cNvPr>
              <p:cNvSpPr/>
              <p:nvPr/>
            </p:nvSpPr>
            <p:spPr>
              <a:xfrm>
                <a:off x="3465260" y="965615"/>
                <a:ext cx="598548" cy="1088572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F38438E-D92C-EEC5-7210-D604EFF4E95D}"/>
                </a:ext>
              </a:extLst>
            </p:cNvPr>
            <p:cNvSpPr txBox="1"/>
            <p:nvPr/>
          </p:nvSpPr>
          <p:spPr>
            <a:xfrm>
              <a:off x="3101617" y="806303"/>
              <a:ext cx="15831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Dedicated &amp; Secured Connections for </a:t>
              </a:r>
              <a:r>
                <a:rPr lang="en-US" sz="800" b="1" dirty="0">
                  <a:solidFill>
                    <a:schemeClr val="accent4">
                      <a:lumMod val="75000"/>
                    </a:schemeClr>
                  </a:solidFill>
                </a:rPr>
                <a:t>4</a:t>
              </a:r>
              <a:r>
                <a:rPr lang="en-US" sz="800" b="1" baseline="30000" dirty="0">
                  <a:solidFill>
                    <a:schemeClr val="accent4">
                      <a:lumMod val="75000"/>
                    </a:schemeClr>
                  </a:solidFill>
                </a:rPr>
                <a:t>th</a:t>
              </a:r>
              <a:r>
                <a:rPr lang="en-US" sz="800" b="1" dirty="0">
                  <a:solidFill>
                    <a:schemeClr val="accent4">
                      <a:lumMod val="75000"/>
                    </a:schemeClr>
                  </a:solidFill>
                </a:rPr>
                <a:t> customer</a:t>
              </a:r>
            </a:p>
          </p:txBody>
        </p:sp>
      </p:grpSp>
      <p:cxnSp>
        <p:nvCxnSpPr>
          <p:cNvPr id="1029" name="Connector: Elbow 1028">
            <a:extLst>
              <a:ext uri="{FF2B5EF4-FFF2-40B4-BE49-F238E27FC236}">
                <a16:creationId xmlns:a16="http://schemas.microsoft.com/office/drawing/2014/main" id="{C970CF15-0B88-007D-2585-FDDAFBEB2CDF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558745" y="1393408"/>
            <a:ext cx="1123582" cy="875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: Elbow 1030">
            <a:extLst>
              <a:ext uri="{FF2B5EF4-FFF2-40B4-BE49-F238E27FC236}">
                <a16:creationId xmlns:a16="http://schemas.microsoft.com/office/drawing/2014/main" id="{F2E42DDD-3FE6-C95A-6A67-1DA1B8737699}"/>
              </a:ext>
            </a:extLst>
          </p:cNvPr>
          <p:cNvCxnSpPr>
            <a:cxnSpLocks/>
            <a:stCxn id="21" idx="3"/>
            <a:endCxn id="51" idx="3"/>
          </p:cNvCxnSpPr>
          <p:nvPr/>
        </p:nvCxnSpPr>
        <p:spPr>
          <a:xfrm flipV="1">
            <a:off x="1558745" y="1706989"/>
            <a:ext cx="1162509" cy="497889"/>
          </a:xfrm>
          <a:prstGeom prst="bentConnector3">
            <a:avLst>
              <a:gd name="adj1" fmla="val 359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: Elbow 1039">
            <a:extLst>
              <a:ext uri="{FF2B5EF4-FFF2-40B4-BE49-F238E27FC236}">
                <a16:creationId xmlns:a16="http://schemas.microsoft.com/office/drawing/2014/main" id="{746AED9B-AEB3-C1B6-5B87-DC1708F0C676}"/>
              </a:ext>
            </a:extLst>
          </p:cNvPr>
          <p:cNvCxnSpPr>
            <a:cxnSpLocks/>
            <a:stCxn id="22" idx="3"/>
            <a:endCxn id="54" idx="3"/>
          </p:cNvCxnSpPr>
          <p:nvPr/>
        </p:nvCxnSpPr>
        <p:spPr>
          <a:xfrm flipV="1">
            <a:off x="1558745" y="1932987"/>
            <a:ext cx="1162509" cy="10833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: Elbow 1052">
            <a:extLst>
              <a:ext uri="{FF2B5EF4-FFF2-40B4-BE49-F238E27FC236}">
                <a16:creationId xmlns:a16="http://schemas.microsoft.com/office/drawing/2014/main" id="{65C26D2F-F473-B741-6DF5-E65C041F4D17}"/>
              </a:ext>
            </a:extLst>
          </p:cNvPr>
          <p:cNvCxnSpPr>
            <a:cxnSpLocks/>
            <a:stCxn id="22" idx="3"/>
            <a:endCxn id="66" idx="3"/>
          </p:cNvCxnSpPr>
          <p:nvPr/>
        </p:nvCxnSpPr>
        <p:spPr>
          <a:xfrm flipV="1">
            <a:off x="1558745" y="2822561"/>
            <a:ext cx="1162509" cy="193787"/>
          </a:xfrm>
          <a:prstGeom prst="bentConnector3">
            <a:avLst>
              <a:gd name="adj1" fmla="val 22845"/>
            </a:avLst>
          </a:prstGeom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: Elbow 1069">
            <a:extLst>
              <a:ext uri="{FF2B5EF4-FFF2-40B4-BE49-F238E27FC236}">
                <a16:creationId xmlns:a16="http://schemas.microsoft.com/office/drawing/2014/main" id="{1E3E4E3A-72EF-1C86-237B-4D248CB41C5F}"/>
              </a:ext>
            </a:extLst>
          </p:cNvPr>
          <p:cNvCxnSpPr>
            <a:cxnSpLocks/>
            <a:stCxn id="39" idx="3"/>
            <a:endCxn id="67" idx="3"/>
          </p:cNvCxnSpPr>
          <p:nvPr/>
        </p:nvCxnSpPr>
        <p:spPr>
          <a:xfrm flipV="1">
            <a:off x="1558745" y="3048559"/>
            <a:ext cx="1162509" cy="779259"/>
          </a:xfrm>
          <a:prstGeom prst="bentConnector3">
            <a:avLst>
              <a:gd name="adj1" fmla="val 50000"/>
            </a:avLst>
          </a:prstGeom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: Elbow 1073">
            <a:extLst>
              <a:ext uri="{FF2B5EF4-FFF2-40B4-BE49-F238E27FC236}">
                <a16:creationId xmlns:a16="http://schemas.microsoft.com/office/drawing/2014/main" id="{FC5B6B69-6BA6-1DA7-8604-480DB78B8F0D}"/>
              </a:ext>
            </a:extLst>
          </p:cNvPr>
          <p:cNvCxnSpPr>
            <a:cxnSpLocks/>
            <a:stCxn id="21" idx="3"/>
            <a:endCxn id="100" idx="3"/>
          </p:cNvCxnSpPr>
          <p:nvPr/>
        </p:nvCxnSpPr>
        <p:spPr>
          <a:xfrm>
            <a:off x="1558745" y="2204878"/>
            <a:ext cx="1162509" cy="1743309"/>
          </a:xfrm>
          <a:prstGeom prst="bentConnector3">
            <a:avLst>
              <a:gd name="adj1" fmla="val 11608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: Elbow 1077">
            <a:extLst>
              <a:ext uri="{FF2B5EF4-FFF2-40B4-BE49-F238E27FC236}">
                <a16:creationId xmlns:a16="http://schemas.microsoft.com/office/drawing/2014/main" id="{34D9B45E-D6E9-8D91-F93C-FB60F3D60B09}"/>
              </a:ext>
            </a:extLst>
          </p:cNvPr>
          <p:cNvCxnSpPr>
            <a:cxnSpLocks/>
            <a:stCxn id="42" idx="3"/>
            <a:endCxn id="101" idx="3"/>
          </p:cNvCxnSpPr>
          <p:nvPr/>
        </p:nvCxnSpPr>
        <p:spPr>
          <a:xfrm flipV="1">
            <a:off x="1558745" y="4174185"/>
            <a:ext cx="1162509" cy="46510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522E32D8-A724-5EC1-8AE7-ACD238269180}"/>
              </a:ext>
            </a:extLst>
          </p:cNvPr>
          <p:cNvCxnSpPr>
            <a:cxnSpLocks/>
            <a:stCxn id="42" idx="3"/>
            <a:endCxn id="109" idx="3"/>
          </p:cNvCxnSpPr>
          <p:nvPr/>
        </p:nvCxnSpPr>
        <p:spPr>
          <a:xfrm>
            <a:off x="1558745" y="4639288"/>
            <a:ext cx="1162509" cy="411111"/>
          </a:xfrm>
          <a:prstGeom prst="bentConnector3">
            <a:avLst>
              <a:gd name="adj1" fmla="val 20972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: Elbow 1084">
            <a:extLst>
              <a:ext uri="{FF2B5EF4-FFF2-40B4-BE49-F238E27FC236}">
                <a16:creationId xmlns:a16="http://schemas.microsoft.com/office/drawing/2014/main" id="{9A49ACA1-648A-95C5-F2A7-334CF44D8A38}"/>
              </a:ext>
            </a:extLst>
          </p:cNvPr>
          <p:cNvCxnSpPr>
            <a:cxnSpLocks/>
            <a:stCxn id="44" idx="3"/>
            <a:endCxn id="117" idx="3"/>
          </p:cNvCxnSpPr>
          <p:nvPr/>
        </p:nvCxnSpPr>
        <p:spPr>
          <a:xfrm flipV="1">
            <a:off x="1558745" y="5276397"/>
            <a:ext cx="1162509" cy="174360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Connector: Elbow 2047">
            <a:extLst>
              <a:ext uri="{FF2B5EF4-FFF2-40B4-BE49-F238E27FC236}">
                <a16:creationId xmlns:a16="http://schemas.microsoft.com/office/drawing/2014/main" id="{BA19E9B8-325A-5834-1D61-2C1A5A2FCD37}"/>
              </a:ext>
            </a:extLst>
          </p:cNvPr>
          <p:cNvCxnSpPr>
            <a:cxnSpLocks/>
            <a:stCxn id="22" idx="3"/>
            <a:endCxn id="124" idx="3"/>
          </p:cNvCxnSpPr>
          <p:nvPr/>
        </p:nvCxnSpPr>
        <p:spPr>
          <a:xfrm>
            <a:off x="1558745" y="3016348"/>
            <a:ext cx="1162509" cy="2486047"/>
          </a:xfrm>
          <a:prstGeom prst="bentConnector3">
            <a:avLst>
              <a:gd name="adj1" fmla="val 30336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Rectangle 2051">
            <a:extLst>
              <a:ext uri="{FF2B5EF4-FFF2-40B4-BE49-F238E27FC236}">
                <a16:creationId xmlns:a16="http://schemas.microsoft.com/office/drawing/2014/main" id="{76E355EF-3FBF-948A-6B9B-C7A1FE6C848A}"/>
              </a:ext>
            </a:extLst>
          </p:cNvPr>
          <p:cNvSpPr/>
          <p:nvPr/>
        </p:nvSpPr>
        <p:spPr>
          <a:xfrm>
            <a:off x="4121168" y="903645"/>
            <a:ext cx="1123119" cy="19017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97341E1D-7FF9-96DA-8379-6684DFCFA49A}"/>
              </a:ext>
            </a:extLst>
          </p:cNvPr>
          <p:cNvSpPr txBox="1"/>
          <p:nvPr/>
        </p:nvSpPr>
        <p:spPr>
          <a:xfrm>
            <a:off x="4030317" y="1049071"/>
            <a:ext cx="1304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Single Cloud Storage with logical partitions or folders for isolating each customer.</a:t>
            </a:r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DAF9DF52-99CD-3244-5F1C-33091CF63DCD}"/>
              </a:ext>
            </a:extLst>
          </p:cNvPr>
          <p:cNvSpPr txBox="1"/>
          <p:nvPr/>
        </p:nvSpPr>
        <p:spPr>
          <a:xfrm>
            <a:off x="4274538" y="2331115"/>
            <a:ext cx="803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Cloud Data Storage</a:t>
            </a:r>
            <a:endParaRPr lang="en-US" sz="800" b="1" dirty="0">
              <a:solidFill>
                <a:srgbClr val="00B050"/>
              </a:solidFill>
            </a:endParaRPr>
          </a:p>
        </p:txBody>
      </p:sp>
      <p:cxnSp>
        <p:nvCxnSpPr>
          <p:cNvPr id="2056" name="Connector: Elbow 2055">
            <a:extLst>
              <a:ext uri="{FF2B5EF4-FFF2-40B4-BE49-F238E27FC236}">
                <a16:creationId xmlns:a16="http://schemas.microsoft.com/office/drawing/2014/main" id="{50B1A540-753E-9181-F134-DB12DA50817C}"/>
              </a:ext>
            </a:extLst>
          </p:cNvPr>
          <p:cNvCxnSpPr>
            <a:cxnSpLocks/>
            <a:stCxn id="56" idx="3"/>
            <a:endCxn id="2052" idx="1"/>
          </p:cNvCxnSpPr>
          <p:nvPr/>
        </p:nvCxnSpPr>
        <p:spPr>
          <a:xfrm>
            <a:off x="3134446" y="1706989"/>
            <a:ext cx="986722" cy="1475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Connector: Elbow 2060">
            <a:extLst>
              <a:ext uri="{FF2B5EF4-FFF2-40B4-BE49-F238E27FC236}">
                <a16:creationId xmlns:a16="http://schemas.microsoft.com/office/drawing/2014/main" id="{52E9C596-5708-49C0-5B48-2C781F38EFD4}"/>
              </a:ext>
            </a:extLst>
          </p:cNvPr>
          <p:cNvCxnSpPr>
            <a:cxnSpLocks/>
            <a:stCxn id="81" idx="3"/>
            <a:endCxn id="2052" idx="1"/>
          </p:cNvCxnSpPr>
          <p:nvPr/>
        </p:nvCxnSpPr>
        <p:spPr>
          <a:xfrm flipV="1">
            <a:off x="3134446" y="1854498"/>
            <a:ext cx="986722" cy="108399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Connector: Elbow 2066">
            <a:extLst>
              <a:ext uri="{FF2B5EF4-FFF2-40B4-BE49-F238E27FC236}">
                <a16:creationId xmlns:a16="http://schemas.microsoft.com/office/drawing/2014/main" id="{1812A5FE-E775-10A1-9AA5-A947E874496F}"/>
              </a:ext>
            </a:extLst>
          </p:cNvPr>
          <p:cNvCxnSpPr>
            <a:cxnSpLocks/>
            <a:stCxn id="104" idx="3"/>
            <a:endCxn id="2052" idx="1"/>
          </p:cNvCxnSpPr>
          <p:nvPr/>
        </p:nvCxnSpPr>
        <p:spPr>
          <a:xfrm flipV="1">
            <a:off x="3134446" y="1854498"/>
            <a:ext cx="986722" cy="220962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Connector: Elbow 2071">
            <a:extLst>
              <a:ext uri="{FF2B5EF4-FFF2-40B4-BE49-F238E27FC236}">
                <a16:creationId xmlns:a16="http://schemas.microsoft.com/office/drawing/2014/main" id="{99043361-3C0E-EE34-200D-EA34BCB5056A}"/>
              </a:ext>
            </a:extLst>
          </p:cNvPr>
          <p:cNvCxnSpPr>
            <a:cxnSpLocks/>
            <a:stCxn id="125" idx="3"/>
            <a:endCxn id="2052" idx="1"/>
          </p:cNvCxnSpPr>
          <p:nvPr/>
        </p:nvCxnSpPr>
        <p:spPr>
          <a:xfrm flipV="1">
            <a:off x="3134446" y="1854498"/>
            <a:ext cx="986722" cy="342189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6" name="Picture 4" descr="Cloud storage Surang Flat icon">
            <a:extLst>
              <a:ext uri="{FF2B5EF4-FFF2-40B4-BE49-F238E27FC236}">
                <a16:creationId xmlns:a16="http://schemas.microsoft.com/office/drawing/2014/main" id="{B4066779-707F-EEA5-F891-C2E5487BB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112" y="1872644"/>
            <a:ext cx="458471" cy="45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5" name="Rectangle 2124">
            <a:extLst>
              <a:ext uri="{FF2B5EF4-FFF2-40B4-BE49-F238E27FC236}">
                <a16:creationId xmlns:a16="http://schemas.microsoft.com/office/drawing/2014/main" id="{F0FE01E4-3CBB-1B4D-74A1-AE0CF1136463}"/>
              </a:ext>
            </a:extLst>
          </p:cNvPr>
          <p:cNvSpPr/>
          <p:nvPr/>
        </p:nvSpPr>
        <p:spPr>
          <a:xfrm>
            <a:off x="4065538" y="3365784"/>
            <a:ext cx="1243047" cy="28336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26" name="TextBox 2125">
            <a:extLst>
              <a:ext uri="{FF2B5EF4-FFF2-40B4-BE49-F238E27FC236}">
                <a16:creationId xmlns:a16="http://schemas.microsoft.com/office/drawing/2014/main" id="{94342922-FC14-D05D-D0AC-93FC7091D475}"/>
              </a:ext>
            </a:extLst>
          </p:cNvPr>
          <p:cNvSpPr txBox="1"/>
          <p:nvPr/>
        </p:nvSpPr>
        <p:spPr>
          <a:xfrm>
            <a:off x="4065537" y="3366938"/>
            <a:ext cx="1243048" cy="5232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Common Data Model</a:t>
            </a:r>
          </a:p>
        </p:txBody>
      </p:sp>
      <p:sp>
        <p:nvSpPr>
          <p:cNvPr id="2127" name="Rectangle 2126">
            <a:extLst>
              <a:ext uri="{FF2B5EF4-FFF2-40B4-BE49-F238E27FC236}">
                <a16:creationId xmlns:a16="http://schemas.microsoft.com/office/drawing/2014/main" id="{FA58E47F-0B34-8EDC-933D-3E0AF9521391}"/>
              </a:ext>
            </a:extLst>
          </p:cNvPr>
          <p:cNvSpPr/>
          <p:nvPr/>
        </p:nvSpPr>
        <p:spPr>
          <a:xfrm>
            <a:off x="4121168" y="4174185"/>
            <a:ext cx="1123119" cy="19017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31" name="Picture 32" descr="Data Model Icons - Free SVG &amp; PNG Data Model Images - Noun ...">
            <a:extLst>
              <a:ext uri="{FF2B5EF4-FFF2-40B4-BE49-F238E27FC236}">
                <a16:creationId xmlns:a16="http://schemas.microsoft.com/office/drawing/2014/main" id="{07D2B794-5441-950B-1292-5CE89CAC1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957" y="4625228"/>
            <a:ext cx="528328" cy="53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2" name="TextBox 2131">
            <a:extLst>
              <a:ext uri="{FF2B5EF4-FFF2-40B4-BE49-F238E27FC236}">
                <a16:creationId xmlns:a16="http://schemas.microsoft.com/office/drawing/2014/main" id="{FE1E069A-99C6-CA78-0D10-E5D07C97C1CF}"/>
              </a:ext>
            </a:extLst>
          </p:cNvPr>
          <p:cNvSpPr txBox="1"/>
          <p:nvPr/>
        </p:nvSpPr>
        <p:spPr>
          <a:xfrm>
            <a:off x="4214499" y="5126526"/>
            <a:ext cx="986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 dirty="0">
                <a:solidFill>
                  <a:schemeClr val="tx1"/>
                </a:solidFill>
              </a:rPr>
              <a:t>Common Data Model</a:t>
            </a:r>
          </a:p>
        </p:txBody>
      </p:sp>
      <p:grpSp>
        <p:nvGrpSpPr>
          <p:cNvPr id="2145" name="Group 2144">
            <a:extLst>
              <a:ext uri="{FF2B5EF4-FFF2-40B4-BE49-F238E27FC236}">
                <a16:creationId xmlns:a16="http://schemas.microsoft.com/office/drawing/2014/main" id="{5DF83941-C01B-18D9-D1B6-67E20B61EA28}"/>
              </a:ext>
            </a:extLst>
          </p:cNvPr>
          <p:cNvGrpSpPr/>
          <p:nvPr/>
        </p:nvGrpSpPr>
        <p:grpSpPr>
          <a:xfrm>
            <a:off x="5642780" y="1799713"/>
            <a:ext cx="1463727" cy="810426"/>
            <a:chOff x="5631121" y="1623562"/>
            <a:chExt cx="1463727" cy="810426"/>
          </a:xfrm>
        </p:grpSpPr>
        <p:sp>
          <p:nvSpPr>
            <p:cNvPr id="2133" name="Rectangle 2132">
              <a:extLst>
                <a:ext uri="{FF2B5EF4-FFF2-40B4-BE49-F238E27FC236}">
                  <a16:creationId xmlns:a16="http://schemas.microsoft.com/office/drawing/2014/main" id="{1E28E4BD-8E5A-D6F0-5F2B-8B039DF7FF66}"/>
                </a:ext>
              </a:extLst>
            </p:cNvPr>
            <p:cNvSpPr/>
            <p:nvPr/>
          </p:nvSpPr>
          <p:spPr>
            <a:xfrm>
              <a:off x="5805501" y="1647855"/>
              <a:ext cx="1123119" cy="78613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37" name="Picture 6" descr="Digital transformation - Free technology icons">
              <a:extLst>
                <a:ext uri="{FF2B5EF4-FFF2-40B4-BE49-F238E27FC236}">
                  <a16:creationId xmlns:a16="http://schemas.microsoft.com/office/drawing/2014/main" id="{07846D82-36B8-9F0C-1196-87D95B2C7A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2168" y="1944034"/>
              <a:ext cx="461133" cy="461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41" name="TextBox 2140">
              <a:extLst>
                <a:ext uri="{FF2B5EF4-FFF2-40B4-BE49-F238E27FC236}">
                  <a16:creationId xmlns:a16="http://schemas.microsoft.com/office/drawing/2014/main" id="{BAD4D978-F7F3-2EFF-DC07-022F8431A1C0}"/>
                </a:ext>
              </a:extLst>
            </p:cNvPr>
            <p:cNvSpPr txBox="1"/>
            <p:nvPr/>
          </p:nvSpPr>
          <p:spPr>
            <a:xfrm>
              <a:off x="5631121" y="1623562"/>
              <a:ext cx="14637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accent1"/>
                  </a:solidFill>
                </a:rPr>
                <a:t>Tenant 1 </a:t>
              </a:r>
              <a:r>
                <a:rPr lang="en-US" sz="800" b="1" dirty="0"/>
                <a:t>Specific Transformation</a:t>
              </a:r>
            </a:p>
          </p:txBody>
        </p:sp>
      </p:grpSp>
      <p:grpSp>
        <p:nvGrpSpPr>
          <p:cNvPr id="2146" name="Group 2145">
            <a:extLst>
              <a:ext uri="{FF2B5EF4-FFF2-40B4-BE49-F238E27FC236}">
                <a16:creationId xmlns:a16="http://schemas.microsoft.com/office/drawing/2014/main" id="{5B19B0B9-BDED-D8BA-A38C-76F45E23E15E}"/>
              </a:ext>
            </a:extLst>
          </p:cNvPr>
          <p:cNvGrpSpPr/>
          <p:nvPr/>
        </p:nvGrpSpPr>
        <p:grpSpPr>
          <a:xfrm>
            <a:off x="5660869" y="2962875"/>
            <a:ext cx="1463727" cy="806932"/>
            <a:chOff x="5649210" y="2617816"/>
            <a:chExt cx="1463727" cy="806932"/>
          </a:xfrm>
        </p:grpSpPr>
        <p:sp>
          <p:nvSpPr>
            <p:cNvPr id="2135" name="Rectangle 2134">
              <a:extLst>
                <a:ext uri="{FF2B5EF4-FFF2-40B4-BE49-F238E27FC236}">
                  <a16:creationId xmlns:a16="http://schemas.microsoft.com/office/drawing/2014/main" id="{506DA63D-48E5-797D-1A35-576E7836D259}"/>
                </a:ext>
              </a:extLst>
            </p:cNvPr>
            <p:cNvSpPr/>
            <p:nvPr/>
          </p:nvSpPr>
          <p:spPr>
            <a:xfrm>
              <a:off x="5805501" y="2638615"/>
              <a:ext cx="1123119" cy="78613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38" name="Picture 6" descr="Digital transformation - Free technology icons">
              <a:extLst>
                <a:ext uri="{FF2B5EF4-FFF2-40B4-BE49-F238E27FC236}">
                  <a16:creationId xmlns:a16="http://schemas.microsoft.com/office/drawing/2014/main" id="{B08B7327-9EAA-BBAC-1C22-64F870371C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2168" y="2935571"/>
              <a:ext cx="461133" cy="461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42" name="TextBox 2141">
              <a:extLst>
                <a:ext uri="{FF2B5EF4-FFF2-40B4-BE49-F238E27FC236}">
                  <a16:creationId xmlns:a16="http://schemas.microsoft.com/office/drawing/2014/main" id="{A97EF8BE-5313-6A1D-0A56-535C256FD5ED}"/>
                </a:ext>
              </a:extLst>
            </p:cNvPr>
            <p:cNvSpPr txBox="1"/>
            <p:nvPr/>
          </p:nvSpPr>
          <p:spPr>
            <a:xfrm>
              <a:off x="5649210" y="2617816"/>
              <a:ext cx="14637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accent2">
                      <a:lumMod val="75000"/>
                    </a:schemeClr>
                  </a:solidFill>
                </a:rPr>
                <a:t>Tenant 2 </a:t>
              </a:r>
              <a:r>
                <a:rPr lang="en-US" sz="800" b="1" dirty="0"/>
                <a:t>Specific Transformation</a:t>
              </a:r>
            </a:p>
          </p:txBody>
        </p:sp>
      </p:grpSp>
      <p:grpSp>
        <p:nvGrpSpPr>
          <p:cNvPr id="2147" name="Group 2146">
            <a:extLst>
              <a:ext uri="{FF2B5EF4-FFF2-40B4-BE49-F238E27FC236}">
                <a16:creationId xmlns:a16="http://schemas.microsoft.com/office/drawing/2014/main" id="{24F14A9E-B505-6E74-CED2-387A44DEDAE4}"/>
              </a:ext>
            </a:extLst>
          </p:cNvPr>
          <p:cNvGrpSpPr/>
          <p:nvPr/>
        </p:nvGrpSpPr>
        <p:grpSpPr>
          <a:xfrm>
            <a:off x="5652529" y="4122543"/>
            <a:ext cx="1463727" cy="801117"/>
            <a:chOff x="5640870" y="3614391"/>
            <a:chExt cx="1463727" cy="801117"/>
          </a:xfrm>
        </p:grpSpPr>
        <p:sp>
          <p:nvSpPr>
            <p:cNvPr id="2134" name="Rectangle 2133">
              <a:extLst>
                <a:ext uri="{FF2B5EF4-FFF2-40B4-BE49-F238E27FC236}">
                  <a16:creationId xmlns:a16="http://schemas.microsoft.com/office/drawing/2014/main" id="{F520F88C-2E23-DB7A-32EA-3CBB1EB48CD4}"/>
                </a:ext>
              </a:extLst>
            </p:cNvPr>
            <p:cNvSpPr/>
            <p:nvPr/>
          </p:nvSpPr>
          <p:spPr>
            <a:xfrm>
              <a:off x="5805501" y="3629375"/>
              <a:ext cx="1123119" cy="78613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39" name="Picture 6" descr="Digital transformation - Free technology icons">
              <a:extLst>
                <a:ext uri="{FF2B5EF4-FFF2-40B4-BE49-F238E27FC236}">
                  <a16:creationId xmlns:a16="http://schemas.microsoft.com/office/drawing/2014/main" id="{0569BDFB-C005-CA81-BC23-31BD09D424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2168" y="3912021"/>
              <a:ext cx="461133" cy="461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43" name="TextBox 2142">
              <a:extLst>
                <a:ext uri="{FF2B5EF4-FFF2-40B4-BE49-F238E27FC236}">
                  <a16:creationId xmlns:a16="http://schemas.microsoft.com/office/drawing/2014/main" id="{2242895B-FE2F-7F95-4124-B58ABE2B980B}"/>
                </a:ext>
              </a:extLst>
            </p:cNvPr>
            <p:cNvSpPr txBox="1"/>
            <p:nvPr/>
          </p:nvSpPr>
          <p:spPr>
            <a:xfrm>
              <a:off x="5640870" y="3614391"/>
              <a:ext cx="14637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accent6">
                      <a:lumMod val="75000"/>
                    </a:schemeClr>
                  </a:solidFill>
                </a:rPr>
                <a:t>Tenant 3</a:t>
              </a:r>
              <a:r>
                <a:rPr lang="en-US" sz="8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US" sz="800" b="1" dirty="0"/>
                <a:t>Specific Transformation</a:t>
              </a:r>
            </a:p>
          </p:txBody>
        </p:sp>
      </p:grpSp>
      <p:grpSp>
        <p:nvGrpSpPr>
          <p:cNvPr id="2148" name="Group 2147">
            <a:extLst>
              <a:ext uri="{FF2B5EF4-FFF2-40B4-BE49-F238E27FC236}">
                <a16:creationId xmlns:a16="http://schemas.microsoft.com/office/drawing/2014/main" id="{C9301997-76FF-00AF-BAA4-92EEB86D387C}"/>
              </a:ext>
            </a:extLst>
          </p:cNvPr>
          <p:cNvGrpSpPr/>
          <p:nvPr/>
        </p:nvGrpSpPr>
        <p:grpSpPr>
          <a:xfrm>
            <a:off x="5652528" y="5276397"/>
            <a:ext cx="1463727" cy="814021"/>
            <a:chOff x="5640869" y="4592246"/>
            <a:chExt cx="1463727" cy="814021"/>
          </a:xfrm>
        </p:grpSpPr>
        <p:sp>
          <p:nvSpPr>
            <p:cNvPr id="2136" name="Rectangle 2135">
              <a:extLst>
                <a:ext uri="{FF2B5EF4-FFF2-40B4-BE49-F238E27FC236}">
                  <a16:creationId xmlns:a16="http://schemas.microsoft.com/office/drawing/2014/main" id="{4D9C254A-958A-A1F4-DC4B-7BF2B50BD32B}"/>
                </a:ext>
              </a:extLst>
            </p:cNvPr>
            <p:cNvSpPr/>
            <p:nvPr/>
          </p:nvSpPr>
          <p:spPr>
            <a:xfrm>
              <a:off x="5805501" y="4620134"/>
              <a:ext cx="1123119" cy="78613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40" name="Picture 6" descr="Digital transformation - Free technology icons">
              <a:extLst>
                <a:ext uri="{FF2B5EF4-FFF2-40B4-BE49-F238E27FC236}">
                  <a16:creationId xmlns:a16="http://schemas.microsoft.com/office/drawing/2014/main" id="{F5FF42D5-63A5-FCC5-819A-8A90A94400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2168" y="4902912"/>
              <a:ext cx="461133" cy="461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44" name="TextBox 2143">
              <a:extLst>
                <a:ext uri="{FF2B5EF4-FFF2-40B4-BE49-F238E27FC236}">
                  <a16:creationId xmlns:a16="http://schemas.microsoft.com/office/drawing/2014/main" id="{640DEC33-A0D0-0830-9F4A-9BE512509D22}"/>
                </a:ext>
              </a:extLst>
            </p:cNvPr>
            <p:cNvSpPr txBox="1"/>
            <p:nvPr/>
          </p:nvSpPr>
          <p:spPr>
            <a:xfrm>
              <a:off x="5640869" y="4592246"/>
              <a:ext cx="14637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accent4">
                      <a:lumMod val="75000"/>
                    </a:schemeClr>
                  </a:solidFill>
                </a:rPr>
                <a:t>Tenant 4 </a:t>
              </a:r>
              <a:r>
                <a:rPr lang="en-US" sz="800" b="1" dirty="0"/>
                <a:t>Specific Transformation</a:t>
              </a:r>
            </a:p>
          </p:txBody>
        </p:sp>
      </p:grpSp>
      <p:sp>
        <p:nvSpPr>
          <p:cNvPr id="2149" name="TextBox 2148">
            <a:extLst>
              <a:ext uri="{FF2B5EF4-FFF2-40B4-BE49-F238E27FC236}">
                <a16:creationId xmlns:a16="http://schemas.microsoft.com/office/drawing/2014/main" id="{C1D00FA4-B75D-AC04-A100-11AFC5A85F1A}"/>
              </a:ext>
            </a:extLst>
          </p:cNvPr>
          <p:cNvSpPr txBox="1"/>
          <p:nvPr/>
        </p:nvSpPr>
        <p:spPr>
          <a:xfrm>
            <a:off x="5731979" y="958418"/>
            <a:ext cx="13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Tenant Specific Isolation to avoid any accidental merging or conflicts.</a:t>
            </a:r>
          </a:p>
        </p:txBody>
      </p:sp>
      <p:sp>
        <p:nvSpPr>
          <p:cNvPr id="2150" name="Rectangle 2149">
            <a:extLst>
              <a:ext uri="{FF2B5EF4-FFF2-40B4-BE49-F238E27FC236}">
                <a16:creationId xmlns:a16="http://schemas.microsoft.com/office/drawing/2014/main" id="{95AC5D54-F7F5-E0E8-A991-E35651AF52BE}"/>
              </a:ext>
            </a:extLst>
          </p:cNvPr>
          <p:cNvSpPr/>
          <p:nvPr/>
        </p:nvSpPr>
        <p:spPr>
          <a:xfrm>
            <a:off x="7495761" y="325952"/>
            <a:ext cx="1243047" cy="30731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51" name="TextBox 2150">
            <a:extLst>
              <a:ext uri="{FF2B5EF4-FFF2-40B4-BE49-F238E27FC236}">
                <a16:creationId xmlns:a16="http://schemas.microsoft.com/office/drawing/2014/main" id="{7DB66B62-24D9-1122-4042-D1D58BECEEB1}"/>
              </a:ext>
            </a:extLst>
          </p:cNvPr>
          <p:cNvSpPr txBox="1"/>
          <p:nvPr/>
        </p:nvSpPr>
        <p:spPr>
          <a:xfrm>
            <a:off x="7495760" y="327106"/>
            <a:ext cx="1243048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Data Lake</a:t>
            </a:r>
          </a:p>
        </p:txBody>
      </p:sp>
      <p:sp>
        <p:nvSpPr>
          <p:cNvPr id="2152" name="Rectangle 2151">
            <a:extLst>
              <a:ext uri="{FF2B5EF4-FFF2-40B4-BE49-F238E27FC236}">
                <a16:creationId xmlns:a16="http://schemas.microsoft.com/office/drawing/2014/main" id="{015C1CD6-597C-67A6-288F-5EBA1C98B94C}"/>
              </a:ext>
            </a:extLst>
          </p:cNvPr>
          <p:cNvSpPr/>
          <p:nvPr/>
        </p:nvSpPr>
        <p:spPr>
          <a:xfrm>
            <a:off x="7551391" y="914247"/>
            <a:ext cx="1123119" cy="229344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3" name="TextBox 2152">
            <a:extLst>
              <a:ext uri="{FF2B5EF4-FFF2-40B4-BE49-F238E27FC236}">
                <a16:creationId xmlns:a16="http://schemas.microsoft.com/office/drawing/2014/main" id="{F42C0923-198E-27D7-EED9-9605E755070F}"/>
              </a:ext>
            </a:extLst>
          </p:cNvPr>
          <p:cNvSpPr txBox="1"/>
          <p:nvPr/>
        </p:nvSpPr>
        <p:spPr>
          <a:xfrm>
            <a:off x="7576958" y="1059672"/>
            <a:ext cx="11884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Multi Tenant Schema through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Tenant Id </a:t>
            </a:r>
            <a:r>
              <a:rPr lang="en-US" sz="800" dirty="0"/>
              <a:t>in each record.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Separate Schema </a:t>
            </a:r>
            <a:r>
              <a:rPr lang="en-US" sz="800" dirty="0"/>
              <a:t>to ensure data isolation.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Virtual Schema </a:t>
            </a:r>
          </a:p>
        </p:txBody>
      </p:sp>
      <p:pic>
        <p:nvPicPr>
          <p:cNvPr id="2156" name="Picture 30" descr="Data lake - Free electronics icons">
            <a:extLst>
              <a:ext uri="{FF2B5EF4-FFF2-40B4-BE49-F238E27FC236}">
                <a16:creationId xmlns:a16="http://schemas.microsoft.com/office/drawing/2014/main" id="{EAA5F6FE-67FD-FB4D-0D01-929097099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107" y="2309009"/>
            <a:ext cx="452582" cy="45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7" name="TextBox 2156">
            <a:extLst>
              <a:ext uri="{FF2B5EF4-FFF2-40B4-BE49-F238E27FC236}">
                <a16:creationId xmlns:a16="http://schemas.microsoft.com/office/drawing/2014/main" id="{7A093632-4C6E-F109-3942-1E21E0537C85}"/>
              </a:ext>
            </a:extLst>
          </p:cNvPr>
          <p:cNvSpPr txBox="1"/>
          <p:nvPr/>
        </p:nvSpPr>
        <p:spPr>
          <a:xfrm>
            <a:off x="7414845" y="2825007"/>
            <a:ext cx="1407394" cy="382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 dirty="0">
                <a:solidFill>
                  <a:schemeClr val="tx1"/>
                </a:solidFill>
              </a:rPr>
              <a:t>Data Lake</a:t>
            </a:r>
          </a:p>
          <a:p>
            <a:pPr algn="ctr"/>
            <a:r>
              <a:rPr lang="en-IN" sz="800" dirty="0"/>
              <a:t>Polyglot Persistence</a:t>
            </a:r>
          </a:p>
        </p:txBody>
      </p:sp>
      <p:sp>
        <p:nvSpPr>
          <p:cNvPr id="2158" name="Rectangle 2157">
            <a:extLst>
              <a:ext uri="{FF2B5EF4-FFF2-40B4-BE49-F238E27FC236}">
                <a16:creationId xmlns:a16="http://schemas.microsoft.com/office/drawing/2014/main" id="{A6DAA63C-0ED3-5A18-BD84-F590FF805814}"/>
              </a:ext>
            </a:extLst>
          </p:cNvPr>
          <p:cNvSpPr/>
          <p:nvPr/>
        </p:nvSpPr>
        <p:spPr>
          <a:xfrm>
            <a:off x="7475657" y="3487054"/>
            <a:ext cx="1243047" cy="2719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59" name="TextBox 2158">
            <a:extLst>
              <a:ext uri="{FF2B5EF4-FFF2-40B4-BE49-F238E27FC236}">
                <a16:creationId xmlns:a16="http://schemas.microsoft.com/office/drawing/2014/main" id="{A4978AD9-0813-1CC0-7DBE-7FC6A8B2ADB1}"/>
              </a:ext>
            </a:extLst>
          </p:cNvPr>
          <p:cNvSpPr txBox="1"/>
          <p:nvPr/>
        </p:nvSpPr>
        <p:spPr>
          <a:xfrm>
            <a:off x="7475656" y="3488207"/>
            <a:ext cx="1243048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Data Security</a:t>
            </a:r>
          </a:p>
        </p:txBody>
      </p:sp>
      <p:sp>
        <p:nvSpPr>
          <p:cNvPr id="2160" name="Rectangle 2159">
            <a:extLst>
              <a:ext uri="{FF2B5EF4-FFF2-40B4-BE49-F238E27FC236}">
                <a16:creationId xmlns:a16="http://schemas.microsoft.com/office/drawing/2014/main" id="{CB699FA6-CC3B-B9F3-047E-B4F14AE6DDCA}"/>
              </a:ext>
            </a:extLst>
          </p:cNvPr>
          <p:cNvSpPr/>
          <p:nvPr/>
        </p:nvSpPr>
        <p:spPr>
          <a:xfrm>
            <a:off x="7532233" y="4027727"/>
            <a:ext cx="1123119" cy="19474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61" name="Picture 8" descr="Data encryption - Free security icons">
            <a:extLst>
              <a:ext uri="{FF2B5EF4-FFF2-40B4-BE49-F238E27FC236}">
                <a16:creationId xmlns:a16="http://schemas.microsoft.com/office/drawing/2014/main" id="{1EAA8779-64D4-0143-2E07-9FB05B1DD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856" y="5236738"/>
            <a:ext cx="417872" cy="41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62" name="TextBox 2161">
            <a:extLst>
              <a:ext uri="{FF2B5EF4-FFF2-40B4-BE49-F238E27FC236}">
                <a16:creationId xmlns:a16="http://schemas.microsoft.com/office/drawing/2014/main" id="{1E9F0FA7-B980-6C41-2127-AA5DAB0472AE}"/>
              </a:ext>
            </a:extLst>
          </p:cNvPr>
          <p:cNvSpPr txBox="1"/>
          <p:nvPr/>
        </p:nvSpPr>
        <p:spPr>
          <a:xfrm>
            <a:off x="7390095" y="5691328"/>
            <a:ext cx="14073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 dirty="0">
                <a:solidFill>
                  <a:schemeClr val="tx1"/>
                </a:solidFill>
              </a:rPr>
              <a:t>Data Encryption</a:t>
            </a:r>
          </a:p>
        </p:txBody>
      </p:sp>
      <p:pic>
        <p:nvPicPr>
          <p:cNvPr id="2163" name="Picture 10" descr="Access control - Free security icons">
            <a:extLst>
              <a:ext uri="{FF2B5EF4-FFF2-40B4-BE49-F238E27FC236}">
                <a16:creationId xmlns:a16="http://schemas.microsoft.com/office/drawing/2014/main" id="{D0C1925C-0958-E936-3B7A-45155BAB0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464" y="4269553"/>
            <a:ext cx="499895" cy="49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64" name="TextBox 2163">
            <a:extLst>
              <a:ext uri="{FF2B5EF4-FFF2-40B4-BE49-F238E27FC236}">
                <a16:creationId xmlns:a16="http://schemas.microsoft.com/office/drawing/2014/main" id="{C2ED57D4-751A-2FDD-804B-DFBE21008C58}"/>
              </a:ext>
            </a:extLst>
          </p:cNvPr>
          <p:cNvSpPr txBox="1"/>
          <p:nvPr/>
        </p:nvSpPr>
        <p:spPr>
          <a:xfrm>
            <a:off x="7486105" y="4802688"/>
            <a:ext cx="1216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 dirty="0"/>
              <a:t>Role Based Access Control</a:t>
            </a:r>
            <a:endParaRPr lang="en-IN" sz="800" b="1" dirty="0">
              <a:solidFill>
                <a:schemeClr val="tx1"/>
              </a:solidFill>
            </a:endParaRPr>
          </a:p>
        </p:txBody>
      </p:sp>
      <p:sp>
        <p:nvSpPr>
          <p:cNvPr id="2165" name="Rectangle 2164">
            <a:extLst>
              <a:ext uri="{FF2B5EF4-FFF2-40B4-BE49-F238E27FC236}">
                <a16:creationId xmlns:a16="http://schemas.microsoft.com/office/drawing/2014/main" id="{C9772029-ABD9-5BA9-20B9-0A3250057B41}"/>
              </a:ext>
            </a:extLst>
          </p:cNvPr>
          <p:cNvSpPr/>
          <p:nvPr/>
        </p:nvSpPr>
        <p:spPr>
          <a:xfrm>
            <a:off x="9203645" y="316955"/>
            <a:ext cx="1243047" cy="58797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66" name="TextBox 2165">
            <a:extLst>
              <a:ext uri="{FF2B5EF4-FFF2-40B4-BE49-F238E27FC236}">
                <a16:creationId xmlns:a16="http://schemas.microsoft.com/office/drawing/2014/main" id="{6BA6BA0C-AE41-0246-155C-D157BED66251}"/>
              </a:ext>
            </a:extLst>
          </p:cNvPr>
          <p:cNvSpPr txBox="1"/>
          <p:nvPr/>
        </p:nvSpPr>
        <p:spPr>
          <a:xfrm>
            <a:off x="9201388" y="316956"/>
            <a:ext cx="1243047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Governance</a:t>
            </a:r>
          </a:p>
        </p:txBody>
      </p:sp>
      <p:sp>
        <p:nvSpPr>
          <p:cNvPr id="2168" name="Rectangle 2167">
            <a:extLst>
              <a:ext uri="{FF2B5EF4-FFF2-40B4-BE49-F238E27FC236}">
                <a16:creationId xmlns:a16="http://schemas.microsoft.com/office/drawing/2014/main" id="{B40A97A0-B85F-900D-786A-4CE50EEC83F8}"/>
              </a:ext>
            </a:extLst>
          </p:cNvPr>
          <p:cNvSpPr/>
          <p:nvPr/>
        </p:nvSpPr>
        <p:spPr>
          <a:xfrm>
            <a:off x="9267336" y="903645"/>
            <a:ext cx="1123119" cy="518677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96" name="Group 2195">
            <a:extLst>
              <a:ext uri="{FF2B5EF4-FFF2-40B4-BE49-F238E27FC236}">
                <a16:creationId xmlns:a16="http://schemas.microsoft.com/office/drawing/2014/main" id="{03546837-1445-01B3-E7DD-AAA6370593E3}"/>
              </a:ext>
            </a:extLst>
          </p:cNvPr>
          <p:cNvGrpSpPr/>
          <p:nvPr/>
        </p:nvGrpSpPr>
        <p:grpSpPr>
          <a:xfrm>
            <a:off x="9201387" y="1183416"/>
            <a:ext cx="1243048" cy="671081"/>
            <a:chOff x="9201387" y="1311602"/>
            <a:chExt cx="1243048" cy="671081"/>
          </a:xfrm>
        </p:grpSpPr>
        <p:sp>
          <p:nvSpPr>
            <p:cNvPr id="2170" name="TextBox 2169">
              <a:extLst>
                <a:ext uri="{FF2B5EF4-FFF2-40B4-BE49-F238E27FC236}">
                  <a16:creationId xmlns:a16="http://schemas.microsoft.com/office/drawing/2014/main" id="{BB5C592B-86D5-7103-82AF-3750469522F0}"/>
                </a:ext>
              </a:extLst>
            </p:cNvPr>
            <p:cNvSpPr txBox="1"/>
            <p:nvPr/>
          </p:nvSpPr>
          <p:spPr>
            <a:xfrm>
              <a:off x="9201387" y="1644129"/>
              <a:ext cx="12430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Customer Control on Data</a:t>
              </a:r>
            </a:p>
          </p:txBody>
        </p:sp>
        <p:pic>
          <p:nvPicPr>
            <p:cNvPr id="2184" name="Picture 12" descr="Ownership - Free business and finance icons">
              <a:extLst>
                <a:ext uri="{FF2B5EF4-FFF2-40B4-BE49-F238E27FC236}">
                  <a16:creationId xmlns:a16="http://schemas.microsoft.com/office/drawing/2014/main" id="{D33E4755-9395-0F39-0D37-4B2D6E68D5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52270" y="1311602"/>
              <a:ext cx="347436" cy="34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94" name="Group 2193">
            <a:extLst>
              <a:ext uri="{FF2B5EF4-FFF2-40B4-BE49-F238E27FC236}">
                <a16:creationId xmlns:a16="http://schemas.microsoft.com/office/drawing/2014/main" id="{79421232-0CB9-4915-F190-E43D8CDDC5AB}"/>
              </a:ext>
            </a:extLst>
          </p:cNvPr>
          <p:cNvGrpSpPr/>
          <p:nvPr/>
        </p:nvGrpSpPr>
        <p:grpSpPr>
          <a:xfrm>
            <a:off x="9173470" y="3237080"/>
            <a:ext cx="1362824" cy="891755"/>
            <a:chOff x="9176734" y="4462819"/>
            <a:chExt cx="1362824" cy="891755"/>
          </a:xfrm>
        </p:grpSpPr>
        <p:pic>
          <p:nvPicPr>
            <p:cNvPr id="2187" name="Picture 22" descr="Data Catalog | Microsoft Azure Color">
              <a:extLst>
                <a:ext uri="{FF2B5EF4-FFF2-40B4-BE49-F238E27FC236}">
                  <a16:creationId xmlns:a16="http://schemas.microsoft.com/office/drawing/2014/main" id="{0E5DFD2A-F150-980A-16DB-329955B8DD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1598" y="4462819"/>
              <a:ext cx="473096" cy="477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88" name="TextBox 2187">
              <a:extLst>
                <a:ext uri="{FF2B5EF4-FFF2-40B4-BE49-F238E27FC236}">
                  <a16:creationId xmlns:a16="http://schemas.microsoft.com/office/drawing/2014/main" id="{5E9BD927-9137-6308-3896-5851FA9B9BE3}"/>
                </a:ext>
              </a:extLst>
            </p:cNvPr>
            <p:cNvSpPr txBox="1"/>
            <p:nvPr/>
          </p:nvSpPr>
          <p:spPr>
            <a:xfrm>
              <a:off x="9176734" y="4960913"/>
              <a:ext cx="1362824" cy="39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 dirty="0"/>
                <a:t>Data </a:t>
              </a:r>
              <a:r>
                <a:rPr lang="en-IN" sz="800" b="1" dirty="0" err="1"/>
                <a:t>Catalog</a:t>
              </a:r>
              <a:endParaRPr lang="en-IN" sz="800" b="1" dirty="0"/>
            </a:p>
            <a:p>
              <a:pPr algn="ctr"/>
              <a:r>
                <a:rPr lang="en-IN" sz="800" dirty="0"/>
                <a:t>Cognitive Search</a:t>
              </a:r>
            </a:p>
          </p:txBody>
        </p:sp>
      </p:grpSp>
      <p:grpSp>
        <p:nvGrpSpPr>
          <p:cNvPr id="2195" name="Group 2194">
            <a:extLst>
              <a:ext uri="{FF2B5EF4-FFF2-40B4-BE49-F238E27FC236}">
                <a16:creationId xmlns:a16="http://schemas.microsoft.com/office/drawing/2014/main" id="{15F7F54B-0877-DFC2-02B2-0B2F10C7EA0F}"/>
              </a:ext>
            </a:extLst>
          </p:cNvPr>
          <p:cNvGrpSpPr/>
          <p:nvPr/>
        </p:nvGrpSpPr>
        <p:grpSpPr>
          <a:xfrm>
            <a:off x="9141499" y="4327599"/>
            <a:ext cx="1362824" cy="640777"/>
            <a:chOff x="9152516" y="4768190"/>
            <a:chExt cx="1362824" cy="640777"/>
          </a:xfrm>
        </p:grpSpPr>
        <p:pic>
          <p:nvPicPr>
            <p:cNvPr id="2189" name="Picture 24" descr="Data Lineage Icons - Free SVG &amp; PNG Data Lineage Images - Noun Project">
              <a:extLst>
                <a:ext uri="{FF2B5EF4-FFF2-40B4-BE49-F238E27FC236}">
                  <a16:creationId xmlns:a16="http://schemas.microsoft.com/office/drawing/2014/main" id="{6C06120F-297C-7423-BEDD-24BAC0A268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5394" y="4768190"/>
              <a:ext cx="417071" cy="430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90" name="TextBox 2189">
              <a:extLst>
                <a:ext uri="{FF2B5EF4-FFF2-40B4-BE49-F238E27FC236}">
                  <a16:creationId xmlns:a16="http://schemas.microsoft.com/office/drawing/2014/main" id="{7C70E53E-B5BF-16CD-BA55-B60276CA2A3E}"/>
                </a:ext>
              </a:extLst>
            </p:cNvPr>
            <p:cNvSpPr txBox="1"/>
            <p:nvPr/>
          </p:nvSpPr>
          <p:spPr>
            <a:xfrm>
              <a:off x="9152516" y="5162930"/>
              <a:ext cx="1362824" cy="2460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/>
                <a:t>Data Lineage</a:t>
              </a:r>
              <a:endParaRPr lang="en-IN" sz="800"/>
            </a:p>
          </p:txBody>
        </p:sp>
      </p:grpSp>
      <p:grpSp>
        <p:nvGrpSpPr>
          <p:cNvPr id="2193" name="Group 2192">
            <a:extLst>
              <a:ext uri="{FF2B5EF4-FFF2-40B4-BE49-F238E27FC236}">
                <a16:creationId xmlns:a16="http://schemas.microsoft.com/office/drawing/2014/main" id="{6BEF5D1C-B300-44A5-FFDC-6A92CE473F33}"/>
              </a:ext>
            </a:extLst>
          </p:cNvPr>
          <p:cNvGrpSpPr/>
          <p:nvPr/>
        </p:nvGrpSpPr>
        <p:grpSpPr>
          <a:xfrm>
            <a:off x="9211493" y="2143150"/>
            <a:ext cx="1243048" cy="701165"/>
            <a:chOff x="9201387" y="2114617"/>
            <a:chExt cx="1243048" cy="701165"/>
          </a:xfrm>
        </p:grpSpPr>
        <p:sp>
          <p:nvSpPr>
            <p:cNvPr id="2185" name="TextBox 2184">
              <a:extLst>
                <a:ext uri="{FF2B5EF4-FFF2-40B4-BE49-F238E27FC236}">
                  <a16:creationId xmlns:a16="http://schemas.microsoft.com/office/drawing/2014/main" id="{5885A6DD-D1F7-AC2D-3EC3-0A33DFDC11DA}"/>
                </a:ext>
              </a:extLst>
            </p:cNvPr>
            <p:cNvSpPr txBox="1"/>
            <p:nvPr/>
          </p:nvSpPr>
          <p:spPr>
            <a:xfrm>
              <a:off x="9201387" y="2600338"/>
              <a:ext cx="12430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Data Quality</a:t>
              </a:r>
            </a:p>
          </p:txBody>
        </p:sp>
        <p:pic>
          <p:nvPicPr>
            <p:cNvPr id="2192" name="Picture 16" descr="Data quality - Free computer icons">
              <a:extLst>
                <a:ext uri="{FF2B5EF4-FFF2-40B4-BE49-F238E27FC236}">
                  <a16:creationId xmlns:a16="http://schemas.microsoft.com/office/drawing/2014/main" id="{D3DA7E3D-E9DA-2582-1FCD-B70DB0ABD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0046" y="2114617"/>
              <a:ext cx="474235" cy="474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99" name="TextBox 2198">
            <a:extLst>
              <a:ext uri="{FF2B5EF4-FFF2-40B4-BE49-F238E27FC236}">
                <a16:creationId xmlns:a16="http://schemas.microsoft.com/office/drawing/2014/main" id="{23CE0060-0A61-A4D8-AD1E-ED8339064BDC}"/>
              </a:ext>
            </a:extLst>
          </p:cNvPr>
          <p:cNvSpPr txBox="1"/>
          <p:nvPr/>
        </p:nvSpPr>
        <p:spPr>
          <a:xfrm>
            <a:off x="9151605" y="5668919"/>
            <a:ext cx="13628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1" dirty="0"/>
              <a:t>Monitoring &amp; Logging</a:t>
            </a:r>
            <a:endParaRPr lang="en-IN" sz="800" dirty="0"/>
          </a:p>
        </p:txBody>
      </p:sp>
      <p:pic>
        <p:nvPicPr>
          <p:cNvPr id="2200" name="Picture 18" descr="Monitoring Icons - Free SVG &amp; PNG Monitoring Images - Noun ...">
            <a:extLst>
              <a:ext uri="{FF2B5EF4-FFF2-40B4-BE49-F238E27FC236}">
                <a16:creationId xmlns:a16="http://schemas.microsoft.com/office/drawing/2014/main" id="{C5262827-A9FB-F1C9-C2CB-AADA46A0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315" y="5280368"/>
            <a:ext cx="461134" cy="46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1" name="Rectangle 2200">
            <a:extLst>
              <a:ext uri="{FF2B5EF4-FFF2-40B4-BE49-F238E27FC236}">
                <a16:creationId xmlns:a16="http://schemas.microsoft.com/office/drawing/2014/main" id="{7ACB2529-23B3-4AFF-2AB7-AFBA6CF97D6F}"/>
              </a:ext>
            </a:extLst>
          </p:cNvPr>
          <p:cNvSpPr/>
          <p:nvPr/>
        </p:nvSpPr>
        <p:spPr>
          <a:xfrm>
            <a:off x="10858439" y="327106"/>
            <a:ext cx="1243047" cy="5879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202" name="TextBox 2201">
            <a:extLst>
              <a:ext uri="{FF2B5EF4-FFF2-40B4-BE49-F238E27FC236}">
                <a16:creationId xmlns:a16="http://schemas.microsoft.com/office/drawing/2014/main" id="{C924E814-B2ED-858D-C61E-40BE1D8A14BF}"/>
              </a:ext>
            </a:extLst>
          </p:cNvPr>
          <p:cNvSpPr txBox="1"/>
          <p:nvPr/>
        </p:nvSpPr>
        <p:spPr>
          <a:xfrm>
            <a:off x="10856182" y="327107"/>
            <a:ext cx="1243047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Consumption</a:t>
            </a:r>
          </a:p>
        </p:txBody>
      </p:sp>
      <p:sp>
        <p:nvSpPr>
          <p:cNvPr id="2203" name="Rectangle 2202">
            <a:extLst>
              <a:ext uri="{FF2B5EF4-FFF2-40B4-BE49-F238E27FC236}">
                <a16:creationId xmlns:a16="http://schemas.microsoft.com/office/drawing/2014/main" id="{4689397D-E537-64C0-9715-3E3BA2A8C564}"/>
              </a:ext>
            </a:extLst>
          </p:cNvPr>
          <p:cNvSpPr/>
          <p:nvPr/>
        </p:nvSpPr>
        <p:spPr>
          <a:xfrm>
            <a:off x="10922130" y="2033399"/>
            <a:ext cx="1123119" cy="406717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2" name="TextBox 2221">
            <a:extLst>
              <a:ext uri="{FF2B5EF4-FFF2-40B4-BE49-F238E27FC236}">
                <a16:creationId xmlns:a16="http://schemas.microsoft.com/office/drawing/2014/main" id="{DBABB45A-8948-33B6-CD13-CEDAD72438B2}"/>
              </a:ext>
            </a:extLst>
          </p:cNvPr>
          <p:cNvSpPr txBox="1"/>
          <p:nvPr/>
        </p:nvSpPr>
        <p:spPr>
          <a:xfrm>
            <a:off x="10896033" y="841970"/>
            <a:ext cx="11884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Tenant Specific Views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Self Serve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Tenant specific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Data Observability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/>
              <a:t>Notifications Configurations</a:t>
            </a:r>
          </a:p>
        </p:txBody>
      </p:sp>
      <p:grpSp>
        <p:nvGrpSpPr>
          <p:cNvPr id="2229" name="Group 2228">
            <a:extLst>
              <a:ext uri="{FF2B5EF4-FFF2-40B4-BE49-F238E27FC236}">
                <a16:creationId xmlns:a16="http://schemas.microsoft.com/office/drawing/2014/main" id="{ED89E380-5AD7-4A92-8A18-163EF83965D1}"/>
              </a:ext>
            </a:extLst>
          </p:cNvPr>
          <p:cNvGrpSpPr/>
          <p:nvPr/>
        </p:nvGrpSpPr>
        <p:grpSpPr>
          <a:xfrm>
            <a:off x="10737496" y="2596151"/>
            <a:ext cx="1583133" cy="790161"/>
            <a:chOff x="10686137" y="1690707"/>
            <a:chExt cx="1583133" cy="790161"/>
          </a:xfrm>
        </p:grpSpPr>
        <p:pic>
          <p:nvPicPr>
            <p:cNvPr id="2223" name="Picture 20" descr="Data visualization - Free computer icons">
              <a:extLst>
                <a:ext uri="{FF2B5EF4-FFF2-40B4-BE49-F238E27FC236}">
                  <a16:creationId xmlns:a16="http://schemas.microsoft.com/office/drawing/2014/main" id="{928ECBCB-9719-1C05-E89A-0245BEB800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92674" y="1690707"/>
              <a:ext cx="570061" cy="570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24" name="TextBox 2223">
              <a:extLst>
                <a:ext uri="{FF2B5EF4-FFF2-40B4-BE49-F238E27FC236}">
                  <a16:creationId xmlns:a16="http://schemas.microsoft.com/office/drawing/2014/main" id="{B41C6EB8-3177-BF59-EA1C-3CF7D86AB8EB}"/>
                </a:ext>
              </a:extLst>
            </p:cNvPr>
            <p:cNvSpPr txBox="1"/>
            <p:nvPr/>
          </p:nvSpPr>
          <p:spPr>
            <a:xfrm>
              <a:off x="10686137" y="2265424"/>
              <a:ext cx="15831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View 1</a:t>
              </a:r>
              <a:endParaRPr 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228" name="Group 2227">
            <a:extLst>
              <a:ext uri="{FF2B5EF4-FFF2-40B4-BE49-F238E27FC236}">
                <a16:creationId xmlns:a16="http://schemas.microsoft.com/office/drawing/2014/main" id="{F8D3F910-C497-96FF-A762-7412107B1146}"/>
              </a:ext>
            </a:extLst>
          </p:cNvPr>
          <p:cNvGrpSpPr/>
          <p:nvPr/>
        </p:nvGrpSpPr>
        <p:grpSpPr>
          <a:xfrm>
            <a:off x="10684614" y="3764702"/>
            <a:ext cx="1719339" cy="686996"/>
            <a:chOff x="10633255" y="2859258"/>
            <a:chExt cx="1719339" cy="686996"/>
          </a:xfrm>
        </p:grpSpPr>
        <p:sp>
          <p:nvSpPr>
            <p:cNvPr id="2226" name="TextBox 2225">
              <a:extLst>
                <a:ext uri="{FF2B5EF4-FFF2-40B4-BE49-F238E27FC236}">
                  <a16:creationId xmlns:a16="http://schemas.microsoft.com/office/drawing/2014/main" id="{E5E3239D-08CD-A23A-7157-E92EA1592648}"/>
                </a:ext>
              </a:extLst>
            </p:cNvPr>
            <p:cNvSpPr txBox="1"/>
            <p:nvPr/>
          </p:nvSpPr>
          <p:spPr>
            <a:xfrm>
              <a:off x="10633255" y="3330810"/>
              <a:ext cx="1719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View 2</a:t>
              </a:r>
              <a:endParaRPr 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pic>
          <p:nvPicPr>
            <p:cNvPr id="2227" name="Picture 22" descr="Data visualization - Free marketing icons">
              <a:extLst>
                <a:ext uri="{FF2B5EF4-FFF2-40B4-BE49-F238E27FC236}">
                  <a16:creationId xmlns:a16="http://schemas.microsoft.com/office/drawing/2014/main" id="{579B96EB-AEAC-3561-492F-6EDAF671C3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32721" y="2859258"/>
              <a:ext cx="489964" cy="4899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30" name="Picture 24" descr="Data visualization - Free marketing icons">
            <a:extLst>
              <a:ext uri="{FF2B5EF4-FFF2-40B4-BE49-F238E27FC236}">
                <a16:creationId xmlns:a16="http://schemas.microsoft.com/office/drawing/2014/main" id="{DA6F31E7-3091-5B97-B85E-940FF94DC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2459" y="4767724"/>
            <a:ext cx="453206" cy="45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31" name="TextBox 2230">
            <a:extLst>
              <a:ext uri="{FF2B5EF4-FFF2-40B4-BE49-F238E27FC236}">
                <a16:creationId xmlns:a16="http://schemas.microsoft.com/office/drawing/2014/main" id="{FEE117B8-1514-A659-CA48-3853B2F62DBA}"/>
              </a:ext>
            </a:extLst>
          </p:cNvPr>
          <p:cNvSpPr txBox="1"/>
          <p:nvPr/>
        </p:nvSpPr>
        <p:spPr>
          <a:xfrm>
            <a:off x="10651945" y="5326110"/>
            <a:ext cx="17193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View 3</a:t>
            </a:r>
            <a:endParaRPr lang="en-US" sz="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32" name="Rectangle 2231">
            <a:extLst>
              <a:ext uri="{FF2B5EF4-FFF2-40B4-BE49-F238E27FC236}">
                <a16:creationId xmlns:a16="http://schemas.microsoft.com/office/drawing/2014/main" id="{EA408A60-AE38-C498-ED74-FA48A3C8AD59}"/>
              </a:ext>
            </a:extLst>
          </p:cNvPr>
          <p:cNvSpPr/>
          <p:nvPr/>
        </p:nvSpPr>
        <p:spPr>
          <a:xfrm>
            <a:off x="8865782" y="6411685"/>
            <a:ext cx="195943" cy="1094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3" name="TextBox 2232">
            <a:extLst>
              <a:ext uri="{FF2B5EF4-FFF2-40B4-BE49-F238E27FC236}">
                <a16:creationId xmlns:a16="http://schemas.microsoft.com/office/drawing/2014/main" id="{906B12A7-15DB-1E15-4466-5B88BDFD28A9}"/>
              </a:ext>
            </a:extLst>
          </p:cNvPr>
          <p:cNvSpPr txBox="1"/>
          <p:nvPr/>
        </p:nvSpPr>
        <p:spPr>
          <a:xfrm>
            <a:off x="8963753" y="6570992"/>
            <a:ext cx="1583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Tenant Specific Capability</a:t>
            </a:r>
            <a:endParaRPr lang="en-US" sz="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34" name="Rectangle 2233">
            <a:extLst>
              <a:ext uri="{FF2B5EF4-FFF2-40B4-BE49-F238E27FC236}">
                <a16:creationId xmlns:a16="http://schemas.microsoft.com/office/drawing/2014/main" id="{96A3333F-178A-E2E2-82F5-35B770CB70C6}"/>
              </a:ext>
            </a:extLst>
          </p:cNvPr>
          <p:cNvSpPr/>
          <p:nvPr/>
        </p:nvSpPr>
        <p:spPr>
          <a:xfrm>
            <a:off x="8865784" y="6618515"/>
            <a:ext cx="195943" cy="1094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6" name="TextBox 2235">
            <a:extLst>
              <a:ext uri="{FF2B5EF4-FFF2-40B4-BE49-F238E27FC236}">
                <a16:creationId xmlns:a16="http://schemas.microsoft.com/office/drawing/2014/main" id="{99F819B2-8E60-F5FC-646A-194811FAD8D8}"/>
              </a:ext>
            </a:extLst>
          </p:cNvPr>
          <p:cNvSpPr txBox="1"/>
          <p:nvPr/>
        </p:nvSpPr>
        <p:spPr>
          <a:xfrm>
            <a:off x="8832748" y="6375461"/>
            <a:ext cx="1583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Common Capability</a:t>
            </a:r>
            <a:endParaRPr lang="en-US" sz="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custData r:id="rId1"/>
    </p:custDataLst>
    <p:extLst>
      <p:ext uri="{BB962C8B-B14F-4D97-AF65-F5344CB8AC3E}">
        <p14:creationId xmlns:p14="http://schemas.microsoft.com/office/powerpoint/2010/main" val="571465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Rectangle 1222">
            <a:extLst>
              <a:ext uri="{FF2B5EF4-FFF2-40B4-BE49-F238E27FC236}">
                <a16:creationId xmlns:a16="http://schemas.microsoft.com/office/drawing/2014/main" id="{7FEB14F1-CBC4-5050-AE03-0199B215F9AF}"/>
              </a:ext>
            </a:extLst>
          </p:cNvPr>
          <p:cNvSpPr/>
          <p:nvPr/>
        </p:nvSpPr>
        <p:spPr>
          <a:xfrm>
            <a:off x="2037053" y="3150113"/>
            <a:ext cx="9847982" cy="2428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8B0A336-F138-520C-38F3-F3F05E47DB80}"/>
              </a:ext>
            </a:extLst>
          </p:cNvPr>
          <p:cNvSpPr/>
          <p:nvPr/>
        </p:nvSpPr>
        <p:spPr>
          <a:xfrm>
            <a:off x="2041253" y="384876"/>
            <a:ext cx="9847982" cy="25684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CBEB0959-46B0-D85A-55D8-7F2737AF6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2" imgH="623" progId="TCLayout.ActiveDocument.1">
                  <p:embed/>
                </p:oleObj>
              </mc:Choice>
              <mc:Fallback>
                <p:oleObj name="think-cell Slide" r:id="rId3" imgW="622" imgH="623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CBEB0959-46B0-D85A-55D8-7F2737AF6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F93F-C876-4A6D-B4BB-CDA1410600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90BC9-E9A2-C440-A324-AB64D5A8CCA8}"/>
              </a:ext>
            </a:extLst>
          </p:cNvPr>
          <p:cNvSpPr txBox="1"/>
          <p:nvPr/>
        </p:nvSpPr>
        <p:spPr>
          <a:xfrm>
            <a:off x="-6980" y="4592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233363" marR="0" lvl="0" indent="-2301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03030">
                  <a:lumMod val="50000"/>
                  <a:lumOff val="50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240"/>
              </a:solidFill>
              <a:effectLst/>
              <a:uLnTx/>
              <a:uFillTx/>
              <a:latin typeface="Calibri" panose="020F0502020204030204"/>
              <a:ea typeface="+mn-ea"/>
              <a:cs typeface="Tahoma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AD4F97-B68A-C1BA-A128-F924D4875258}"/>
              </a:ext>
            </a:extLst>
          </p:cNvPr>
          <p:cNvSpPr/>
          <p:nvPr/>
        </p:nvSpPr>
        <p:spPr>
          <a:xfrm>
            <a:off x="150871" y="950254"/>
            <a:ext cx="1282280" cy="4404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6D81C6-847D-B04C-7CF3-46F87498211B}"/>
              </a:ext>
            </a:extLst>
          </p:cNvPr>
          <p:cNvSpPr txBox="1"/>
          <p:nvPr/>
        </p:nvSpPr>
        <p:spPr>
          <a:xfrm>
            <a:off x="355092" y="720302"/>
            <a:ext cx="908033" cy="23833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Data Sources</a:t>
            </a:r>
            <a:endParaRPr lang="en-IN" sz="1050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76B120-5F3C-C9B8-CFBE-7235C498C592}"/>
              </a:ext>
            </a:extLst>
          </p:cNvPr>
          <p:cNvGrpSpPr/>
          <p:nvPr/>
        </p:nvGrpSpPr>
        <p:grpSpPr>
          <a:xfrm>
            <a:off x="210634" y="1077251"/>
            <a:ext cx="1096404" cy="622407"/>
            <a:chOff x="796510" y="1834635"/>
            <a:chExt cx="1444093" cy="97971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B233336-7737-D4BF-0E35-6A8710804651}"/>
                </a:ext>
              </a:extLst>
            </p:cNvPr>
            <p:cNvGrpSpPr/>
            <p:nvPr/>
          </p:nvGrpSpPr>
          <p:grpSpPr>
            <a:xfrm>
              <a:off x="796510" y="1834635"/>
              <a:ext cx="1444093" cy="979714"/>
              <a:chOff x="796510" y="1066800"/>
              <a:chExt cx="1444093" cy="97971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2F124C2-5589-02FD-94A1-663698F2F80E}"/>
                  </a:ext>
                </a:extLst>
              </p:cNvPr>
              <p:cNvSpPr/>
              <p:nvPr/>
            </p:nvSpPr>
            <p:spPr>
              <a:xfrm>
                <a:off x="859970" y="1066800"/>
                <a:ext cx="1317173" cy="9797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EF7BD5-007B-6083-0118-CADA36B65843}"/>
                  </a:ext>
                </a:extLst>
              </p:cNvPr>
              <p:cNvSpPr txBox="1"/>
              <p:nvPr/>
            </p:nvSpPr>
            <p:spPr>
              <a:xfrm>
                <a:off x="796510" y="1619464"/>
                <a:ext cx="14440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800" b="1" dirty="0">
                    <a:solidFill>
                      <a:schemeClr val="tx1"/>
                    </a:solidFill>
                  </a:rPr>
                  <a:t>Unstructured Data</a:t>
                </a:r>
              </a:p>
              <a:p>
                <a:pPr algn="ctr"/>
                <a:r>
                  <a:rPr lang="en-IN" sz="800" dirty="0"/>
                  <a:t>Videos, Images, Audio </a:t>
                </a:r>
              </a:p>
            </p:txBody>
          </p:sp>
        </p:grpSp>
        <p:pic>
          <p:nvPicPr>
            <p:cNvPr id="21" name="Picture 6" descr="Unstructured data - Free seo and web icons">
              <a:extLst>
                <a:ext uri="{FF2B5EF4-FFF2-40B4-BE49-F238E27FC236}">
                  <a16:creationId xmlns:a16="http://schemas.microsoft.com/office/drawing/2014/main" id="{FD59FD0E-A7AA-344B-91D7-8F5017FEF6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7170" y="1909581"/>
              <a:ext cx="402772" cy="402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A6D771-9315-FBDA-680D-DF1EB0851A36}"/>
              </a:ext>
            </a:extLst>
          </p:cNvPr>
          <p:cNvGrpSpPr/>
          <p:nvPr/>
        </p:nvGrpSpPr>
        <p:grpSpPr>
          <a:xfrm>
            <a:off x="166651" y="1786077"/>
            <a:ext cx="1096405" cy="591348"/>
            <a:chOff x="813390" y="1066800"/>
            <a:chExt cx="1444093" cy="103201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D6C73D1-FCD4-B28A-1D1A-818D8B642576}"/>
                </a:ext>
              </a:extLst>
            </p:cNvPr>
            <p:cNvSpPr/>
            <p:nvPr/>
          </p:nvSpPr>
          <p:spPr>
            <a:xfrm>
              <a:off x="859970" y="1066800"/>
              <a:ext cx="1317173" cy="9797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B15965-1417-74DA-1618-18F873487E05}"/>
                </a:ext>
              </a:extLst>
            </p:cNvPr>
            <p:cNvSpPr txBox="1"/>
            <p:nvPr/>
          </p:nvSpPr>
          <p:spPr>
            <a:xfrm>
              <a:off x="813390" y="1698710"/>
              <a:ext cx="1444093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 dirty="0">
                  <a:solidFill>
                    <a:schemeClr val="tx1"/>
                  </a:solidFill>
                </a:rPr>
                <a:t>Semi-structured Data</a:t>
              </a:r>
            </a:p>
            <a:p>
              <a:pPr algn="ctr"/>
              <a:r>
                <a:rPr lang="en-IN" sz="800" dirty="0"/>
                <a:t>Csv, Logs, Json, Xml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90575E-0E52-AFE7-E433-6D32C36EF74E}"/>
              </a:ext>
            </a:extLst>
          </p:cNvPr>
          <p:cNvGrpSpPr/>
          <p:nvPr/>
        </p:nvGrpSpPr>
        <p:grpSpPr>
          <a:xfrm>
            <a:off x="258813" y="2520025"/>
            <a:ext cx="1000044" cy="643117"/>
            <a:chOff x="796508" y="4495800"/>
            <a:chExt cx="1444093" cy="97971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923CBF6-F4D9-DFF2-F2D3-4160196E7595}"/>
                </a:ext>
              </a:extLst>
            </p:cNvPr>
            <p:cNvGrpSpPr/>
            <p:nvPr/>
          </p:nvGrpSpPr>
          <p:grpSpPr>
            <a:xfrm>
              <a:off x="796508" y="4495800"/>
              <a:ext cx="1444093" cy="979714"/>
              <a:chOff x="796510" y="1066800"/>
              <a:chExt cx="1444093" cy="97971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D75ECB-2492-FE58-1CC4-AD99A2FA2ED8}"/>
                  </a:ext>
                </a:extLst>
              </p:cNvPr>
              <p:cNvSpPr/>
              <p:nvPr/>
            </p:nvSpPr>
            <p:spPr>
              <a:xfrm>
                <a:off x="859970" y="1066800"/>
                <a:ext cx="1317173" cy="9797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C293F68-5C8A-A9C9-63A3-FF87DB671FB7}"/>
                  </a:ext>
                </a:extLst>
              </p:cNvPr>
              <p:cNvSpPr txBox="1"/>
              <p:nvPr/>
            </p:nvSpPr>
            <p:spPr>
              <a:xfrm>
                <a:off x="796510" y="1619464"/>
                <a:ext cx="14440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800" b="1" dirty="0">
                    <a:solidFill>
                      <a:schemeClr val="tx1"/>
                    </a:solidFill>
                  </a:rPr>
                  <a:t>Relational Database</a:t>
                </a:r>
              </a:p>
              <a:p>
                <a:pPr algn="ctr"/>
                <a:r>
                  <a:rPr lang="en-IN" sz="800" dirty="0"/>
                  <a:t>Structured</a:t>
                </a:r>
              </a:p>
            </p:txBody>
          </p:sp>
        </p:grpSp>
        <p:pic>
          <p:nvPicPr>
            <p:cNvPr id="29" name="Picture 12" descr="Relational Database Icon - Free Download Network &amp; Communication Icons |  IconScout">
              <a:extLst>
                <a:ext uri="{FF2B5EF4-FFF2-40B4-BE49-F238E27FC236}">
                  <a16:creationId xmlns:a16="http://schemas.microsoft.com/office/drawing/2014/main" id="{521EFA3B-796B-4FEC-F875-0A4C57FD6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841" y="4550229"/>
              <a:ext cx="478971" cy="47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2" name="Picture 24" descr="Semi-Structured Data Processing | Forms Recognition | ESILAB">
            <a:extLst>
              <a:ext uri="{FF2B5EF4-FFF2-40B4-BE49-F238E27FC236}">
                <a16:creationId xmlns:a16="http://schemas.microsoft.com/office/drawing/2014/main" id="{133C68DB-F3D9-8DE5-45FA-B74909FCA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27" y="1890071"/>
            <a:ext cx="303777" cy="28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Cylinder 99">
            <a:extLst>
              <a:ext uri="{FF2B5EF4-FFF2-40B4-BE49-F238E27FC236}">
                <a16:creationId xmlns:a16="http://schemas.microsoft.com/office/drawing/2014/main" id="{2463266A-882E-CEBE-9181-11EA74D29692}"/>
              </a:ext>
            </a:extLst>
          </p:cNvPr>
          <p:cNvSpPr/>
          <p:nvPr/>
        </p:nvSpPr>
        <p:spPr>
          <a:xfrm rot="16200000">
            <a:off x="1674713" y="865720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A59FB5F-0789-9A19-9300-EC36AED6F357}"/>
              </a:ext>
            </a:extLst>
          </p:cNvPr>
          <p:cNvSpPr/>
          <p:nvPr/>
        </p:nvSpPr>
        <p:spPr>
          <a:xfrm>
            <a:off x="2354884" y="836290"/>
            <a:ext cx="389132" cy="16577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5BB4ADC-4659-CD7F-B84C-C181562F3EDF}"/>
              </a:ext>
            </a:extLst>
          </p:cNvPr>
          <p:cNvSpPr/>
          <p:nvPr/>
        </p:nvSpPr>
        <p:spPr>
          <a:xfrm>
            <a:off x="3204797" y="882439"/>
            <a:ext cx="856097" cy="6299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Cleansed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A33EAD0-E2B5-808D-B258-BCAEEAA30A29}"/>
              </a:ext>
            </a:extLst>
          </p:cNvPr>
          <p:cNvCxnSpPr>
            <a:cxnSpLocks/>
          </p:cNvCxnSpPr>
          <p:nvPr/>
        </p:nvCxnSpPr>
        <p:spPr>
          <a:xfrm flipV="1">
            <a:off x="1452058" y="989894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D1A5BBD-C6C2-EC3A-0755-AE218523141B}"/>
              </a:ext>
            </a:extLst>
          </p:cNvPr>
          <p:cNvCxnSpPr>
            <a:cxnSpLocks/>
          </p:cNvCxnSpPr>
          <p:nvPr/>
        </p:nvCxnSpPr>
        <p:spPr>
          <a:xfrm>
            <a:off x="2744016" y="1161844"/>
            <a:ext cx="492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3945087-EA54-1CA9-D2AA-2EB598163C4C}"/>
              </a:ext>
            </a:extLst>
          </p:cNvPr>
          <p:cNvCxnSpPr>
            <a:cxnSpLocks/>
          </p:cNvCxnSpPr>
          <p:nvPr/>
        </p:nvCxnSpPr>
        <p:spPr>
          <a:xfrm>
            <a:off x="4046836" y="1159735"/>
            <a:ext cx="378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50D3832-A568-0B77-0C1B-821B1693EF27}"/>
              </a:ext>
            </a:extLst>
          </p:cNvPr>
          <p:cNvSpPr/>
          <p:nvPr/>
        </p:nvSpPr>
        <p:spPr>
          <a:xfrm>
            <a:off x="4410532" y="913428"/>
            <a:ext cx="856097" cy="8004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CDM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0D2B81C-9C7E-0157-A3A0-AD3E3ED7F0D7}"/>
              </a:ext>
            </a:extLst>
          </p:cNvPr>
          <p:cNvSpPr/>
          <p:nvPr/>
        </p:nvSpPr>
        <p:spPr>
          <a:xfrm>
            <a:off x="5616531" y="893344"/>
            <a:ext cx="2002152" cy="925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highlight>
                  <a:srgbClr val="FF00FF"/>
                </a:highlight>
              </a:rPr>
              <a:t>Semantic Layer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B031DC1-1120-C545-BA5A-1F75ED19A1E6}"/>
              </a:ext>
            </a:extLst>
          </p:cNvPr>
          <p:cNvCxnSpPr>
            <a:cxnSpLocks/>
          </p:cNvCxnSpPr>
          <p:nvPr/>
        </p:nvCxnSpPr>
        <p:spPr>
          <a:xfrm>
            <a:off x="5247068" y="1174407"/>
            <a:ext cx="378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509FB43D-6D7C-4FD8-9147-12351BEF5C70}"/>
              </a:ext>
            </a:extLst>
          </p:cNvPr>
          <p:cNvSpPr txBox="1"/>
          <p:nvPr/>
        </p:nvSpPr>
        <p:spPr>
          <a:xfrm>
            <a:off x="1455815" y="544974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E377EC9-C928-0D03-9C8C-E1451513AF44}"/>
              </a:ext>
            </a:extLst>
          </p:cNvPr>
          <p:cNvCxnSpPr>
            <a:cxnSpLocks/>
          </p:cNvCxnSpPr>
          <p:nvPr/>
        </p:nvCxnSpPr>
        <p:spPr>
          <a:xfrm>
            <a:off x="2951954" y="1196863"/>
            <a:ext cx="0" cy="636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F3E7B9F-C803-DF02-AEB3-F28255148C7A}"/>
              </a:ext>
            </a:extLst>
          </p:cNvPr>
          <p:cNvCxnSpPr>
            <a:cxnSpLocks/>
          </p:cNvCxnSpPr>
          <p:nvPr/>
        </p:nvCxnSpPr>
        <p:spPr>
          <a:xfrm flipV="1">
            <a:off x="3070592" y="1187189"/>
            <a:ext cx="0" cy="646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3DAF1252-2BCD-6DE1-4F92-E767A0EE1556}"/>
              </a:ext>
            </a:extLst>
          </p:cNvPr>
          <p:cNvSpPr/>
          <p:nvPr/>
        </p:nvSpPr>
        <p:spPr>
          <a:xfrm>
            <a:off x="2873489" y="1833699"/>
            <a:ext cx="630660" cy="6713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DQ Framework</a:t>
            </a:r>
            <a:endParaRPr lang="en-IN" sz="1100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2C59B5A-5790-1797-C4FD-2C2CE95B99B5}"/>
              </a:ext>
            </a:extLst>
          </p:cNvPr>
          <p:cNvCxnSpPr>
            <a:cxnSpLocks/>
          </p:cNvCxnSpPr>
          <p:nvPr/>
        </p:nvCxnSpPr>
        <p:spPr>
          <a:xfrm flipV="1">
            <a:off x="7618683" y="922325"/>
            <a:ext cx="1367041" cy="14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DE51068E-D608-C78E-0B87-0EAC8F95FC3E}"/>
              </a:ext>
            </a:extLst>
          </p:cNvPr>
          <p:cNvSpPr txBox="1"/>
          <p:nvPr/>
        </p:nvSpPr>
        <p:spPr>
          <a:xfrm>
            <a:off x="4288912" y="126895"/>
            <a:ext cx="3825192" cy="3077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SINGLE TENANT (Server 1, Different Instance)</a:t>
            </a:r>
            <a:endParaRPr lang="en-IN" sz="1400" b="1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068E701-0FA8-F256-561E-516F036847EE}"/>
              </a:ext>
            </a:extLst>
          </p:cNvPr>
          <p:cNvSpPr/>
          <p:nvPr/>
        </p:nvSpPr>
        <p:spPr>
          <a:xfrm>
            <a:off x="8972899" y="673019"/>
            <a:ext cx="2568695" cy="316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 Visualizations 1</a:t>
            </a:r>
          </a:p>
        </p:txBody>
      </p:sp>
      <p:sp>
        <p:nvSpPr>
          <p:cNvPr id="147" name="Cylinder 146">
            <a:extLst>
              <a:ext uri="{FF2B5EF4-FFF2-40B4-BE49-F238E27FC236}">
                <a16:creationId xmlns:a16="http://schemas.microsoft.com/office/drawing/2014/main" id="{C2799010-F5E7-B5CF-43BC-FEB43C7BB12A}"/>
              </a:ext>
            </a:extLst>
          </p:cNvPr>
          <p:cNvSpPr/>
          <p:nvPr/>
        </p:nvSpPr>
        <p:spPr>
          <a:xfrm rot="16200000">
            <a:off x="1627813" y="1539236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2C1D545-8E2C-E2E8-7D7B-B98AB9FF5D54}"/>
              </a:ext>
            </a:extLst>
          </p:cNvPr>
          <p:cNvSpPr txBox="1"/>
          <p:nvPr/>
        </p:nvSpPr>
        <p:spPr>
          <a:xfrm>
            <a:off x="1408915" y="1218490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sp>
        <p:nvSpPr>
          <p:cNvPr id="151" name="Cylinder 150">
            <a:extLst>
              <a:ext uri="{FF2B5EF4-FFF2-40B4-BE49-F238E27FC236}">
                <a16:creationId xmlns:a16="http://schemas.microsoft.com/office/drawing/2014/main" id="{63709F95-F1CE-CE08-961D-3C454DE6DA5E}"/>
              </a:ext>
            </a:extLst>
          </p:cNvPr>
          <p:cNvSpPr/>
          <p:nvPr/>
        </p:nvSpPr>
        <p:spPr>
          <a:xfrm rot="16200000">
            <a:off x="1633741" y="2226301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192DB71-90EC-3F41-6001-872C33F060CD}"/>
              </a:ext>
            </a:extLst>
          </p:cNvPr>
          <p:cNvSpPr txBox="1"/>
          <p:nvPr/>
        </p:nvSpPr>
        <p:spPr>
          <a:xfrm>
            <a:off x="1414843" y="1970209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sp>
        <p:nvSpPr>
          <p:cNvPr id="159" name="Cylinder 158">
            <a:extLst>
              <a:ext uri="{FF2B5EF4-FFF2-40B4-BE49-F238E27FC236}">
                <a16:creationId xmlns:a16="http://schemas.microsoft.com/office/drawing/2014/main" id="{332A8359-0476-F8CC-480B-94CD3A8F540B}"/>
              </a:ext>
            </a:extLst>
          </p:cNvPr>
          <p:cNvSpPr/>
          <p:nvPr/>
        </p:nvSpPr>
        <p:spPr>
          <a:xfrm rot="152875">
            <a:off x="5831143" y="1264202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Cylinder 159">
            <a:extLst>
              <a:ext uri="{FF2B5EF4-FFF2-40B4-BE49-F238E27FC236}">
                <a16:creationId xmlns:a16="http://schemas.microsoft.com/office/drawing/2014/main" id="{3846FFB6-182E-E17D-E923-E7BA6FA55231}"/>
              </a:ext>
            </a:extLst>
          </p:cNvPr>
          <p:cNvSpPr/>
          <p:nvPr/>
        </p:nvSpPr>
        <p:spPr>
          <a:xfrm rot="152875">
            <a:off x="6447234" y="1266961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1" name="Cylinder 160">
            <a:extLst>
              <a:ext uri="{FF2B5EF4-FFF2-40B4-BE49-F238E27FC236}">
                <a16:creationId xmlns:a16="http://schemas.microsoft.com/office/drawing/2014/main" id="{BB206BDE-44AA-BA9F-10B9-EA9243BF6A54}"/>
              </a:ext>
            </a:extLst>
          </p:cNvPr>
          <p:cNvSpPr/>
          <p:nvPr/>
        </p:nvSpPr>
        <p:spPr>
          <a:xfrm rot="152875">
            <a:off x="7128533" y="1271116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22DB3A7-5AC2-28FF-B5AD-A524163EF7FE}"/>
              </a:ext>
            </a:extLst>
          </p:cNvPr>
          <p:cNvSpPr txBox="1"/>
          <p:nvPr/>
        </p:nvSpPr>
        <p:spPr>
          <a:xfrm>
            <a:off x="5710724" y="1012856"/>
            <a:ext cx="632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DB 1</a:t>
            </a:r>
            <a:endParaRPr lang="en-IN" sz="8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25ACE0D-3001-3294-876B-5B7E3AE9EBCE}"/>
              </a:ext>
            </a:extLst>
          </p:cNvPr>
          <p:cNvSpPr txBox="1"/>
          <p:nvPr/>
        </p:nvSpPr>
        <p:spPr>
          <a:xfrm>
            <a:off x="6276097" y="1042928"/>
            <a:ext cx="632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DB 2</a:t>
            </a:r>
            <a:endParaRPr lang="en-IN" sz="8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504B931-F9C2-FCD3-9F3B-D3DD4DF83345}"/>
              </a:ext>
            </a:extLst>
          </p:cNvPr>
          <p:cNvSpPr txBox="1"/>
          <p:nvPr/>
        </p:nvSpPr>
        <p:spPr>
          <a:xfrm>
            <a:off x="6807335" y="1055481"/>
            <a:ext cx="632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DB 3</a:t>
            </a:r>
            <a:endParaRPr lang="en-IN" sz="8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5C45BF7-7420-E9E3-9D7C-4D609288804E}"/>
              </a:ext>
            </a:extLst>
          </p:cNvPr>
          <p:cNvSpPr txBox="1"/>
          <p:nvPr/>
        </p:nvSpPr>
        <p:spPr>
          <a:xfrm>
            <a:off x="4486480" y="1339445"/>
            <a:ext cx="8020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(Common Data Model)</a:t>
            </a:r>
            <a:endParaRPr lang="en-IN" sz="800" dirty="0"/>
          </a:p>
        </p:txBody>
      </p:sp>
      <p:pic>
        <p:nvPicPr>
          <p:cNvPr id="1028" name="Picture 4" descr="Symphony | Your Portal For Data-Driven ...">
            <a:extLst>
              <a:ext uri="{FF2B5EF4-FFF2-40B4-BE49-F238E27FC236}">
                <a16:creationId xmlns:a16="http://schemas.microsoft.com/office/drawing/2014/main" id="{5EAF119A-DB6E-D107-4A82-74448619A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73" y="4230450"/>
            <a:ext cx="855456" cy="342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vailable IQVIA Data - IQVIA">
            <a:extLst>
              <a:ext uri="{FF2B5EF4-FFF2-40B4-BE49-F238E27FC236}">
                <a16:creationId xmlns:a16="http://schemas.microsoft.com/office/drawing/2014/main" id="{AA4915D0-CA67-56C7-6675-D9B7BE7E3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95" y="4848336"/>
            <a:ext cx="1123070" cy="196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810DD52-FCED-649D-A01A-9C41BBE00F62}"/>
              </a:ext>
            </a:extLst>
          </p:cNvPr>
          <p:cNvCxnSpPr>
            <a:cxnSpLocks/>
          </p:cNvCxnSpPr>
          <p:nvPr/>
        </p:nvCxnSpPr>
        <p:spPr>
          <a:xfrm>
            <a:off x="8008760" y="936566"/>
            <a:ext cx="9181" cy="696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7282D1DE-CD96-44E2-ECBA-BC0138409571}"/>
              </a:ext>
            </a:extLst>
          </p:cNvPr>
          <p:cNvSpPr/>
          <p:nvPr/>
        </p:nvSpPr>
        <p:spPr>
          <a:xfrm>
            <a:off x="7751944" y="1632676"/>
            <a:ext cx="751060" cy="4254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NBA/</a:t>
            </a:r>
          </a:p>
          <a:p>
            <a:pPr algn="ctr"/>
            <a:r>
              <a:rPr lang="en-US" sz="1100" dirty="0"/>
              <a:t>Analytics</a:t>
            </a:r>
            <a:endParaRPr lang="en-IN" sz="11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1711C0B-B320-DF42-82C1-216C5B528B17}"/>
              </a:ext>
            </a:extLst>
          </p:cNvPr>
          <p:cNvCxnSpPr>
            <a:cxnSpLocks/>
          </p:cNvCxnSpPr>
          <p:nvPr/>
        </p:nvCxnSpPr>
        <p:spPr>
          <a:xfrm flipV="1">
            <a:off x="8173155" y="911002"/>
            <a:ext cx="0" cy="736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DB82ABE-AC82-513E-F3E4-419B3F06E79B}"/>
              </a:ext>
            </a:extLst>
          </p:cNvPr>
          <p:cNvSpPr/>
          <p:nvPr/>
        </p:nvSpPr>
        <p:spPr>
          <a:xfrm rot="5400000">
            <a:off x="6207944" y="743184"/>
            <a:ext cx="583128" cy="104633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1079" name="Group 1078">
            <a:extLst>
              <a:ext uri="{FF2B5EF4-FFF2-40B4-BE49-F238E27FC236}">
                <a16:creationId xmlns:a16="http://schemas.microsoft.com/office/drawing/2014/main" id="{DC419163-00F0-8C10-2281-DB79E69C8C98}"/>
              </a:ext>
            </a:extLst>
          </p:cNvPr>
          <p:cNvGrpSpPr/>
          <p:nvPr/>
        </p:nvGrpSpPr>
        <p:grpSpPr>
          <a:xfrm>
            <a:off x="2667811" y="5768168"/>
            <a:ext cx="917387" cy="475168"/>
            <a:chOff x="5910265" y="5168327"/>
            <a:chExt cx="1075411" cy="836580"/>
          </a:xfrm>
        </p:grpSpPr>
        <p:grpSp>
          <p:nvGrpSpPr>
            <p:cNvPr id="1080" name="Group 1079">
              <a:extLst>
                <a:ext uri="{FF2B5EF4-FFF2-40B4-BE49-F238E27FC236}">
                  <a16:creationId xmlns:a16="http://schemas.microsoft.com/office/drawing/2014/main" id="{CABCB831-8310-A73D-26D8-3D165C499E3D}"/>
                </a:ext>
              </a:extLst>
            </p:cNvPr>
            <p:cNvGrpSpPr/>
            <p:nvPr/>
          </p:nvGrpSpPr>
          <p:grpSpPr>
            <a:xfrm>
              <a:off x="5910265" y="5168327"/>
              <a:ext cx="1075411" cy="836580"/>
              <a:chOff x="2294583" y="5170713"/>
              <a:chExt cx="1075411" cy="836580"/>
            </a:xfrm>
          </p:grpSpPr>
          <p:grpSp>
            <p:nvGrpSpPr>
              <p:cNvPr id="1082" name="Group 1081">
                <a:extLst>
                  <a:ext uri="{FF2B5EF4-FFF2-40B4-BE49-F238E27FC236}">
                    <a16:creationId xmlns:a16="http://schemas.microsoft.com/office/drawing/2014/main" id="{552FFB60-92F4-ED33-A253-9AD4422CEE09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084" name="Diamond 2">
                  <a:extLst>
                    <a:ext uri="{FF2B5EF4-FFF2-40B4-BE49-F238E27FC236}">
                      <a16:creationId xmlns:a16="http://schemas.microsoft.com/office/drawing/2014/main" id="{4C60E8A8-55DD-FD21-8018-20D71683FA6E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5" name="Parallelogram 3">
                  <a:extLst>
                    <a:ext uri="{FF2B5EF4-FFF2-40B4-BE49-F238E27FC236}">
                      <a16:creationId xmlns:a16="http://schemas.microsoft.com/office/drawing/2014/main" id="{7075A19C-D801-26FC-3CE3-A2939EF23190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6" name="Parallelogram 1085">
                  <a:extLst>
                    <a:ext uri="{FF2B5EF4-FFF2-40B4-BE49-F238E27FC236}">
                      <a16:creationId xmlns:a16="http://schemas.microsoft.com/office/drawing/2014/main" id="{6893BFE6-D51F-29D7-D259-660671D9282A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7" name="Arrow: Pentagon 1086">
                  <a:extLst>
                    <a:ext uri="{FF2B5EF4-FFF2-40B4-BE49-F238E27FC236}">
                      <a16:creationId xmlns:a16="http://schemas.microsoft.com/office/drawing/2014/main" id="{64A31CAE-796C-24E2-684A-D9944AF5F42E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83" name="TextBox 1082">
                <a:extLst>
                  <a:ext uri="{FF2B5EF4-FFF2-40B4-BE49-F238E27FC236}">
                    <a16:creationId xmlns:a16="http://schemas.microsoft.com/office/drawing/2014/main" id="{E0C99692-1097-7930-6C5E-B7FD6AA31BCB}"/>
                  </a:ext>
                </a:extLst>
              </p:cNvPr>
              <p:cNvSpPr txBox="1"/>
              <p:nvPr/>
            </p:nvSpPr>
            <p:spPr>
              <a:xfrm>
                <a:off x="2526043" y="5859507"/>
                <a:ext cx="565924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Security</a:t>
                </a:r>
              </a:p>
            </p:txBody>
          </p:sp>
        </p:grpSp>
        <p:pic>
          <p:nvPicPr>
            <p:cNvPr id="1081" name="Picture 42" descr="Security Shield Lock Comments - 100% Secure Checkout Icon Clipart - Large  Size Png Image - PikPng">
              <a:extLst>
                <a:ext uri="{FF2B5EF4-FFF2-40B4-BE49-F238E27FC236}">
                  <a16:creationId xmlns:a16="http://schemas.microsoft.com/office/drawing/2014/main" id="{CE97FE14-615C-FABE-3BA3-F1AB068CB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4096" y="5294650"/>
              <a:ext cx="248645" cy="278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79C659E4-870A-F110-6A01-9CDA1A27AADB}"/>
              </a:ext>
            </a:extLst>
          </p:cNvPr>
          <p:cNvGrpSpPr/>
          <p:nvPr/>
        </p:nvGrpSpPr>
        <p:grpSpPr>
          <a:xfrm>
            <a:off x="3677458" y="5796175"/>
            <a:ext cx="1022835" cy="420427"/>
            <a:chOff x="2767221" y="5168327"/>
            <a:chExt cx="1127907" cy="833767"/>
          </a:xfrm>
        </p:grpSpPr>
        <p:grpSp>
          <p:nvGrpSpPr>
            <p:cNvPr id="1089" name="Group 1088">
              <a:extLst>
                <a:ext uri="{FF2B5EF4-FFF2-40B4-BE49-F238E27FC236}">
                  <a16:creationId xmlns:a16="http://schemas.microsoft.com/office/drawing/2014/main" id="{43EB0AAE-E79A-AC43-0639-34FE067E3C81}"/>
                </a:ext>
              </a:extLst>
            </p:cNvPr>
            <p:cNvGrpSpPr/>
            <p:nvPr/>
          </p:nvGrpSpPr>
          <p:grpSpPr>
            <a:xfrm>
              <a:off x="2767221" y="5168327"/>
              <a:ext cx="1127907" cy="833767"/>
              <a:chOff x="2242087" y="5170713"/>
              <a:chExt cx="1127907" cy="833767"/>
            </a:xfrm>
          </p:grpSpPr>
          <p:grpSp>
            <p:nvGrpSpPr>
              <p:cNvPr id="1091" name="Group 1090">
                <a:extLst>
                  <a:ext uri="{FF2B5EF4-FFF2-40B4-BE49-F238E27FC236}">
                    <a16:creationId xmlns:a16="http://schemas.microsoft.com/office/drawing/2014/main" id="{38C4F1F7-B5EA-3D59-6502-B22B96E26F13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093" name="Diamond 2">
                  <a:extLst>
                    <a:ext uri="{FF2B5EF4-FFF2-40B4-BE49-F238E27FC236}">
                      <a16:creationId xmlns:a16="http://schemas.microsoft.com/office/drawing/2014/main" id="{D0265131-5ED7-83FE-EE15-F47BFE15BA46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4" name="Parallelogram 3">
                  <a:extLst>
                    <a:ext uri="{FF2B5EF4-FFF2-40B4-BE49-F238E27FC236}">
                      <a16:creationId xmlns:a16="http://schemas.microsoft.com/office/drawing/2014/main" id="{D7483E40-0F79-9B73-359F-8A1BF775EE9F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5" name="Parallelogram 1094">
                  <a:extLst>
                    <a:ext uri="{FF2B5EF4-FFF2-40B4-BE49-F238E27FC236}">
                      <a16:creationId xmlns:a16="http://schemas.microsoft.com/office/drawing/2014/main" id="{5E0C54FA-6DBA-B544-E3E9-7020F38119F4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6" name="Arrow: Pentagon 1095">
                  <a:extLst>
                    <a:ext uri="{FF2B5EF4-FFF2-40B4-BE49-F238E27FC236}">
                      <a16:creationId xmlns:a16="http://schemas.microsoft.com/office/drawing/2014/main" id="{CDA35981-C8BC-0752-6BAE-36E00C537F60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92" name="TextBox 1091">
                <a:extLst>
                  <a:ext uri="{FF2B5EF4-FFF2-40B4-BE49-F238E27FC236}">
                    <a16:creationId xmlns:a16="http://schemas.microsoft.com/office/drawing/2014/main" id="{4ED7699E-BA7E-7FB9-04E9-3C4FFE9653DD}"/>
                  </a:ext>
                </a:extLst>
              </p:cNvPr>
              <p:cNvSpPr txBox="1"/>
              <p:nvPr/>
            </p:nvSpPr>
            <p:spPr>
              <a:xfrm>
                <a:off x="2242087" y="5856694"/>
                <a:ext cx="1127787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RPA</a:t>
                </a:r>
              </a:p>
            </p:txBody>
          </p:sp>
        </p:grpSp>
        <p:pic>
          <p:nvPicPr>
            <p:cNvPr id="1090" name="Picture 36" descr="Rpa - Free industry icons">
              <a:extLst>
                <a:ext uri="{FF2B5EF4-FFF2-40B4-BE49-F238E27FC236}">
                  <a16:creationId xmlns:a16="http://schemas.microsoft.com/office/drawing/2014/main" id="{0C756CEE-015B-63B9-3792-2E4C006FA7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8325" y="5292800"/>
              <a:ext cx="260080" cy="26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97" name="Group 1096">
            <a:extLst>
              <a:ext uri="{FF2B5EF4-FFF2-40B4-BE49-F238E27FC236}">
                <a16:creationId xmlns:a16="http://schemas.microsoft.com/office/drawing/2014/main" id="{1A484D1D-7A88-D4F5-8A30-BEFCB2EDE522}"/>
              </a:ext>
            </a:extLst>
          </p:cNvPr>
          <p:cNvGrpSpPr/>
          <p:nvPr/>
        </p:nvGrpSpPr>
        <p:grpSpPr>
          <a:xfrm>
            <a:off x="4820858" y="5734311"/>
            <a:ext cx="979077" cy="503160"/>
            <a:chOff x="9000813" y="5168327"/>
            <a:chExt cx="1075411" cy="821418"/>
          </a:xfrm>
        </p:grpSpPr>
        <p:grpSp>
          <p:nvGrpSpPr>
            <p:cNvPr id="1098" name="Group 1097">
              <a:extLst>
                <a:ext uri="{FF2B5EF4-FFF2-40B4-BE49-F238E27FC236}">
                  <a16:creationId xmlns:a16="http://schemas.microsoft.com/office/drawing/2014/main" id="{D4D7B2B9-D7C2-0C4C-4E86-E601D2A4A645}"/>
                </a:ext>
              </a:extLst>
            </p:cNvPr>
            <p:cNvGrpSpPr/>
            <p:nvPr/>
          </p:nvGrpSpPr>
          <p:grpSpPr>
            <a:xfrm>
              <a:off x="9000813" y="5168327"/>
              <a:ext cx="1075411" cy="821418"/>
              <a:chOff x="2294583" y="5170713"/>
              <a:chExt cx="1075411" cy="821418"/>
            </a:xfrm>
          </p:grpSpPr>
          <p:grpSp>
            <p:nvGrpSpPr>
              <p:cNvPr id="1100" name="Group 1099">
                <a:extLst>
                  <a:ext uri="{FF2B5EF4-FFF2-40B4-BE49-F238E27FC236}">
                    <a16:creationId xmlns:a16="http://schemas.microsoft.com/office/drawing/2014/main" id="{35B95195-5C9F-44C1-1BF9-7000E306F048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02" name="Diamond 2">
                  <a:extLst>
                    <a:ext uri="{FF2B5EF4-FFF2-40B4-BE49-F238E27FC236}">
                      <a16:creationId xmlns:a16="http://schemas.microsoft.com/office/drawing/2014/main" id="{36A377D4-4D30-1435-2A66-F03462F43FBE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3" name="Parallelogram 3">
                  <a:extLst>
                    <a:ext uri="{FF2B5EF4-FFF2-40B4-BE49-F238E27FC236}">
                      <a16:creationId xmlns:a16="http://schemas.microsoft.com/office/drawing/2014/main" id="{967A3355-F11D-2E7A-9BC4-C68E0FC1DEDA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4" name="Parallelogram 1103">
                  <a:extLst>
                    <a:ext uri="{FF2B5EF4-FFF2-40B4-BE49-F238E27FC236}">
                      <a16:creationId xmlns:a16="http://schemas.microsoft.com/office/drawing/2014/main" id="{30DF37C7-5E0F-E189-C170-DEDA4415307B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5" name="Arrow: Pentagon 1104">
                  <a:extLst>
                    <a:ext uri="{FF2B5EF4-FFF2-40B4-BE49-F238E27FC236}">
                      <a16:creationId xmlns:a16="http://schemas.microsoft.com/office/drawing/2014/main" id="{632C7802-BC82-E9C8-A66B-9F32367098D1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01" name="TextBox 1100">
                <a:extLst>
                  <a:ext uri="{FF2B5EF4-FFF2-40B4-BE49-F238E27FC236}">
                    <a16:creationId xmlns:a16="http://schemas.microsoft.com/office/drawing/2014/main" id="{3AE222DC-F79B-4129-57DB-96C0A2662DBF}"/>
                  </a:ext>
                </a:extLst>
              </p:cNvPr>
              <p:cNvSpPr txBox="1"/>
              <p:nvPr/>
            </p:nvSpPr>
            <p:spPr>
              <a:xfrm>
                <a:off x="2369677" y="5844345"/>
                <a:ext cx="936628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DevOps &amp; GitHub</a:t>
                </a:r>
              </a:p>
            </p:txBody>
          </p:sp>
        </p:grpSp>
        <p:pic>
          <p:nvPicPr>
            <p:cNvPr id="1099" name="Picture 48" descr="What is CI/CD?">
              <a:extLst>
                <a:ext uri="{FF2B5EF4-FFF2-40B4-BE49-F238E27FC236}">
                  <a16:creationId xmlns:a16="http://schemas.microsoft.com/office/drawing/2014/main" id="{8CC5438B-510A-DD45-57BE-97472DEB50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032" y="5297783"/>
              <a:ext cx="461182" cy="220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0130E71B-AF66-28D7-F6D4-2EF31E3AB0F0}"/>
              </a:ext>
            </a:extLst>
          </p:cNvPr>
          <p:cNvGrpSpPr/>
          <p:nvPr/>
        </p:nvGrpSpPr>
        <p:grpSpPr>
          <a:xfrm>
            <a:off x="5908667" y="5734311"/>
            <a:ext cx="1018807" cy="503160"/>
            <a:chOff x="7455539" y="5168327"/>
            <a:chExt cx="1075411" cy="821418"/>
          </a:xfrm>
        </p:grpSpPr>
        <p:grpSp>
          <p:nvGrpSpPr>
            <p:cNvPr id="1107" name="Group 1106">
              <a:extLst>
                <a:ext uri="{FF2B5EF4-FFF2-40B4-BE49-F238E27FC236}">
                  <a16:creationId xmlns:a16="http://schemas.microsoft.com/office/drawing/2014/main" id="{8ECF3D16-8AA6-B8F0-B567-03F694E31813}"/>
                </a:ext>
              </a:extLst>
            </p:cNvPr>
            <p:cNvGrpSpPr/>
            <p:nvPr/>
          </p:nvGrpSpPr>
          <p:grpSpPr>
            <a:xfrm>
              <a:off x="7455539" y="5168327"/>
              <a:ext cx="1075411" cy="821418"/>
              <a:chOff x="2294583" y="5170713"/>
              <a:chExt cx="1075411" cy="821418"/>
            </a:xfrm>
          </p:grpSpPr>
          <p:grpSp>
            <p:nvGrpSpPr>
              <p:cNvPr id="1109" name="Group 1108">
                <a:extLst>
                  <a:ext uri="{FF2B5EF4-FFF2-40B4-BE49-F238E27FC236}">
                    <a16:creationId xmlns:a16="http://schemas.microsoft.com/office/drawing/2014/main" id="{24C5A5FA-ED0D-6405-EFFA-CBA0C5DD7F0D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11" name="Diamond 2">
                  <a:extLst>
                    <a:ext uri="{FF2B5EF4-FFF2-40B4-BE49-F238E27FC236}">
                      <a16:creationId xmlns:a16="http://schemas.microsoft.com/office/drawing/2014/main" id="{21A117D5-09BF-04E6-C182-7FC4512AAA54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2" name="Parallelogram 3">
                  <a:extLst>
                    <a:ext uri="{FF2B5EF4-FFF2-40B4-BE49-F238E27FC236}">
                      <a16:creationId xmlns:a16="http://schemas.microsoft.com/office/drawing/2014/main" id="{D88A96B2-FB8B-CE87-19C1-20C5A33C7F0B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3" name="Parallelogram 1112">
                  <a:extLst>
                    <a:ext uri="{FF2B5EF4-FFF2-40B4-BE49-F238E27FC236}">
                      <a16:creationId xmlns:a16="http://schemas.microsoft.com/office/drawing/2014/main" id="{279B6615-1EC3-062B-5508-0267F9439363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4" name="Arrow: Pentagon 1113">
                  <a:extLst>
                    <a:ext uri="{FF2B5EF4-FFF2-40B4-BE49-F238E27FC236}">
                      <a16:creationId xmlns:a16="http://schemas.microsoft.com/office/drawing/2014/main" id="{5C2D5975-B4D4-3DD0-661A-E479A3F0923B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0" name="TextBox 1109">
                <a:extLst>
                  <a:ext uri="{FF2B5EF4-FFF2-40B4-BE49-F238E27FC236}">
                    <a16:creationId xmlns:a16="http://schemas.microsoft.com/office/drawing/2014/main" id="{F5A090A7-C6A0-879F-CF09-8113B0832CCF}"/>
                  </a:ext>
                </a:extLst>
              </p:cNvPr>
              <p:cNvSpPr txBox="1"/>
              <p:nvPr/>
            </p:nvSpPr>
            <p:spPr>
              <a:xfrm>
                <a:off x="2450859" y="5844345"/>
                <a:ext cx="759917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Orchestration</a:t>
                </a:r>
              </a:p>
            </p:txBody>
          </p:sp>
        </p:grpSp>
        <p:pic>
          <p:nvPicPr>
            <p:cNvPr id="1108" name="Picture 46" descr="Setting - Free electronics icons">
              <a:extLst>
                <a:ext uri="{FF2B5EF4-FFF2-40B4-BE49-F238E27FC236}">
                  <a16:creationId xmlns:a16="http://schemas.microsoft.com/office/drawing/2014/main" id="{846F2991-8CA4-BFB1-3DC5-A52ECD6CE1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1163" y="5254919"/>
              <a:ext cx="297961" cy="297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000F249C-9461-2060-5D4F-FF7CF4FFF73E}"/>
              </a:ext>
            </a:extLst>
          </p:cNvPr>
          <p:cNvGrpSpPr/>
          <p:nvPr/>
        </p:nvGrpSpPr>
        <p:grpSpPr>
          <a:xfrm>
            <a:off x="6988182" y="5746858"/>
            <a:ext cx="924345" cy="489228"/>
            <a:chOff x="5224429" y="5893730"/>
            <a:chExt cx="1075411" cy="829228"/>
          </a:xfrm>
        </p:grpSpPr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025E41F0-9550-D2C1-D20F-E4AD57833255}"/>
                </a:ext>
              </a:extLst>
            </p:cNvPr>
            <p:cNvGrpSpPr/>
            <p:nvPr/>
          </p:nvGrpSpPr>
          <p:grpSpPr>
            <a:xfrm>
              <a:off x="5224429" y="5893730"/>
              <a:ext cx="1075411" cy="829228"/>
              <a:chOff x="2294583" y="5170713"/>
              <a:chExt cx="1075411" cy="829228"/>
            </a:xfrm>
          </p:grpSpPr>
          <p:grpSp>
            <p:nvGrpSpPr>
              <p:cNvPr id="1118" name="Group 1117">
                <a:extLst>
                  <a:ext uri="{FF2B5EF4-FFF2-40B4-BE49-F238E27FC236}">
                    <a16:creationId xmlns:a16="http://schemas.microsoft.com/office/drawing/2014/main" id="{797A11F8-BB3C-28FA-0CDE-8FA5262F1A22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20" name="Diamond 2">
                  <a:extLst>
                    <a:ext uri="{FF2B5EF4-FFF2-40B4-BE49-F238E27FC236}">
                      <a16:creationId xmlns:a16="http://schemas.microsoft.com/office/drawing/2014/main" id="{F9C0E237-B2C9-89F0-3EA6-3E592020CB12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1" name="Parallelogram 3">
                  <a:extLst>
                    <a:ext uri="{FF2B5EF4-FFF2-40B4-BE49-F238E27FC236}">
                      <a16:creationId xmlns:a16="http://schemas.microsoft.com/office/drawing/2014/main" id="{D4B74A56-4DF8-DC25-1245-38E61A5F9E64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2" name="Parallelogram 1121">
                  <a:extLst>
                    <a:ext uri="{FF2B5EF4-FFF2-40B4-BE49-F238E27FC236}">
                      <a16:creationId xmlns:a16="http://schemas.microsoft.com/office/drawing/2014/main" id="{28E75278-3D8A-E1F7-ECCC-696F9C413602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Arrow: Pentagon 1122">
                  <a:extLst>
                    <a:ext uri="{FF2B5EF4-FFF2-40B4-BE49-F238E27FC236}">
                      <a16:creationId xmlns:a16="http://schemas.microsoft.com/office/drawing/2014/main" id="{6013BD92-7E99-97CC-0889-A9999F937C5B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9" name="TextBox 1118">
                <a:extLst>
                  <a:ext uri="{FF2B5EF4-FFF2-40B4-BE49-F238E27FC236}">
                    <a16:creationId xmlns:a16="http://schemas.microsoft.com/office/drawing/2014/main" id="{A2302041-A71E-8D9D-2527-890A9F5CB80D}"/>
                  </a:ext>
                </a:extLst>
              </p:cNvPr>
              <p:cNvSpPr txBox="1"/>
              <p:nvPr/>
            </p:nvSpPr>
            <p:spPr>
              <a:xfrm>
                <a:off x="2517203" y="5852156"/>
                <a:ext cx="565924" cy="1477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Flexibility</a:t>
                </a:r>
              </a:p>
            </p:txBody>
          </p:sp>
        </p:grpSp>
        <p:pic>
          <p:nvPicPr>
            <p:cNvPr id="1117" name="Picture 56" descr="Flexibility Icons - Free SVG &amp; PNG Flexibility Images - Noun Project">
              <a:extLst>
                <a:ext uri="{FF2B5EF4-FFF2-40B4-BE49-F238E27FC236}">
                  <a16:creationId xmlns:a16="http://schemas.microsoft.com/office/drawing/2014/main" id="{83F0C70C-3E9E-8512-CE39-CFF01C207F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3629" y="6017026"/>
              <a:ext cx="274961" cy="274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DCB1D5EE-0BDD-9595-4B54-FA501F764E67}"/>
              </a:ext>
            </a:extLst>
          </p:cNvPr>
          <p:cNvGrpSpPr/>
          <p:nvPr/>
        </p:nvGrpSpPr>
        <p:grpSpPr>
          <a:xfrm>
            <a:off x="8110189" y="5682145"/>
            <a:ext cx="978216" cy="556448"/>
            <a:chOff x="6799840" y="5893730"/>
            <a:chExt cx="1075411" cy="815112"/>
          </a:xfrm>
        </p:grpSpPr>
        <p:grpSp>
          <p:nvGrpSpPr>
            <p:cNvPr id="1125" name="Group 1124">
              <a:extLst>
                <a:ext uri="{FF2B5EF4-FFF2-40B4-BE49-F238E27FC236}">
                  <a16:creationId xmlns:a16="http://schemas.microsoft.com/office/drawing/2014/main" id="{7DDBBF29-51C5-9672-5FEF-1A9784930AEF}"/>
                </a:ext>
              </a:extLst>
            </p:cNvPr>
            <p:cNvGrpSpPr/>
            <p:nvPr/>
          </p:nvGrpSpPr>
          <p:grpSpPr>
            <a:xfrm>
              <a:off x="6799840" y="5893730"/>
              <a:ext cx="1075411" cy="815112"/>
              <a:chOff x="2294583" y="5170713"/>
              <a:chExt cx="1075411" cy="815112"/>
            </a:xfrm>
          </p:grpSpPr>
          <p:grpSp>
            <p:nvGrpSpPr>
              <p:cNvPr id="1127" name="Group 1126">
                <a:extLst>
                  <a:ext uri="{FF2B5EF4-FFF2-40B4-BE49-F238E27FC236}">
                    <a16:creationId xmlns:a16="http://schemas.microsoft.com/office/drawing/2014/main" id="{737150D6-86B5-F17E-3494-91CF4FA8E80C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29" name="Diamond 2">
                  <a:extLst>
                    <a:ext uri="{FF2B5EF4-FFF2-40B4-BE49-F238E27FC236}">
                      <a16:creationId xmlns:a16="http://schemas.microsoft.com/office/drawing/2014/main" id="{64939C8C-C026-5D0A-4F79-9F472DE1B81D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0" name="Parallelogram 3">
                  <a:extLst>
                    <a:ext uri="{FF2B5EF4-FFF2-40B4-BE49-F238E27FC236}">
                      <a16:creationId xmlns:a16="http://schemas.microsoft.com/office/drawing/2014/main" id="{70F6361C-68B6-500F-1EC9-9196239BC169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Parallelogram 1130">
                  <a:extLst>
                    <a:ext uri="{FF2B5EF4-FFF2-40B4-BE49-F238E27FC236}">
                      <a16:creationId xmlns:a16="http://schemas.microsoft.com/office/drawing/2014/main" id="{FF8688F8-8279-76EF-6DAA-171235520F18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2" name="Arrow: Pentagon 1131">
                  <a:extLst>
                    <a:ext uri="{FF2B5EF4-FFF2-40B4-BE49-F238E27FC236}">
                      <a16:creationId xmlns:a16="http://schemas.microsoft.com/office/drawing/2014/main" id="{17E49C58-85EC-4033-1C81-A3D88E752308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8" name="TextBox 1127">
                <a:extLst>
                  <a:ext uri="{FF2B5EF4-FFF2-40B4-BE49-F238E27FC236}">
                    <a16:creationId xmlns:a16="http://schemas.microsoft.com/office/drawing/2014/main" id="{D6BAC4B8-0D34-8EE1-D1AF-AAF51B459C12}"/>
                  </a:ext>
                </a:extLst>
              </p:cNvPr>
              <p:cNvSpPr txBox="1"/>
              <p:nvPr/>
            </p:nvSpPr>
            <p:spPr>
              <a:xfrm>
                <a:off x="2410211" y="5838040"/>
                <a:ext cx="814893" cy="1477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Auto Upgrades</a:t>
                </a:r>
              </a:p>
            </p:txBody>
          </p:sp>
        </p:grpSp>
        <p:pic>
          <p:nvPicPr>
            <p:cNvPr id="1126" name="Picture 62" descr="Upgrade icons for free download | Freepik">
              <a:extLst>
                <a:ext uri="{FF2B5EF4-FFF2-40B4-BE49-F238E27FC236}">
                  <a16:creationId xmlns:a16="http://schemas.microsoft.com/office/drawing/2014/main" id="{F2FDAA5F-4A62-A53B-67DE-4C6217EB90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7229" y="6008311"/>
              <a:ext cx="273142" cy="273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BA4622E-30F7-A525-45D2-530031CB8AAA}"/>
              </a:ext>
            </a:extLst>
          </p:cNvPr>
          <p:cNvSpPr txBox="1"/>
          <p:nvPr/>
        </p:nvSpPr>
        <p:spPr>
          <a:xfrm>
            <a:off x="562843" y="5846294"/>
            <a:ext cx="1139303" cy="41549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Foundation Enablers</a:t>
            </a:r>
            <a:endParaRPr lang="en-IN" sz="1050" dirty="0">
              <a:solidFill>
                <a:schemeClr val="bg1"/>
              </a:solidFill>
            </a:endParaRPr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FF778EF2-7596-B07D-11D3-C1D4B2FD1C34}"/>
              </a:ext>
            </a:extLst>
          </p:cNvPr>
          <p:cNvSpPr/>
          <p:nvPr/>
        </p:nvSpPr>
        <p:spPr>
          <a:xfrm>
            <a:off x="2227581" y="572309"/>
            <a:ext cx="4619970" cy="17169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</a:t>
            </a:r>
            <a:endParaRPr lang="en-IN" dirty="0"/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BC7C72D9-D5BE-4B0B-00FE-BEA05581DF6C}"/>
              </a:ext>
            </a:extLst>
          </p:cNvPr>
          <p:cNvSpPr txBox="1"/>
          <p:nvPr/>
        </p:nvSpPr>
        <p:spPr>
          <a:xfrm>
            <a:off x="567858" y="6248692"/>
            <a:ext cx="11168340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Trinity Legacy Tools / Applications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139" name="Rectangle: Rounded Corners 1138">
            <a:extLst>
              <a:ext uri="{FF2B5EF4-FFF2-40B4-BE49-F238E27FC236}">
                <a16:creationId xmlns:a16="http://schemas.microsoft.com/office/drawing/2014/main" id="{3462926A-C79A-1BD4-C8DD-4B54B4B878EF}"/>
              </a:ext>
            </a:extLst>
          </p:cNvPr>
          <p:cNvSpPr/>
          <p:nvPr/>
        </p:nvSpPr>
        <p:spPr>
          <a:xfrm>
            <a:off x="9191868" y="5829640"/>
            <a:ext cx="940120" cy="2551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Migrator</a:t>
            </a:r>
            <a:endParaRPr lang="en-IN" sz="1000" dirty="0"/>
          </a:p>
        </p:txBody>
      </p:sp>
      <p:sp>
        <p:nvSpPr>
          <p:cNvPr id="1141" name="Rectangle: Rounded Corners 1140">
            <a:extLst>
              <a:ext uri="{FF2B5EF4-FFF2-40B4-BE49-F238E27FC236}">
                <a16:creationId xmlns:a16="http://schemas.microsoft.com/office/drawing/2014/main" id="{E2461B58-D872-A67A-997B-CAB3427C8977}"/>
              </a:ext>
            </a:extLst>
          </p:cNvPr>
          <p:cNvSpPr/>
          <p:nvPr/>
        </p:nvSpPr>
        <p:spPr>
          <a:xfrm>
            <a:off x="10242674" y="5792693"/>
            <a:ext cx="1038052" cy="2902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Comparator</a:t>
            </a:r>
            <a:endParaRPr lang="en-IN" sz="1000" dirty="0"/>
          </a:p>
        </p:txBody>
      </p:sp>
      <p:sp>
        <p:nvSpPr>
          <p:cNvPr id="1142" name="Rectangle: Rounded Corners 1141">
            <a:extLst>
              <a:ext uri="{FF2B5EF4-FFF2-40B4-BE49-F238E27FC236}">
                <a16:creationId xmlns:a16="http://schemas.microsoft.com/office/drawing/2014/main" id="{5AFC7EF1-3EB2-7B33-51AD-DDEC8DB7348B}"/>
              </a:ext>
            </a:extLst>
          </p:cNvPr>
          <p:cNvSpPr/>
          <p:nvPr/>
        </p:nvSpPr>
        <p:spPr>
          <a:xfrm>
            <a:off x="9182409" y="6106430"/>
            <a:ext cx="2008545" cy="1261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Code/Script  Converter</a:t>
            </a:r>
            <a:endParaRPr lang="en-IN" sz="1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26C45E-B255-C9E4-36C0-D5F077F01A86}"/>
              </a:ext>
            </a:extLst>
          </p:cNvPr>
          <p:cNvCxnSpPr>
            <a:cxnSpLocks/>
          </p:cNvCxnSpPr>
          <p:nvPr/>
        </p:nvCxnSpPr>
        <p:spPr>
          <a:xfrm flipV="1">
            <a:off x="1447442" y="1714943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0F9EAA-80DE-53A4-B29F-0ABFCEE1F6C0}"/>
              </a:ext>
            </a:extLst>
          </p:cNvPr>
          <p:cNvCxnSpPr>
            <a:cxnSpLocks/>
          </p:cNvCxnSpPr>
          <p:nvPr/>
        </p:nvCxnSpPr>
        <p:spPr>
          <a:xfrm flipV="1">
            <a:off x="1396644" y="2338398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B36CCD9-BB75-7AC4-9A4D-92365903777B}"/>
              </a:ext>
            </a:extLst>
          </p:cNvPr>
          <p:cNvSpPr/>
          <p:nvPr/>
        </p:nvSpPr>
        <p:spPr>
          <a:xfrm>
            <a:off x="8972900" y="1052167"/>
            <a:ext cx="1881021" cy="23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 Visualizations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5A445F-E04B-921B-E642-E789193C6F04}"/>
              </a:ext>
            </a:extLst>
          </p:cNvPr>
          <p:cNvSpPr/>
          <p:nvPr/>
        </p:nvSpPr>
        <p:spPr>
          <a:xfrm>
            <a:off x="8972900" y="1435574"/>
            <a:ext cx="1263263" cy="5274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 Visualizations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4396BB-BCB9-1911-04DC-4A3134568A05}"/>
              </a:ext>
            </a:extLst>
          </p:cNvPr>
          <p:cNvSpPr/>
          <p:nvPr/>
        </p:nvSpPr>
        <p:spPr>
          <a:xfrm>
            <a:off x="9160712" y="3368329"/>
            <a:ext cx="2389079" cy="171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b="1" dirty="0">
                <a:solidFill>
                  <a:schemeClr val="tx1"/>
                </a:solidFill>
              </a:rPr>
              <a:t>Prebuilt Reports/KPIs/Dashboards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6EA216-CDAC-B79E-834D-F02B73628A3B}"/>
              </a:ext>
            </a:extLst>
          </p:cNvPr>
          <p:cNvCxnSpPr>
            <a:cxnSpLocks/>
          </p:cNvCxnSpPr>
          <p:nvPr/>
        </p:nvCxnSpPr>
        <p:spPr>
          <a:xfrm>
            <a:off x="7618683" y="1185560"/>
            <a:ext cx="13439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67F028-259A-F59C-4AC8-AA80A9B91CB4}"/>
              </a:ext>
            </a:extLst>
          </p:cNvPr>
          <p:cNvCxnSpPr>
            <a:cxnSpLocks/>
          </p:cNvCxnSpPr>
          <p:nvPr/>
        </p:nvCxnSpPr>
        <p:spPr>
          <a:xfrm>
            <a:off x="7643648" y="1485741"/>
            <a:ext cx="133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6A419BB-F6C1-2BBF-0299-CCD9F8232ED0}"/>
              </a:ext>
            </a:extLst>
          </p:cNvPr>
          <p:cNvSpPr/>
          <p:nvPr/>
        </p:nvSpPr>
        <p:spPr>
          <a:xfrm>
            <a:off x="5541414" y="1964425"/>
            <a:ext cx="617870" cy="17523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1</a:t>
            </a:r>
            <a:endParaRPr lang="en-IN" sz="11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65BBE62-E81C-DBDE-3059-81676A298561}"/>
              </a:ext>
            </a:extLst>
          </p:cNvPr>
          <p:cNvSpPr/>
          <p:nvPr/>
        </p:nvSpPr>
        <p:spPr>
          <a:xfrm>
            <a:off x="6278510" y="1962176"/>
            <a:ext cx="617870" cy="17523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2</a:t>
            </a:r>
            <a:endParaRPr lang="en-IN" sz="11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BF2673-9BF9-4ECF-DB82-AAF46B57E7E0}"/>
              </a:ext>
            </a:extLst>
          </p:cNvPr>
          <p:cNvSpPr/>
          <p:nvPr/>
        </p:nvSpPr>
        <p:spPr>
          <a:xfrm>
            <a:off x="6966282" y="1968057"/>
            <a:ext cx="617870" cy="1752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3</a:t>
            </a:r>
            <a:endParaRPr lang="en-IN" sz="1100" dirty="0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A3649D3F-779E-87D2-417C-0A34888E20C8}"/>
              </a:ext>
            </a:extLst>
          </p:cNvPr>
          <p:cNvSpPr/>
          <p:nvPr/>
        </p:nvSpPr>
        <p:spPr>
          <a:xfrm>
            <a:off x="5520615" y="2266592"/>
            <a:ext cx="630660" cy="455735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ORG1</a:t>
            </a:r>
            <a:endParaRPr lang="en-IN" sz="1100" dirty="0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C4098E04-EF71-FD23-CF24-3F6D421F6BC9}"/>
              </a:ext>
            </a:extLst>
          </p:cNvPr>
          <p:cNvSpPr/>
          <p:nvPr/>
        </p:nvSpPr>
        <p:spPr>
          <a:xfrm>
            <a:off x="6262971" y="2264866"/>
            <a:ext cx="630660" cy="45573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ORG2</a:t>
            </a:r>
            <a:endParaRPr lang="en-IN" sz="1100" dirty="0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6EE9B24A-C014-254E-F91A-C9B789F7BD74}"/>
              </a:ext>
            </a:extLst>
          </p:cNvPr>
          <p:cNvSpPr/>
          <p:nvPr/>
        </p:nvSpPr>
        <p:spPr>
          <a:xfrm>
            <a:off x="6988023" y="2241777"/>
            <a:ext cx="630660" cy="455735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ORG3</a:t>
            </a:r>
            <a:endParaRPr lang="en-IN" sz="1100" dirty="0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2622C881-D039-40DD-F18D-D16EFD523052}"/>
              </a:ext>
            </a:extLst>
          </p:cNvPr>
          <p:cNvSpPr/>
          <p:nvPr/>
        </p:nvSpPr>
        <p:spPr>
          <a:xfrm>
            <a:off x="9123292" y="2473586"/>
            <a:ext cx="630660" cy="455735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ORG1</a:t>
            </a:r>
            <a:endParaRPr lang="en-IN" sz="1100" dirty="0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12314965-1920-241C-4573-88A68A4C4252}"/>
              </a:ext>
            </a:extLst>
          </p:cNvPr>
          <p:cNvSpPr/>
          <p:nvPr/>
        </p:nvSpPr>
        <p:spPr>
          <a:xfrm>
            <a:off x="10082629" y="2453614"/>
            <a:ext cx="630660" cy="45573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ORG2</a:t>
            </a:r>
            <a:endParaRPr lang="en-IN" sz="1100" dirty="0"/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AAD269A2-642B-0FFF-01B1-8CB9E76903E2}"/>
              </a:ext>
            </a:extLst>
          </p:cNvPr>
          <p:cNvSpPr/>
          <p:nvPr/>
        </p:nvSpPr>
        <p:spPr>
          <a:xfrm>
            <a:off x="10945468" y="2395467"/>
            <a:ext cx="630660" cy="455735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ORG3</a:t>
            </a:r>
            <a:endParaRPr lang="en-IN" sz="1100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84A31D3B-9AB1-D43F-CDAA-3167724A7F80}"/>
              </a:ext>
            </a:extLst>
          </p:cNvPr>
          <p:cNvSpPr/>
          <p:nvPr/>
        </p:nvSpPr>
        <p:spPr>
          <a:xfrm>
            <a:off x="9111281" y="2218421"/>
            <a:ext cx="617870" cy="17523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1</a:t>
            </a:r>
            <a:endParaRPr lang="en-IN" sz="1100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ED64CAE-EE7A-A6A0-D9FE-36BCA91A722C}"/>
              </a:ext>
            </a:extLst>
          </p:cNvPr>
          <p:cNvSpPr/>
          <p:nvPr/>
        </p:nvSpPr>
        <p:spPr>
          <a:xfrm>
            <a:off x="10124197" y="2169455"/>
            <a:ext cx="617870" cy="17523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2</a:t>
            </a:r>
            <a:endParaRPr lang="en-IN" sz="1100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4F430C1-E3C3-85B4-A1F6-B8C6B2D12060}"/>
              </a:ext>
            </a:extLst>
          </p:cNvPr>
          <p:cNvSpPr/>
          <p:nvPr/>
        </p:nvSpPr>
        <p:spPr>
          <a:xfrm>
            <a:off x="10976806" y="2175802"/>
            <a:ext cx="617870" cy="1752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3</a:t>
            </a:r>
            <a:endParaRPr lang="en-IN" sz="1100" dirty="0"/>
          </a:p>
        </p:txBody>
      </p:sp>
      <p:sp>
        <p:nvSpPr>
          <p:cNvPr id="79" name="Cylinder 78">
            <a:extLst>
              <a:ext uri="{FF2B5EF4-FFF2-40B4-BE49-F238E27FC236}">
                <a16:creationId xmlns:a16="http://schemas.microsoft.com/office/drawing/2014/main" id="{598AF146-814D-5064-096A-14C97129A397}"/>
              </a:ext>
            </a:extLst>
          </p:cNvPr>
          <p:cNvSpPr/>
          <p:nvPr/>
        </p:nvSpPr>
        <p:spPr>
          <a:xfrm rot="16200000">
            <a:off x="1642387" y="3641247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E8EF5A-83BD-549F-A465-A787DE4097BA}"/>
              </a:ext>
            </a:extLst>
          </p:cNvPr>
          <p:cNvSpPr/>
          <p:nvPr/>
        </p:nvSpPr>
        <p:spPr>
          <a:xfrm>
            <a:off x="2339484" y="3611817"/>
            <a:ext cx="447082" cy="16577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5E732C0-6DE1-3393-4EB7-7B241D571A21}"/>
              </a:ext>
            </a:extLst>
          </p:cNvPr>
          <p:cNvSpPr/>
          <p:nvPr/>
        </p:nvSpPr>
        <p:spPr>
          <a:xfrm>
            <a:off x="3357197" y="3657966"/>
            <a:ext cx="856097" cy="6299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Cleansed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2C3E1D-9961-F496-FD99-D5D24F3AE5B7}"/>
              </a:ext>
            </a:extLst>
          </p:cNvPr>
          <p:cNvCxnSpPr>
            <a:cxnSpLocks/>
          </p:cNvCxnSpPr>
          <p:nvPr/>
        </p:nvCxnSpPr>
        <p:spPr>
          <a:xfrm flipV="1">
            <a:off x="1419732" y="3765421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C4FF799-4945-3FF5-E9C4-9C07A7A9214D}"/>
              </a:ext>
            </a:extLst>
          </p:cNvPr>
          <p:cNvCxnSpPr>
            <a:cxnSpLocks/>
          </p:cNvCxnSpPr>
          <p:nvPr/>
        </p:nvCxnSpPr>
        <p:spPr>
          <a:xfrm>
            <a:off x="2786566" y="3935262"/>
            <a:ext cx="602208" cy="2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EBD4D92-4E41-5172-1417-02B2911140DF}"/>
              </a:ext>
            </a:extLst>
          </p:cNvPr>
          <p:cNvCxnSpPr>
            <a:cxnSpLocks/>
          </p:cNvCxnSpPr>
          <p:nvPr/>
        </p:nvCxnSpPr>
        <p:spPr>
          <a:xfrm>
            <a:off x="4199236" y="3935262"/>
            <a:ext cx="378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9ADD450-99DB-CF10-788E-78F3C4493F79}"/>
              </a:ext>
            </a:extLst>
          </p:cNvPr>
          <p:cNvSpPr/>
          <p:nvPr/>
        </p:nvSpPr>
        <p:spPr>
          <a:xfrm>
            <a:off x="4562932" y="3688955"/>
            <a:ext cx="856097" cy="8004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CDM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E5C1C42-E9BE-5D82-B701-9AB402A8D977}"/>
              </a:ext>
            </a:extLst>
          </p:cNvPr>
          <p:cNvSpPr/>
          <p:nvPr/>
        </p:nvSpPr>
        <p:spPr>
          <a:xfrm>
            <a:off x="5768931" y="3488239"/>
            <a:ext cx="2002152" cy="557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highlight>
                  <a:srgbClr val="FF00FF"/>
                </a:highlight>
              </a:rPr>
              <a:t>Semantic Layer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C9124C5-AA1F-7575-58D7-5B3866C7E12B}"/>
              </a:ext>
            </a:extLst>
          </p:cNvPr>
          <p:cNvCxnSpPr>
            <a:cxnSpLocks/>
          </p:cNvCxnSpPr>
          <p:nvPr/>
        </p:nvCxnSpPr>
        <p:spPr>
          <a:xfrm>
            <a:off x="5399468" y="3949934"/>
            <a:ext cx="378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80D6728-A303-9015-1FC2-1B2EEA342CF1}"/>
              </a:ext>
            </a:extLst>
          </p:cNvPr>
          <p:cNvSpPr txBox="1"/>
          <p:nvPr/>
        </p:nvSpPr>
        <p:spPr>
          <a:xfrm>
            <a:off x="1423489" y="3320501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45E07DC-BEEE-6889-9EE5-21A1D779A9F5}"/>
              </a:ext>
            </a:extLst>
          </p:cNvPr>
          <p:cNvCxnSpPr>
            <a:cxnSpLocks/>
          </p:cNvCxnSpPr>
          <p:nvPr/>
        </p:nvCxnSpPr>
        <p:spPr>
          <a:xfrm>
            <a:off x="3104354" y="3972390"/>
            <a:ext cx="0" cy="636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2E9D436-E177-CCEF-7EB5-E14EE01C9F93}"/>
              </a:ext>
            </a:extLst>
          </p:cNvPr>
          <p:cNvCxnSpPr>
            <a:cxnSpLocks/>
          </p:cNvCxnSpPr>
          <p:nvPr/>
        </p:nvCxnSpPr>
        <p:spPr>
          <a:xfrm flipV="1">
            <a:off x="3222992" y="3962716"/>
            <a:ext cx="0" cy="646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2276201-B9B6-4FF5-FDAD-2FB4F3A6E9C5}"/>
              </a:ext>
            </a:extLst>
          </p:cNvPr>
          <p:cNvSpPr/>
          <p:nvPr/>
        </p:nvSpPr>
        <p:spPr>
          <a:xfrm>
            <a:off x="3025889" y="4609226"/>
            <a:ext cx="630660" cy="6713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DQ Framework</a:t>
            </a:r>
            <a:endParaRPr lang="en-IN" sz="11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42306EA-AB2F-59F1-1D0B-CC57F79584FF}"/>
              </a:ext>
            </a:extLst>
          </p:cNvPr>
          <p:cNvCxnSpPr>
            <a:cxnSpLocks/>
          </p:cNvCxnSpPr>
          <p:nvPr/>
        </p:nvCxnSpPr>
        <p:spPr>
          <a:xfrm flipV="1">
            <a:off x="7771083" y="3697852"/>
            <a:ext cx="1367041" cy="14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AFF1768-5BF6-B827-C85A-02A0DBA6AD6E}"/>
              </a:ext>
            </a:extLst>
          </p:cNvPr>
          <p:cNvSpPr txBox="1"/>
          <p:nvPr/>
        </p:nvSpPr>
        <p:spPr>
          <a:xfrm>
            <a:off x="4915235" y="3076776"/>
            <a:ext cx="3825192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MULTI TENANT (Server 1, Same Instance)</a:t>
            </a:r>
            <a:endParaRPr lang="en-IN" sz="1400" b="1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2D83981-6776-677C-4B20-40E74035194C}"/>
              </a:ext>
            </a:extLst>
          </p:cNvPr>
          <p:cNvSpPr/>
          <p:nvPr/>
        </p:nvSpPr>
        <p:spPr>
          <a:xfrm>
            <a:off x="9148337" y="3622895"/>
            <a:ext cx="2568695" cy="316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 Visualizations </a:t>
            </a:r>
          </a:p>
        </p:txBody>
      </p:sp>
      <p:sp>
        <p:nvSpPr>
          <p:cNvPr id="95" name="Cylinder 94">
            <a:extLst>
              <a:ext uri="{FF2B5EF4-FFF2-40B4-BE49-F238E27FC236}">
                <a16:creationId xmlns:a16="http://schemas.microsoft.com/office/drawing/2014/main" id="{7C300958-AB79-6E49-D538-60800F2E6948}"/>
              </a:ext>
            </a:extLst>
          </p:cNvPr>
          <p:cNvSpPr/>
          <p:nvPr/>
        </p:nvSpPr>
        <p:spPr>
          <a:xfrm rot="16200000">
            <a:off x="1595487" y="4314763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A341F7F-B57D-D6A7-A012-3E16C6F1855C}"/>
              </a:ext>
            </a:extLst>
          </p:cNvPr>
          <p:cNvSpPr txBox="1"/>
          <p:nvPr/>
        </p:nvSpPr>
        <p:spPr>
          <a:xfrm>
            <a:off x="1376589" y="3994017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sp>
        <p:nvSpPr>
          <p:cNvPr id="97" name="Cylinder 96">
            <a:extLst>
              <a:ext uri="{FF2B5EF4-FFF2-40B4-BE49-F238E27FC236}">
                <a16:creationId xmlns:a16="http://schemas.microsoft.com/office/drawing/2014/main" id="{FEF6281D-4078-0CD4-D6CC-1FA9884EE093}"/>
              </a:ext>
            </a:extLst>
          </p:cNvPr>
          <p:cNvSpPr/>
          <p:nvPr/>
        </p:nvSpPr>
        <p:spPr>
          <a:xfrm rot="16200000">
            <a:off x="1601415" y="5001828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8F19C86-3F19-FD5F-6CA3-0682DE5FB934}"/>
              </a:ext>
            </a:extLst>
          </p:cNvPr>
          <p:cNvSpPr txBox="1"/>
          <p:nvPr/>
        </p:nvSpPr>
        <p:spPr>
          <a:xfrm>
            <a:off x="1382517" y="4745736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sp>
        <p:nvSpPr>
          <p:cNvPr id="103" name="Cylinder 102">
            <a:extLst>
              <a:ext uri="{FF2B5EF4-FFF2-40B4-BE49-F238E27FC236}">
                <a16:creationId xmlns:a16="http://schemas.microsoft.com/office/drawing/2014/main" id="{4E245260-49E3-9558-12F4-2A2EA2CD49A5}"/>
              </a:ext>
            </a:extLst>
          </p:cNvPr>
          <p:cNvSpPr/>
          <p:nvPr/>
        </p:nvSpPr>
        <p:spPr>
          <a:xfrm>
            <a:off x="6491990" y="3802864"/>
            <a:ext cx="503189" cy="226881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F403EA5-3170-6901-51AD-FEA3ADEC80EF}"/>
              </a:ext>
            </a:extLst>
          </p:cNvPr>
          <p:cNvSpPr txBox="1"/>
          <p:nvPr/>
        </p:nvSpPr>
        <p:spPr>
          <a:xfrm>
            <a:off x="6428497" y="3624494"/>
            <a:ext cx="632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DB</a:t>
            </a:r>
            <a:endParaRPr lang="en-IN" sz="11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007CE16-BF57-BDC9-2B49-831C9605FB4B}"/>
              </a:ext>
            </a:extLst>
          </p:cNvPr>
          <p:cNvSpPr txBox="1"/>
          <p:nvPr/>
        </p:nvSpPr>
        <p:spPr>
          <a:xfrm>
            <a:off x="4638880" y="4114972"/>
            <a:ext cx="8020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(Common Data Model)</a:t>
            </a:r>
            <a:endParaRPr lang="en-IN" sz="800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2E4564B-E402-C194-7BD4-DB6EAF32D2A1}"/>
              </a:ext>
            </a:extLst>
          </p:cNvPr>
          <p:cNvCxnSpPr>
            <a:cxnSpLocks/>
          </p:cNvCxnSpPr>
          <p:nvPr/>
        </p:nvCxnSpPr>
        <p:spPr>
          <a:xfrm>
            <a:off x="8161160" y="3712093"/>
            <a:ext cx="9181" cy="696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F45DF758-090A-5F89-1015-77574AC555B5}"/>
              </a:ext>
            </a:extLst>
          </p:cNvPr>
          <p:cNvSpPr/>
          <p:nvPr/>
        </p:nvSpPr>
        <p:spPr>
          <a:xfrm>
            <a:off x="7904344" y="4408203"/>
            <a:ext cx="751060" cy="4254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NBA/</a:t>
            </a:r>
          </a:p>
          <a:p>
            <a:pPr algn="ctr"/>
            <a:r>
              <a:rPr lang="en-US" sz="1100" dirty="0"/>
              <a:t>Analytics</a:t>
            </a:r>
            <a:endParaRPr lang="en-IN" sz="1100" dirty="0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FCF92EC-7F97-DC02-E5E3-637703D11188}"/>
              </a:ext>
            </a:extLst>
          </p:cNvPr>
          <p:cNvCxnSpPr>
            <a:cxnSpLocks/>
          </p:cNvCxnSpPr>
          <p:nvPr/>
        </p:nvCxnSpPr>
        <p:spPr>
          <a:xfrm flipV="1">
            <a:off x="8325555" y="3686529"/>
            <a:ext cx="0" cy="736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B93DA299-FDB5-EE73-FC1D-471E270F6DCC}"/>
              </a:ext>
            </a:extLst>
          </p:cNvPr>
          <p:cNvSpPr/>
          <p:nvPr/>
        </p:nvSpPr>
        <p:spPr>
          <a:xfrm>
            <a:off x="2156666" y="3395440"/>
            <a:ext cx="4022804" cy="168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</a:t>
            </a:r>
            <a:endParaRPr lang="en-IN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F7108E3-BB21-1E3E-AB40-6A3CEC98A7E9}"/>
              </a:ext>
            </a:extLst>
          </p:cNvPr>
          <p:cNvCxnSpPr>
            <a:cxnSpLocks/>
          </p:cNvCxnSpPr>
          <p:nvPr/>
        </p:nvCxnSpPr>
        <p:spPr>
          <a:xfrm flipV="1">
            <a:off x="1415116" y="4490470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01F06C5-2F90-53CE-DE05-0E9042AECF4D}"/>
              </a:ext>
            </a:extLst>
          </p:cNvPr>
          <p:cNvCxnSpPr>
            <a:cxnSpLocks/>
          </p:cNvCxnSpPr>
          <p:nvPr/>
        </p:nvCxnSpPr>
        <p:spPr>
          <a:xfrm flipV="1">
            <a:off x="1364318" y="5113925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99FDDD3B-5806-A6DD-F4F8-70A9FDEA1A75}"/>
              </a:ext>
            </a:extLst>
          </p:cNvPr>
          <p:cNvSpPr/>
          <p:nvPr/>
        </p:nvSpPr>
        <p:spPr>
          <a:xfrm>
            <a:off x="5730758" y="4222717"/>
            <a:ext cx="617870" cy="17523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1</a:t>
            </a:r>
            <a:endParaRPr lang="en-IN" sz="1100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52917EB9-94D3-0890-BA11-B885D48D33DD}"/>
              </a:ext>
            </a:extLst>
          </p:cNvPr>
          <p:cNvSpPr/>
          <p:nvPr/>
        </p:nvSpPr>
        <p:spPr>
          <a:xfrm>
            <a:off x="6440146" y="4211231"/>
            <a:ext cx="617870" cy="17523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2</a:t>
            </a:r>
            <a:endParaRPr lang="en-IN" sz="1100" dirty="0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3661D3E7-F55F-F62F-27C9-A0D57982E0DD}"/>
              </a:ext>
            </a:extLst>
          </p:cNvPr>
          <p:cNvSpPr/>
          <p:nvPr/>
        </p:nvSpPr>
        <p:spPr>
          <a:xfrm>
            <a:off x="7127918" y="4226350"/>
            <a:ext cx="617870" cy="1752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3</a:t>
            </a:r>
            <a:endParaRPr lang="en-IN" sz="1100" dirty="0"/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04EF8AD7-45E3-5FB2-28B6-D57231321C3C}"/>
              </a:ext>
            </a:extLst>
          </p:cNvPr>
          <p:cNvSpPr/>
          <p:nvPr/>
        </p:nvSpPr>
        <p:spPr>
          <a:xfrm>
            <a:off x="5673015" y="5134481"/>
            <a:ext cx="630660" cy="455735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ORG1</a:t>
            </a:r>
            <a:endParaRPr lang="en-IN" sz="1100" dirty="0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674ABB8F-5BE8-F15A-1F05-69504B7EC163}"/>
              </a:ext>
            </a:extLst>
          </p:cNvPr>
          <p:cNvSpPr/>
          <p:nvPr/>
        </p:nvSpPr>
        <p:spPr>
          <a:xfrm>
            <a:off x="6415371" y="5132755"/>
            <a:ext cx="630660" cy="45573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ORG2</a:t>
            </a:r>
            <a:endParaRPr lang="en-IN" sz="1100" dirty="0"/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4842277C-A16E-F2BE-E9F0-9B679383AACF}"/>
              </a:ext>
            </a:extLst>
          </p:cNvPr>
          <p:cNvSpPr/>
          <p:nvPr/>
        </p:nvSpPr>
        <p:spPr>
          <a:xfrm>
            <a:off x="7140423" y="5109666"/>
            <a:ext cx="630660" cy="455735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ORG3</a:t>
            </a:r>
            <a:endParaRPr lang="en-IN" sz="1100" dirty="0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950D24BE-ADDD-3EAE-BA28-2BC6CD5991C4}"/>
              </a:ext>
            </a:extLst>
          </p:cNvPr>
          <p:cNvSpPr/>
          <p:nvPr/>
        </p:nvSpPr>
        <p:spPr>
          <a:xfrm>
            <a:off x="9225324" y="4868889"/>
            <a:ext cx="630660" cy="455735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ORG1</a:t>
            </a:r>
            <a:endParaRPr lang="en-IN" sz="1100" dirty="0"/>
          </a:p>
        </p:txBody>
      </p:sp>
      <p:sp>
        <p:nvSpPr>
          <p:cNvPr id="157" name="Flowchart: Connector 156">
            <a:extLst>
              <a:ext uri="{FF2B5EF4-FFF2-40B4-BE49-F238E27FC236}">
                <a16:creationId xmlns:a16="http://schemas.microsoft.com/office/drawing/2014/main" id="{25D6C8D5-173E-1737-EBE8-0FC8A4A75022}"/>
              </a:ext>
            </a:extLst>
          </p:cNvPr>
          <p:cNvSpPr/>
          <p:nvPr/>
        </p:nvSpPr>
        <p:spPr>
          <a:xfrm>
            <a:off x="10184661" y="4848917"/>
            <a:ext cx="630660" cy="45573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ORG2</a:t>
            </a:r>
            <a:endParaRPr lang="en-IN" sz="1100" dirty="0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5C83BBBB-7B63-71FA-6240-FFCF66E0EEBC}"/>
              </a:ext>
            </a:extLst>
          </p:cNvPr>
          <p:cNvSpPr/>
          <p:nvPr/>
        </p:nvSpPr>
        <p:spPr>
          <a:xfrm>
            <a:off x="11047500" y="4790770"/>
            <a:ext cx="630660" cy="455735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ORG3</a:t>
            </a:r>
            <a:endParaRPr lang="en-IN" sz="1100" dirty="0"/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13EAC2B1-7ADF-4B38-DF17-F711C923D854}"/>
              </a:ext>
            </a:extLst>
          </p:cNvPr>
          <p:cNvSpPr/>
          <p:nvPr/>
        </p:nvSpPr>
        <p:spPr>
          <a:xfrm>
            <a:off x="9213313" y="4613724"/>
            <a:ext cx="617870" cy="17523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1</a:t>
            </a:r>
            <a:endParaRPr lang="en-IN" sz="1100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604B5EFE-8730-35B5-5411-152D373B59A3}"/>
              </a:ext>
            </a:extLst>
          </p:cNvPr>
          <p:cNvSpPr/>
          <p:nvPr/>
        </p:nvSpPr>
        <p:spPr>
          <a:xfrm>
            <a:off x="10226229" y="4564758"/>
            <a:ext cx="617870" cy="17523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2</a:t>
            </a:r>
            <a:endParaRPr lang="en-IN" sz="1100" dirty="0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463A74C5-785B-D01E-D1E8-B36EDAB051DA}"/>
              </a:ext>
            </a:extLst>
          </p:cNvPr>
          <p:cNvSpPr/>
          <p:nvPr/>
        </p:nvSpPr>
        <p:spPr>
          <a:xfrm>
            <a:off x="11078838" y="4571105"/>
            <a:ext cx="617870" cy="1752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3</a:t>
            </a:r>
            <a:endParaRPr lang="en-IN" sz="1100" dirty="0"/>
          </a:p>
        </p:txBody>
      </p:sp>
      <p:sp>
        <p:nvSpPr>
          <p:cNvPr id="1179" name="Rectangle: Rounded Corners 1178">
            <a:extLst>
              <a:ext uri="{FF2B5EF4-FFF2-40B4-BE49-F238E27FC236}">
                <a16:creationId xmlns:a16="http://schemas.microsoft.com/office/drawing/2014/main" id="{D7451A0D-239E-B814-5E68-0530FC48552A}"/>
              </a:ext>
            </a:extLst>
          </p:cNvPr>
          <p:cNvSpPr/>
          <p:nvPr/>
        </p:nvSpPr>
        <p:spPr>
          <a:xfrm>
            <a:off x="5814696" y="4625590"/>
            <a:ext cx="1756685" cy="20448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Load balancer</a:t>
            </a:r>
            <a:endParaRPr lang="en-IN" sz="1000" dirty="0"/>
          </a:p>
        </p:txBody>
      </p:sp>
      <p:cxnSp>
        <p:nvCxnSpPr>
          <p:cNvPr id="1185" name="Straight Arrow Connector 1184">
            <a:extLst>
              <a:ext uri="{FF2B5EF4-FFF2-40B4-BE49-F238E27FC236}">
                <a16:creationId xmlns:a16="http://schemas.microsoft.com/office/drawing/2014/main" id="{02DC2C4C-2438-83D1-CC96-0C022B8042FC}"/>
              </a:ext>
            </a:extLst>
          </p:cNvPr>
          <p:cNvCxnSpPr>
            <a:cxnSpLocks/>
            <a:stCxn id="159" idx="3"/>
          </p:cNvCxnSpPr>
          <p:nvPr/>
        </p:nvCxnSpPr>
        <p:spPr>
          <a:xfrm flipH="1">
            <a:off x="5934318" y="1613977"/>
            <a:ext cx="8214" cy="650889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Arrow Connector 1185">
            <a:extLst>
              <a:ext uri="{FF2B5EF4-FFF2-40B4-BE49-F238E27FC236}">
                <a16:creationId xmlns:a16="http://schemas.microsoft.com/office/drawing/2014/main" id="{6EBCA957-629F-0D75-4C1A-C6F97E3F36A5}"/>
              </a:ext>
            </a:extLst>
          </p:cNvPr>
          <p:cNvCxnSpPr>
            <a:cxnSpLocks/>
          </p:cNvCxnSpPr>
          <p:nvPr/>
        </p:nvCxnSpPr>
        <p:spPr>
          <a:xfrm>
            <a:off x="6575219" y="1647327"/>
            <a:ext cx="0" cy="59445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Arrow Connector 1186">
            <a:extLst>
              <a:ext uri="{FF2B5EF4-FFF2-40B4-BE49-F238E27FC236}">
                <a16:creationId xmlns:a16="http://schemas.microsoft.com/office/drawing/2014/main" id="{B40C0AA6-DF6D-E8A5-46F1-F930B1433B97}"/>
              </a:ext>
            </a:extLst>
          </p:cNvPr>
          <p:cNvCxnSpPr>
            <a:cxnSpLocks/>
          </p:cNvCxnSpPr>
          <p:nvPr/>
        </p:nvCxnSpPr>
        <p:spPr>
          <a:xfrm flipH="1">
            <a:off x="7230348" y="1651659"/>
            <a:ext cx="14120" cy="58015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Straight Arrow Connector 1192">
            <a:extLst>
              <a:ext uri="{FF2B5EF4-FFF2-40B4-BE49-F238E27FC236}">
                <a16:creationId xmlns:a16="http://schemas.microsoft.com/office/drawing/2014/main" id="{CC3D6E05-E9D1-934D-CE22-8D8F80187FC1}"/>
              </a:ext>
            </a:extLst>
          </p:cNvPr>
          <p:cNvCxnSpPr>
            <a:cxnSpLocks/>
          </p:cNvCxnSpPr>
          <p:nvPr/>
        </p:nvCxnSpPr>
        <p:spPr>
          <a:xfrm flipH="1">
            <a:off x="9450419" y="1936099"/>
            <a:ext cx="13318" cy="296143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Straight Arrow Connector 1193">
            <a:extLst>
              <a:ext uri="{FF2B5EF4-FFF2-40B4-BE49-F238E27FC236}">
                <a16:creationId xmlns:a16="http://schemas.microsoft.com/office/drawing/2014/main" id="{729C88E2-CC23-14BD-561D-EB4B7A3196D0}"/>
              </a:ext>
            </a:extLst>
          </p:cNvPr>
          <p:cNvCxnSpPr>
            <a:cxnSpLocks/>
          </p:cNvCxnSpPr>
          <p:nvPr/>
        </p:nvCxnSpPr>
        <p:spPr>
          <a:xfrm>
            <a:off x="10432684" y="1261836"/>
            <a:ext cx="0" cy="927657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Arrow Connector 1194">
            <a:extLst>
              <a:ext uri="{FF2B5EF4-FFF2-40B4-BE49-F238E27FC236}">
                <a16:creationId xmlns:a16="http://schemas.microsoft.com/office/drawing/2014/main" id="{930145FC-63A6-67DC-CFC5-C3ACFB0A383E}"/>
              </a:ext>
            </a:extLst>
          </p:cNvPr>
          <p:cNvCxnSpPr>
            <a:cxnSpLocks/>
          </p:cNvCxnSpPr>
          <p:nvPr/>
        </p:nvCxnSpPr>
        <p:spPr>
          <a:xfrm flipH="1">
            <a:off x="11310780" y="975163"/>
            <a:ext cx="20554" cy="1184594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Straight Arrow Connector 1199">
            <a:extLst>
              <a:ext uri="{FF2B5EF4-FFF2-40B4-BE49-F238E27FC236}">
                <a16:creationId xmlns:a16="http://schemas.microsoft.com/office/drawing/2014/main" id="{59E0CD3E-A02A-641D-D933-BC2A1FC4D9A4}"/>
              </a:ext>
            </a:extLst>
          </p:cNvPr>
          <p:cNvCxnSpPr>
            <a:cxnSpLocks/>
          </p:cNvCxnSpPr>
          <p:nvPr/>
        </p:nvCxnSpPr>
        <p:spPr>
          <a:xfrm>
            <a:off x="5975061" y="4833629"/>
            <a:ext cx="0" cy="317179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Arrow Connector 1200">
            <a:extLst>
              <a:ext uri="{FF2B5EF4-FFF2-40B4-BE49-F238E27FC236}">
                <a16:creationId xmlns:a16="http://schemas.microsoft.com/office/drawing/2014/main" id="{460B128B-13FB-2C79-4DCD-87664A6E434C}"/>
              </a:ext>
            </a:extLst>
          </p:cNvPr>
          <p:cNvCxnSpPr>
            <a:cxnSpLocks/>
          </p:cNvCxnSpPr>
          <p:nvPr/>
        </p:nvCxnSpPr>
        <p:spPr>
          <a:xfrm>
            <a:off x="6717562" y="4833629"/>
            <a:ext cx="0" cy="29409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Arrow Connector 1201">
            <a:extLst>
              <a:ext uri="{FF2B5EF4-FFF2-40B4-BE49-F238E27FC236}">
                <a16:creationId xmlns:a16="http://schemas.microsoft.com/office/drawing/2014/main" id="{663C0571-E8F0-E9B5-909F-8D10FBA67F88}"/>
              </a:ext>
            </a:extLst>
          </p:cNvPr>
          <p:cNvCxnSpPr>
            <a:cxnSpLocks/>
          </p:cNvCxnSpPr>
          <p:nvPr/>
        </p:nvCxnSpPr>
        <p:spPr>
          <a:xfrm>
            <a:off x="7465052" y="4833629"/>
            <a:ext cx="0" cy="284122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Straight Arrow Connector 1205">
            <a:extLst>
              <a:ext uri="{FF2B5EF4-FFF2-40B4-BE49-F238E27FC236}">
                <a16:creationId xmlns:a16="http://schemas.microsoft.com/office/drawing/2014/main" id="{7B4C24B2-5891-E07F-7020-DD5F9663CC1F}"/>
              </a:ext>
            </a:extLst>
          </p:cNvPr>
          <p:cNvCxnSpPr>
            <a:cxnSpLocks/>
          </p:cNvCxnSpPr>
          <p:nvPr/>
        </p:nvCxnSpPr>
        <p:spPr>
          <a:xfrm flipH="1">
            <a:off x="5978813" y="4378374"/>
            <a:ext cx="9532" cy="253959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Straight Arrow Connector 1209">
            <a:extLst>
              <a:ext uri="{FF2B5EF4-FFF2-40B4-BE49-F238E27FC236}">
                <a16:creationId xmlns:a16="http://schemas.microsoft.com/office/drawing/2014/main" id="{93B3162E-09A9-2C2E-E5CE-71D0E07CDD1C}"/>
              </a:ext>
            </a:extLst>
          </p:cNvPr>
          <p:cNvCxnSpPr>
            <a:cxnSpLocks/>
            <a:stCxn id="130" idx="2"/>
          </p:cNvCxnSpPr>
          <p:nvPr/>
        </p:nvCxnSpPr>
        <p:spPr>
          <a:xfrm flipH="1">
            <a:off x="6731575" y="4386461"/>
            <a:ext cx="17506" cy="232017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Arrow Connector 1210">
            <a:extLst>
              <a:ext uri="{FF2B5EF4-FFF2-40B4-BE49-F238E27FC236}">
                <a16:creationId xmlns:a16="http://schemas.microsoft.com/office/drawing/2014/main" id="{BA1C4498-108C-F39E-CDF0-8D26BBE04253}"/>
              </a:ext>
            </a:extLst>
          </p:cNvPr>
          <p:cNvCxnSpPr>
            <a:cxnSpLocks/>
          </p:cNvCxnSpPr>
          <p:nvPr/>
        </p:nvCxnSpPr>
        <p:spPr>
          <a:xfrm flipH="1">
            <a:off x="7456628" y="4387613"/>
            <a:ext cx="9532" cy="253959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4" name="Connector: Elbow 1213">
            <a:extLst>
              <a:ext uri="{FF2B5EF4-FFF2-40B4-BE49-F238E27FC236}">
                <a16:creationId xmlns:a16="http://schemas.microsoft.com/office/drawing/2014/main" id="{52C9EAAB-9E4C-4A15-473F-FE5C61352AF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75875" y="3843363"/>
            <a:ext cx="306412" cy="452297"/>
          </a:xfrm>
          <a:prstGeom prst="bentConnector2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Connector: Elbow 1214">
            <a:extLst>
              <a:ext uri="{FF2B5EF4-FFF2-40B4-BE49-F238E27FC236}">
                <a16:creationId xmlns:a16="http://schemas.microsoft.com/office/drawing/2014/main" id="{7A73BE93-64D9-48F3-EF52-2B2C35DADA1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70152" y="3887356"/>
            <a:ext cx="342586" cy="390817"/>
          </a:xfrm>
          <a:prstGeom prst="bentConnector2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8" name="Straight Arrow Connector 1217">
            <a:extLst>
              <a:ext uri="{FF2B5EF4-FFF2-40B4-BE49-F238E27FC236}">
                <a16:creationId xmlns:a16="http://schemas.microsoft.com/office/drawing/2014/main" id="{390E1A50-107F-D8B6-E1D6-D74AE22E36A3}"/>
              </a:ext>
            </a:extLst>
          </p:cNvPr>
          <p:cNvCxnSpPr>
            <a:cxnSpLocks/>
            <a:endCxn id="175" idx="0"/>
          </p:cNvCxnSpPr>
          <p:nvPr/>
        </p:nvCxnSpPr>
        <p:spPr>
          <a:xfrm>
            <a:off x="9522248" y="3952376"/>
            <a:ext cx="0" cy="661348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DC3749EF-5546-2D54-064B-0477EB3EFFC3}"/>
              </a:ext>
            </a:extLst>
          </p:cNvPr>
          <p:cNvCxnSpPr>
            <a:cxnSpLocks/>
          </p:cNvCxnSpPr>
          <p:nvPr/>
        </p:nvCxnSpPr>
        <p:spPr>
          <a:xfrm>
            <a:off x="10515157" y="3923384"/>
            <a:ext cx="0" cy="661348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2" name="Straight Arrow Connector 1221">
            <a:extLst>
              <a:ext uri="{FF2B5EF4-FFF2-40B4-BE49-F238E27FC236}">
                <a16:creationId xmlns:a16="http://schemas.microsoft.com/office/drawing/2014/main" id="{4FC6B952-E9CA-AFA7-EBCE-AB7F2DC02DB9}"/>
              </a:ext>
            </a:extLst>
          </p:cNvPr>
          <p:cNvCxnSpPr>
            <a:cxnSpLocks/>
          </p:cNvCxnSpPr>
          <p:nvPr/>
        </p:nvCxnSpPr>
        <p:spPr>
          <a:xfrm>
            <a:off x="11409604" y="3923384"/>
            <a:ext cx="0" cy="661348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5" name="Rectangle 1224">
            <a:extLst>
              <a:ext uri="{FF2B5EF4-FFF2-40B4-BE49-F238E27FC236}">
                <a16:creationId xmlns:a16="http://schemas.microsoft.com/office/drawing/2014/main" id="{05167196-4F98-2C51-680F-9E20BAB5D3AF}"/>
              </a:ext>
            </a:extLst>
          </p:cNvPr>
          <p:cNvSpPr/>
          <p:nvPr/>
        </p:nvSpPr>
        <p:spPr>
          <a:xfrm>
            <a:off x="9164132" y="455538"/>
            <a:ext cx="2389079" cy="171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b="1" dirty="0">
                <a:solidFill>
                  <a:schemeClr val="tx1"/>
                </a:solidFill>
              </a:rPr>
              <a:t>Prebuilt Reports/KPIs/Dashboards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8199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7D0DEF36-8651-E5CB-B39F-7EF98C73F89A}"/>
              </a:ext>
            </a:extLst>
          </p:cNvPr>
          <p:cNvSpPr/>
          <p:nvPr/>
        </p:nvSpPr>
        <p:spPr>
          <a:xfrm>
            <a:off x="1511154" y="3117159"/>
            <a:ext cx="10529967" cy="254839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8B0A336-F138-520C-38F3-F3F05E47DB80}"/>
              </a:ext>
            </a:extLst>
          </p:cNvPr>
          <p:cNvSpPr/>
          <p:nvPr/>
        </p:nvSpPr>
        <p:spPr>
          <a:xfrm>
            <a:off x="2041253" y="384876"/>
            <a:ext cx="9847982" cy="25684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CBEB0959-46B0-D85A-55D8-7F2737AF6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2" imgH="623" progId="TCLayout.ActiveDocument.1">
                  <p:embed/>
                </p:oleObj>
              </mc:Choice>
              <mc:Fallback>
                <p:oleObj name="think-cell Slide" r:id="rId3" imgW="622" imgH="623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CBEB0959-46B0-D85A-55D8-7F2737AF6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F93F-C876-4A6D-B4BB-CDA1410600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90BC9-E9A2-C440-A324-AB64D5A8CCA8}"/>
              </a:ext>
            </a:extLst>
          </p:cNvPr>
          <p:cNvSpPr txBox="1"/>
          <p:nvPr/>
        </p:nvSpPr>
        <p:spPr>
          <a:xfrm>
            <a:off x="-6980" y="4592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233363" marR="0" lvl="0" indent="-2301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03030">
                  <a:lumMod val="50000"/>
                  <a:lumOff val="50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240"/>
              </a:solidFill>
              <a:effectLst/>
              <a:uLnTx/>
              <a:uFillTx/>
              <a:latin typeface="Calibri" panose="020F0502020204030204"/>
              <a:ea typeface="+mn-ea"/>
              <a:cs typeface="Tahoma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AD4F97-B68A-C1BA-A128-F924D4875258}"/>
              </a:ext>
            </a:extLst>
          </p:cNvPr>
          <p:cNvSpPr/>
          <p:nvPr/>
        </p:nvSpPr>
        <p:spPr>
          <a:xfrm>
            <a:off x="150871" y="950254"/>
            <a:ext cx="1282280" cy="4404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6D81C6-847D-B04C-7CF3-46F87498211B}"/>
              </a:ext>
            </a:extLst>
          </p:cNvPr>
          <p:cNvSpPr txBox="1"/>
          <p:nvPr/>
        </p:nvSpPr>
        <p:spPr>
          <a:xfrm>
            <a:off x="355092" y="720302"/>
            <a:ext cx="908033" cy="23833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Data Sources</a:t>
            </a:r>
            <a:endParaRPr lang="en-IN" sz="1050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76B120-5F3C-C9B8-CFBE-7235C498C592}"/>
              </a:ext>
            </a:extLst>
          </p:cNvPr>
          <p:cNvGrpSpPr/>
          <p:nvPr/>
        </p:nvGrpSpPr>
        <p:grpSpPr>
          <a:xfrm>
            <a:off x="210634" y="1077251"/>
            <a:ext cx="1096404" cy="622407"/>
            <a:chOff x="796510" y="1834635"/>
            <a:chExt cx="1444093" cy="97971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B233336-7737-D4BF-0E35-6A8710804651}"/>
                </a:ext>
              </a:extLst>
            </p:cNvPr>
            <p:cNvGrpSpPr/>
            <p:nvPr/>
          </p:nvGrpSpPr>
          <p:grpSpPr>
            <a:xfrm>
              <a:off x="796510" y="1834635"/>
              <a:ext cx="1444093" cy="979714"/>
              <a:chOff x="796510" y="1066800"/>
              <a:chExt cx="1444093" cy="97971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2F124C2-5589-02FD-94A1-663698F2F80E}"/>
                  </a:ext>
                </a:extLst>
              </p:cNvPr>
              <p:cNvSpPr/>
              <p:nvPr/>
            </p:nvSpPr>
            <p:spPr>
              <a:xfrm>
                <a:off x="859970" y="1066800"/>
                <a:ext cx="1317173" cy="9797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EF7BD5-007B-6083-0118-CADA36B65843}"/>
                  </a:ext>
                </a:extLst>
              </p:cNvPr>
              <p:cNvSpPr txBox="1"/>
              <p:nvPr/>
            </p:nvSpPr>
            <p:spPr>
              <a:xfrm>
                <a:off x="796510" y="1619464"/>
                <a:ext cx="14440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800" b="1" dirty="0">
                    <a:solidFill>
                      <a:schemeClr val="tx1"/>
                    </a:solidFill>
                  </a:rPr>
                  <a:t>Unstructured Data</a:t>
                </a:r>
              </a:p>
              <a:p>
                <a:pPr algn="ctr"/>
                <a:r>
                  <a:rPr lang="en-IN" sz="800" dirty="0"/>
                  <a:t>Videos, Images, Audio </a:t>
                </a:r>
              </a:p>
            </p:txBody>
          </p:sp>
        </p:grpSp>
        <p:pic>
          <p:nvPicPr>
            <p:cNvPr id="21" name="Picture 6" descr="Unstructured data - Free seo and web icons">
              <a:extLst>
                <a:ext uri="{FF2B5EF4-FFF2-40B4-BE49-F238E27FC236}">
                  <a16:creationId xmlns:a16="http://schemas.microsoft.com/office/drawing/2014/main" id="{FD59FD0E-A7AA-344B-91D7-8F5017FEF6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7170" y="1909581"/>
              <a:ext cx="402772" cy="402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A6D771-9315-FBDA-680D-DF1EB0851A36}"/>
              </a:ext>
            </a:extLst>
          </p:cNvPr>
          <p:cNvGrpSpPr/>
          <p:nvPr/>
        </p:nvGrpSpPr>
        <p:grpSpPr>
          <a:xfrm>
            <a:off x="166651" y="1786077"/>
            <a:ext cx="1096405" cy="591348"/>
            <a:chOff x="813390" y="1066800"/>
            <a:chExt cx="1444093" cy="103201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D6C73D1-FCD4-B28A-1D1A-818D8B642576}"/>
                </a:ext>
              </a:extLst>
            </p:cNvPr>
            <p:cNvSpPr/>
            <p:nvPr/>
          </p:nvSpPr>
          <p:spPr>
            <a:xfrm>
              <a:off x="859970" y="1066800"/>
              <a:ext cx="1317173" cy="9797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B15965-1417-74DA-1618-18F873487E05}"/>
                </a:ext>
              </a:extLst>
            </p:cNvPr>
            <p:cNvSpPr txBox="1"/>
            <p:nvPr/>
          </p:nvSpPr>
          <p:spPr>
            <a:xfrm>
              <a:off x="813390" y="1698710"/>
              <a:ext cx="1444093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800" b="1" dirty="0">
                  <a:solidFill>
                    <a:schemeClr val="tx1"/>
                  </a:solidFill>
                </a:rPr>
                <a:t>Semi-structured Data</a:t>
              </a:r>
            </a:p>
            <a:p>
              <a:pPr algn="ctr"/>
              <a:r>
                <a:rPr lang="en-IN" sz="800" dirty="0"/>
                <a:t>Csv, Logs, Json, Xml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90575E-0E52-AFE7-E433-6D32C36EF74E}"/>
              </a:ext>
            </a:extLst>
          </p:cNvPr>
          <p:cNvGrpSpPr/>
          <p:nvPr/>
        </p:nvGrpSpPr>
        <p:grpSpPr>
          <a:xfrm>
            <a:off x="258813" y="2520025"/>
            <a:ext cx="1000044" cy="643117"/>
            <a:chOff x="796508" y="4495800"/>
            <a:chExt cx="1444093" cy="97971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923CBF6-F4D9-DFF2-F2D3-4160196E7595}"/>
                </a:ext>
              </a:extLst>
            </p:cNvPr>
            <p:cNvGrpSpPr/>
            <p:nvPr/>
          </p:nvGrpSpPr>
          <p:grpSpPr>
            <a:xfrm>
              <a:off x="796508" y="4495800"/>
              <a:ext cx="1444093" cy="979714"/>
              <a:chOff x="796510" y="1066800"/>
              <a:chExt cx="1444093" cy="97971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D75ECB-2492-FE58-1CC4-AD99A2FA2ED8}"/>
                  </a:ext>
                </a:extLst>
              </p:cNvPr>
              <p:cNvSpPr/>
              <p:nvPr/>
            </p:nvSpPr>
            <p:spPr>
              <a:xfrm>
                <a:off x="859970" y="1066800"/>
                <a:ext cx="1317173" cy="9797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C293F68-5C8A-A9C9-63A3-FF87DB671FB7}"/>
                  </a:ext>
                </a:extLst>
              </p:cNvPr>
              <p:cNvSpPr txBox="1"/>
              <p:nvPr/>
            </p:nvSpPr>
            <p:spPr>
              <a:xfrm>
                <a:off x="796510" y="1619464"/>
                <a:ext cx="14440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800" b="1" dirty="0">
                    <a:solidFill>
                      <a:schemeClr val="tx1"/>
                    </a:solidFill>
                  </a:rPr>
                  <a:t>Relational Database</a:t>
                </a:r>
              </a:p>
              <a:p>
                <a:pPr algn="ctr"/>
                <a:r>
                  <a:rPr lang="en-IN" sz="800" dirty="0"/>
                  <a:t>Structured</a:t>
                </a:r>
              </a:p>
            </p:txBody>
          </p:sp>
        </p:grpSp>
        <p:pic>
          <p:nvPicPr>
            <p:cNvPr id="29" name="Picture 12" descr="Relational Database Icon - Free Download Network &amp; Communication Icons |  IconScout">
              <a:extLst>
                <a:ext uri="{FF2B5EF4-FFF2-40B4-BE49-F238E27FC236}">
                  <a16:creationId xmlns:a16="http://schemas.microsoft.com/office/drawing/2014/main" id="{521EFA3B-796B-4FEC-F875-0A4C57FD6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841" y="4550229"/>
              <a:ext cx="478971" cy="47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2" name="Picture 24" descr="Semi-Structured Data Processing | Forms Recognition | ESILAB">
            <a:extLst>
              <a:ext uri="{FF2B5EF4-FFF2-40B4-BE49-F238E27FC236}">
                <a16:creationId xmlns:a16="http://schemas.microsoft.com/office/drawing/2014/main" id="{133C68DB-F3D9-8DE5-45FA-B74909FCA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27" y="1890071"/>
            <a:ext cx="303777" cy="28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Cylinder 99">
            <a:extLst>
              <a:ext uri="{FF2B5EF4-FFF2-40B4-BE49-F238E27FC236}">
                <a16:creationId xmlns:a16="http://schemas.microsoft.com/office/drawing/2014/main" id="{2463266A-882E-CEBE-9181-11EA74D29692}"/>
              </a:ext>
            </a:extLst>
          </p:cNvPr>
          <p:cNvSpPr/>
          <p:nvPr/>
        </p:nvSpPr>
        <p:spPr>
          <a:xfrm rot="16200000">
            <a:off x="1674713" y="865720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A59FB5F-0789-9A19-9300-EC36AED6F357}"/>
              </a:ext>
            </a:extLst>
          </p:cNvPr>
          <p:cNvSpPr/>
          <p:nvPr/>
        </p:nvSpPr>
        <p:spPr>
          <a:xfrm>
            <a:off x="2354884" y="836290"/>
            <a:ext cx="389132" cy="16577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5BB4ADC-4659-CD7F-B84C-C181562F3EDF}"/>
              </a:ext>
            </a:extLst>
          </p:cNvPr>
          <p:cNvSpPr/>
          <p:nvPr/>
        </p:nvSpPr>
        <p:spPr>
          <a:xfrm>
            <a:off x="3204797" y="882439"/>
            <a:ext cx="856097" cy="6299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Cleansed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A33EAD0-E2B5-808D-B258-BCAEEAA30A29}"/>
              </a:ext>
            </a:extLst>
          </p:cNvPr>
          <p:cNvCxnSpPr>
            <a:cxnSpLocks/>
          </p:cNvCxnSpPr>
          <p:nvPr/>
        </p:nvCxnSpPr>
        <p:spPr>
          <a:xfrm flipV="1">
            <a:off x="1452058" y="989894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D1A5BBD-C6C2-EC3A-0755-AE218523141B}"/>
              </a:ext>
            </a:extLst>
          </p:cNvPr>
          <p:cNvCxnSpPr>
            <a:cxnSpLocks/>
          </p:cNvCxnSpPr>
          <p:nvPr/>
        </p:nvCxnSpPr>
        <p:spPr>
          <a:xfrm>
            <a:off x="2744016" y="1161844"/>
            <a:ext cx="492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3945087-EA54-1CA9-D2AA-2EB598163C4C}"/>
              </a:ext>
            </a:extLst>
          </p:cNvPr>
          <p:cNvCxnSpPr>
            <a:cxnSpLocks/>
          </p:cNvCxnSpPr>
          <p:nvPr/>
        </p:nvCxnSpPr>
        <p:spPr>
          <a:xfrm>
            <a:off x="4046836" y="1159735"/>
            <a:ext cx="378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50D3832-A568-0B77-0C1B-821B1693EF27}"/>
              </a:ext>
            </a:extLst>
          </p:cNvPr>
          <p:cNvSpPr/>
          <p:nvPr/>
        </p:nvSpPr>
        <p:spPr>
          <a:xfrm>
            <a:off x="4410532" y="913428"/>
            <a:ext cx="856097" cy="8004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CDM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0D2B81C-9C7E-0157-A3A0-AD3E3ED7F0D7}"/>
              </a:ext>
            </a:extLst>
          </p:cNvPr>
          <p:cNvSpPr/>
          <p:nvPr/>
        </p:nvSpPr>
        <p:spPr>
          <a:xfrm>
            <a:off x="5616531" y="893344"/>
            <a:ext cx="2002152" cy="925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highlight>
                  <a:srgbClr val="FF00FF"/>
                </a:highlight>
              </a:rPr>
              <a:t>Semantic Layer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B031DC1-1120-C545-BA5A-1F75ED19A1E6}"/>
              </a:ext>
            </a:extLst>
          </p:cNvPr>
          <p:cNvCxnSpPr>
            <a:cxnSpLocks/>
          </p:cNvCxnSpPr>
          <p:nvPr/>
        </p:nvCxnSpPr>
        <p:spPr>
          <a:xfrm>
            <a:off x="5247068" y="1174407"/>
            <a:ext cx="378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509FB43D-6D7C-4FD8-9147-12351BEF5C70}"/>
              </a:ext>
            </a:extLst>
          </p:cNvPr>
          <p:cNvSpPr txBox="1"/>
          <p:nvPr/>
        </p:nvSpPr>
        <p:spPr>
          <a:xfrm>
            <a:off x="1455815" y="544974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E377EC9-C928-0D03-9C8C-E1451513AF44}"/>
              </a:ext>
            </a:extLst>
          </p:cNvPr>
          <p:cNvCxnSpPr>
            <a:cxnSpLocks/>
          </p:cNvCxnSpPr>
          <p:nvPr/>
        </p:nvCxnSpPr>
        <p:spPr>
          <a:xfrm>
            <a:off x="2951954" y="1196863"/>
            <a:ext cx="0" cy="636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F3E7B9F-C803-DF02-AEB3-F28255148C7A}"/>
              </a:ext>
            </a:extLst>
          </p:cNvPr>
          <p:cNvCxnSpPr>
            <a:cxnSpLocks/>
          </p:cNvCxnSpPr>
          <p:nvPr/>
        </p:nvCxnSpPr>
        <p:spPr>
          <a:xfrm flipV="1">
            <a:off x="3070592" y="1187189"/>
            <a:ext cx="0" cy="646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3DAF1252-2BCD-6DE1-4F92-E767A0EE1556}"/>
              </a:ext>
            </a:extLst>
          </p:cNvPr>
          <p:cNvSpPr/>
          <p:nvPr/>
        </p:nvSpPr>
        <p:spPr>
          <a:xfrm>
            <a:off x="2873489" y="1833699"/>
            <a:ext cx="630660" cy="6713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DQ Framework</a:t>
            </a:r>
            <a:endParaRPr lang="en-IN" sz="1100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2C59B5A-5790-1797-C4FD-2C2CE95B99B5}"/>
              </a:ext>
            </a:extLst>
          </p:cNvPr>
          <p:cNvCxnSpPr>
            <a:cxnSpLocks/>
          </p:cNvCxnSpPr>
          <p:nvPr/>
        </p:nvCxnSpPr>
        <p:spPr>
          <a:xfrm flipV="1">
            <a:off x="7618683" y="922325"/>
            <a:ext cx="1367041" cy="14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DE51068E-D608-C78E-0B87-0EAC8F95FC3E}"/>
              </a:ext>
            </a:extLst>
          </p:cNvPr>
          <p:cNvSpPr txBox="1"/>
          <p:nvPr/>
        </p:nvSpPr>
        <p:spPr>
          <a:xfrm>
            <a:off x="4288912" y="126895"/>
            <a:ext cx="3825192" cy="3077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SINGLE TENANT (Server 1, Different Instance)</a:t>
            </a:r>
            <a:endParaRPr lang="en-IN" sz="1400" b="1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068E701-0FA8-F256-561E-516F036847EE}"/>
              </a:ext>
            </a:extLst>
          </p:cNvPr>
          <p:cNvSpPr/>
          <p:nvPr/>
        </p:nvSpPr>
        <p:spPr>
          <a:xfrm>
            <a:off x="8972899" y="673019"/>
            <a:ext cx="2568695" cy="316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 Visualizations 1</a:t>
            </a:r>
          </a:p>
        </p:txBody>
      </p:sp>
      <p:sp>
        <p:nvSpPr>
          <p:cNvPr id="147" name="Cylinder 146">
            <a:extLst>
              <a:ext uri="{FF2B5EF4-FFF2-40B4-BE49-F238E27FC236}">
                <a16:creationId xmlns:a16="http://schemas.microsoft.com/office/drawing/2014/main" id="{C2799010-F5E7-B5CF-43BC-FEB43C7BB12A}"/>
              </a:ext>
            </a:extLst>
          </p:cNvPr>
          <p:cNvSpPr/>
          <p:nvPr/>
        </p:nvSpPr>
        <p:spPr>
          <a:xfrm rot="16200000">
            <a:off x="1627813" y="1539236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2C1D545-8E2C-E2E8-7D7B-B98AB9FF5D54}"/>
              </a:ext>
            </a:extLst>
          </p:cNvPr>
          <p:cNvSpPr txBox="1"/>
          <p:nvPr/>
        </p:nvSpPr>
        <p:spPr>
          <a:xfrm>
            <a:off x="1408915" y="1218490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sp>
        <p:nvSpPr>
          <p:cNvPr id="151" name="Cylinder 150">
            <a:extLst>
              <a:ext uri="{FF2B5EF4-FFF2-40B4-BE49-F238E27FC236}">
                <a16:creationId xmlns:a16="http://schemas.microsoft.com/office/drawing/2014/main" id="{63709F95-F1CE-CE08-961D-3C454DE6DA5E}"/>
              </a:ext>
            </a:extLst>
          </p:cNvPr>
          <p:cNvSpPr/>
          <p:nvPr/>
        </p:nvSpPr>
        <p:spPr>
          <a:xfrm rot="16200000">
            <a:off x="1633741" y="2226301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192DB71-90EC-3F41-6001-872C33F060CD}"/>
              </a:ext>
            </a:extLst>
          </p:cNvPr>
          <p:cNvSpPr txBox="1"/>
          <p:nvPr/>
        </p:nvSpPr>
        <p:spPr>
          <a:xfrm>
            <a:off x="1414843" y="1970209"/>
            <a:ext cx="632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Data Ingestion </a:t>
            </a:r>
            <a:endParaRPr lang="en-IN" sz="800" dirty="0"/>
          </a:p>
        </p:txBody>
      </p:sp>
      <p:sp>
        <p:nvSpPr>
          <p:cNvPr id="159" name="Cylinder 158">
            <a:extLst>
              <a:ext uri="{FF2B5EF4-FFF2-40B4-BE49-F238E27FC236}">
                <a16:creationId xmlns:a16="http://schemas.microsoft.com/office/drawing/2014/main" id="{332A8359-0476-F8CC-480B-94CD3A8F540B}"/>
              </a:ext>
            </a:extLst>
          </p:cNvPr>
          <p:cNvSpPr/>
          <p:nvPr/>
        </p:nvSpPr>
        <p:spPr>
          <a:xfrm rot="152875">
            <a:off x="5831143" y="1264202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Cylinder 159">
            <a:extLst>
              <a:ext uri="{FF2B5EF4-FFF2-40B4-BE49-F238E27FC236}">
                <a16:creationId xmlns:a16="http://schemas.microsoft.com/office/drawing/2014/main" id="{3846FFB6-182E-E17D-E923-E7BA6FA55231}"/>
              </a:ext>
            </a:extLst>
          </p:cNvPr>
          <p:cNvSpPr/>
          <p:nvPr/>
        </p:nvSpPr>
        <p:spPr>
          <a:xfrm rot="152875">
            <a:off x="6447234" y="1266961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1" name="Cylinder 160">
            <a:extLst>
              <a:ext uri="{FF2B5EF4-FFF2-40B4-BE49-F238E27FC236}">
                <a16:creationId xmlns:a16="http://schemas.microsoft.com/office/drawing/2014/main" id="{BB206BDE-44AA-BA9F-10B9-EA9243BF6A54}"/>
              </a:ext>
            </a:extLst>
          </p:cNvPr>
          <p:cNvSpPr/>
          <p:nvPr/>
        </p:nvSpPr>
        <p:spPr>
          <a:xfrm rot="152875">
            <a:off x="7128533" y="1271116"/>
            <a:ext cx="238333" cy="349948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22DB3A7-5AC2-28FF-B5AD-A524163EF7FE}"/>
              </a:ext>
            </a:extLst>
          </p:cNvPr>
          <p:cNvSpPr txBox="1"/>
          <p:nvPr/>
        </p:nvSpPr>
        <p:spPr>
          <a:xfrm>
            <a:off x="5710724" y="1012856"/>
            <a:ext cx="632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DB 1</a:t>
            </a:r>
            <a:endParaRPr lang="en-IN" sz="8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25ACE0D-3001-3294-876B-5B7E3AE9EBCE}"/>
              </a:ext>
            </a:extLst>
          </p:cNvPr>
          <p:cNvSpPr txBox="1"/>
          <p:nvPr/>
        </p:nvSpPr>
        <p:spPr>
          <a:xfrm>
            <a:off x="6276097" y="1042928"/>
            <a:ext cx="632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DB 2</a:t>
            </a:r>
            <a:endParaRPr lang="en-IN" sz="8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504B931-F9C2-FCD3-9F3B-D3DD4DF83345}"/>
              </a:ext>
            </a:extLst>
          </p:cNvPr>
          <p:cNvSpPr txBox="1"/>
          <p:nvPr/>
        </p:nvSpPr>
        <p:spPr>
          <a:xfrm>
            <a:off x="6807335" y="1055481"/>
            <a:ext cx="632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DB 3</a:t>
            </a:r>
            <a:endParaRPr lang="en-IN" sz="8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5C45BF7-7420-E9E3-9D7C-4D609288804E}"/>
              </a:ext>
            </a:extLst>
          </p:cNvPr>
          <p:cNvSpPr txBox="1"/>
          <p:nvPr/>
        </p:nvSpPr>
        <p:spPr>
          <a:xfrm>
            <a:off x="4486480" y="1339445"/>
            <a:ext cx="8020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(Common Data Model)</a:t>
            </a:r>
            <a:endParaRPr lang="en-IN" sz="800" dirty="0"/>
          </a:p>
        </p:txBody>
      </p:sp>
      <p:pic>
        <p:nvPicPr>
          <p:cNvPr id="1028" name="Picture 4" descr="Symphony | Your Portal For Data-Driven ...">
            <a:extLst>
              <a:ext uri="{FF2B5EF4-FFF2-40B4-BE49-F238E27FC236}">
                <a16:creationId xmlns:a16="http://schemas.microsoft.com/office/drawing/2014/main" id="{5EAF119A-DB6E-D107-4A82-74448619A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73" y="4230450"/>
            <a:ext cx="855456" cy="342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vailable IQVIA Data - IQVIA">
            <a:extLst>
              <a:ext uri="{FF2B5EF4-FFF2-40B4-BE49-F238E27FC236}">
                <a16:creationId xmlns:a16="http://schemas.microsoft.com/office/drawing/2014/main" id="{AA4915D0-CA67-56C7-6675-D9B7BE7E3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95" y="4848336"/>
            <a:ext cx="1123070" cy="196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810DD52-FCED-649D-A01A-9C41BBE00F62}"/>
              </a:ext>
            </a:extLst>
          </p:cNvPr>
          <p:cNvCxnSpPr>
            <a:cxnSpLocks/>
          </p:cNvCxnSpPr>
          <p:nvPr/>
        </p:nvCxnSpPr>
        <p:spPr>
          <a:xfrm>
            <a:off x="8008760" y="936566"/>
            <a:ext cx="9181" cy="696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7282D1DE-CD96-44E2-ECBA-BC0138409571}"/>
              </a:ext>
            </a:extLst>
          </p:cNvPr>
          <p:cNvSpPr/>
          <p:nvPr/>
        </p:nvSpPr>
        <p:spPr>
          <a:xfrm>
            <a:off x="7751944" y="1632676"/>
            <a:ext cx="751060" cy="4254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NBA/</a:t>
            </a:r>
          </a:p>
          <a:p>
            <a:pPr algn="ctr"/>
            <a:r>
              <a:rPr lang="en-US" sz="1100" dirty="0"/>
              <a:t>Analytics</a:t>
            </a:r>
            <a:endParaRPr lang="en-IN" sz="11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1711C0B-B320-DF42-82C1-216C5B528B17}"/>
              </a:ext>
            </a:extLst>
          </p:cNvPr>
          <p:cNvCxnSpPr>
            <a:cxnSpLocks/>
          </p:cNvCxnSpPr>
          <p:nvPr/>
        </p:nvCxnSpPr>
        <p:spPr>
          <a:xfrm flipV="1">
            <a:off x="8173155" y="911002"/>
            <a:ext cx="0" cy="736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DB82ABE-AC82-513E-F3E4-419B3F06E79B}"/>
              </a:ext>
            </a:extLst>
          </p:cNvPr>
          <p:cNvSpPr/>
          <p:nvPr/>
        </p:nvSpPr>
        <p:spPr>
          <a:xfrm rot="5400000">
            <a:off x="6207944" y="743184"/>
            <a:ext cx="583128" cy="104633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1079" name="Group 1078">
            <a:extLst>
              <a:ext uri="{FF2B5EF4-FFF2-40B4-BE49-F238E27FC236}">
                <a16:creationId xmlns:a16="http://schemas.microsoft.com/office/drawing/2014/main" id="{DC419163-00F0-8C10-2281-DB79E69C8C98}"/>
              </a:ext>
            </a:extLst>
          </p:cNvPr>
          <p:cNvGrpSpPr/>
          <p:nvPr/>
        </p:nvGrpSpPr>
        <p:grpSpPr>
          <a:xfrm>
            <a:off x="2667811" y="5768168"/>
            <a:ext cx="917387" cy="475168"/>
            <a:chOff x="5910265" y="5168327"/>
            <a:chExt cx="1075411" cy="836580"/>
          </a:xfrm>
        </p:grpSpPr>
        <p:grpSp>
          <p:nvGrpSpPr>
            <p:cNvPr id="1080" name="Group 1079">
              <a:extLst>
                <a:ext uri="{FF2B5EF4-FFF2-40B4-BE49-F238E27FC236}">
                  <a16:creationId xmlns:a16="http://schemas.microsoft.com/office/drawing/2014/main" id="{CABCB831-8310-A73D-26D8-3D165C499E3D}"/>
                </a:ext>
              </a:extLst>
            </p:cNvPr>
            <p:cNvGrpSpPr/>
            <p:nvPr/>
          </p:nvGrpSpPr>
          <p:grpSpPr>
            <a:xfrm>
              <a:off x="5910265" y="5168327"/>
              <a:ext cx="1075411" cy="836580"/>
              <a:chOff x="2294583" y="5170713"/>
              <a:chExt cx="1075411" cy="836580"/>
            </a:xfrm>
          </p:grpSpPr>
          <p:grpSp>
            <p:nvGrpSpPr>
              <p:cNvPr id="1082" name="Group 1081">
                <a:extLst>
                  <a:ext uri="{FF2B5EF4-FFF2-40B4-BE49-F238E27FC236}">
                    <a16:creationId xmlns:a16="http://schemas.microsoft.com/office/drawing/2014/main" id="{552FFB60-92F4-ED33-A253-9AD4422CEE09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084" name="Diamond 2">
                  <a:extLst>
                    <a:ext uri="{FF2B5EF4-FFF2-40B4-BE49-F238E27FC236}">
                      <a16:creationId xmlns:a16="http://schemas.microsoft.com/office/drawing/2014/main" id="{4C60E8A8-55DD-FD21-8018-20D71683FA6E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5" name="Parallelogram 3">
                  <a:extLst>
                    <a:ext uri="{FF2B5EF4-FFF2-40B4-BE49-F238E27FC236}">
                      <a16:creationId xmlns:a16="http://schemas.microsoft.com/office/drawing/2014/main" id="{7075A19C-D801-26FC-3CE3-A2939EF23190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6" name="Parallelogram 1085">
                  <a:extLst>
                    <a:ext uri="{FF2B5EF4-FFF2-40B4-BE49-F238E27FC236}">
                      <a16:creationId xmlns:a16="http://schemas.microsoft.com/office/drawing/2014/main" id="{6893BFE6-D51F-29D7-D259-660671D9282A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7" name="Arrow: Pentagon 1086">
                  <a:extLst>
                    <a:ext uri="{FF2B5EF4-FFF2-40B4-BE49-F238E27FC236}">
                      <a16:creationId xmlns:a16="http://schemas.microsoft.com/office/drawing/2014/main" id="{64A31CAE-796C-24E2-684A-D9944AF5F42E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83" name="TextBox 1082">
                <a:extLst>
                  <a:ext uri="{FF2B5EF4-FFF2-40B4-BE49-F238E27FC236}">
                    <a16:creationId xmlns:a16="http://schemas.microsoft.com/office/drawing/2014/main" id="{E0C99692-1097-7930-6C5E-B7FD6AA31BCB}"/>
                  </a:ext>
                </a:extLst>
              </p:cNvPr>
              <p:cNvSpPr txBox="1"/>
              <p:nvPr/>
            </p:nvSpPr>
            <p:spPr>
              <a:xfrm>
                <a:off x="2526043" y="5859507"/>
                <a:ext cx="565924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Security</a:t>
                </a:r>
              </a:p>
            </p:txBody>
          </p:sp>
        </p:grpSp>
        <p:pic>
          <p:nvPicPr>
            <p:cNvPr id="1081" name="Picture 42" descr="Security Shield Lock Comments - 100% Secure Checkout Icon Clipart - Large  Size Png Image - PikPng">
              <a:extLst>
                <a:ext uri="{FF2B5EF4-FFF2-40B4-BE49-F238E27FC236}">
                  <a16:creationId xmlns:a16="http://schemas.microsoft.com/office/drawing/2014/main" id="{CE97FE14-615C-FABE-3BA3-F1AB068CB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4096" y="5294650"/>
              <a:ext cx="248645" cy="278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79C659E4-870A-F110-6A01-9CDA1A27AADB}"/>
              </a:ext>
            </a:extLst>
          </p:cNvPr>
          <p:cNvGrpSpPr/>
          <p:nvPr/>
        </p:nvGrpSpPr>
        <p:grpSpPr>
          <a:xfrm>
            <a:off x="3677458" y="5796175"/>
            <a:ext cx="1022835" cy="420427"/>
            <a:chOff x="2767221" y="5168327"/>
            <a:chExt cx="1127907" cy="833767"/>
          </a:xfrm>
        </p:grpSpPr>
        <p:grpSp>
          <p:nvGrpSpPr>
            <p:cNvPr id="1089" name="Group 1088">
              <a:extLst>
                <a:ext uri="{FF2B5EF4-FFF2-40B4-BE49-F238E27FC236}">
                  <a16:creationId xmlns:a16="http://schemas.microsoft.com/office/drawing/2014/main" id="{43EB0AAE-E79A-AC43-0639-34FE067E3C81}"/>
                </a:ext>
              </a:extLst>
            </p:cNvPr>
            <p:cNvGrpSpPr/>
            <p:nvPr/>
          </p:nvGrpSpPr>
          <p:grpSpPr>
            <a:xfrm>
              <a:off x="2767221" y="5168327"/>
              <a:ext cx="1127907" cy="833767"/>
              <a:chOff x="2242087" y="5170713"/>
              <a:chExt cx="1127907" cy="833767"/>
            </a:xfrm>
          </p:grpSpPr>
          <p:grpSp>
            <p:nvGrpSpPr>
              <p:cNvPr id="1091" name="Group 1090">
                <a:extLst>
                  <a:ext uri="{FF2B5EF4-FFF2-40B4-BE49-F238E27FC236}">
                    <a16:creationId xmlns:a16="http://schemas.microsoft.com/office/drawing/2014/main" id="{38C4F1F7-B5EA-3D59-6502-B22B96E26F13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093" name="Diamond 2">
                  <a:extLst>
                    <a:ext uri="{FF2B5EF4-FFF2-40B4-BE49-F238E27FC236}">
                      <a16:creationId xmlns:a16="http://schemas.microsoft.com/office/drawing/2014/main" id="{D0265131-5ED7-83FE-EE15-F47BFE15BA46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4" name="Parallelogram 3">
                  <a:extLst>
                    <a:ext uri="{FF2B5EF4-FFF2-40B4-BE49-F238E27FC236}">
                      <a16:creationId xmlns:a16="http://schemas.microsoft.com/office/drawing/2014/main" id="{D7483E40-0F79-9B73-359F-8A1BF775EE9F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5" name="Parallelogram 1094">
                  <a:extLst>
                    <a:ext uri="{FF2B5EF4-FFF2-40B4-BE49-F238E27FC236}">
                      <a16:creationId xmlns:a16="http://schemas.microsoft.com/office/drawing/2014/main" id="{5E0C54FA-6DBA-B544-E3E9-7020F38119F4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6" name="Arrow: Pentagon 1095">
                  <a:extLst>
                    <a:ext uri="{FF2B5EF4-FFF2-40B4-BE49-F238E27FC236}">
                      <a16:creationId xmlns:a16="http://schemas.microsoft.com/office/drawing/2014/main" id="{CDA35981-C8BC-0752-6BAE-36E00C537F60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92" name="TextBox 1091">
                <a:extLst>
                  <a:ext uri="{FF2B5EF4-FFF2-40B4-BE49-F238E27FC236}">
                    <a16:creationId xmlns:a16="http://schemas.microsoft.com/office/drawing/2014/main" id="{4ED7699E-BA7E-7FB9-04E9-3C4FFE9653DD}"/>
                  </a:ext>
                </a:extLst>
              </p:cNvPr>
              <p:cNvSpPr txBox="1"/>
              <p:nvPr/>
            </p:nvSpPr>
            <p:spPr>
              <a:xfrm>
                <a:off x="2242087" y="5856694"/>
                <a:ext cx="1127787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RPA</a:t>
                </a:r>
              </a:p>
            </p:txBody>
          </p:sp>
        </p:grpSp>
        <p:pic>
          <p:nvPicPr>
            <p:cNvPr id="1090" name="Picture 36" descr="Rpa - Free industry icons">
              <a:extLst>
                <a:ext uri="{FF2B5EF4-FFF2-40B4-BE49-F238E27FC236}">
                  <a16:creationId xmlns:a16="http://schemas.microsoft.com/office/drawing/2014/main" id="{0C756CEE-015B-63B9-3792-2E4C006FA7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8325" y="5292800"/>
              <a:ext cx="260080" cy="26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97" name="Group 1096">
            <a:extLst>
              <a:ext uri="{FF2B5EF4-FFF2-40B4-BE49-F238E27FC236}">
                <a16:creationId xmlns:a16="http://schemas.microsoft.com/office/drawing/2014/main" id="{1A484D1D-7A88-D4F5-8A30-BEFCB2EDE522}"/>
              </a:ext>
            </a:extLst>
          </p:cNvPr>
          <p:cNvGrpSpPr/>
          <p:nvPr/>
        </p:nvGrpSpPr>
        <p:grpSpPr>
          <a:xfrm>
            <a:off x="4820858" y="5734311"/>
            <a:ext cx="979077" cy="503160"/>
            <a:chOff x="9000813" y="5168327"/>
            <a:chExt cx="1075411" cy="821418"/>
          </a:xfrm>
        </p:grpSpPr>
        <p:grpSp>
          <p:nvGrpSpPr>
            <p:cNvPr id="1098" name="Group 1097">
              <a:extLst>
                <a:ext uri="{FF2B5EF4-FFF2-40B4-BE49-F238E27FC236}">
                  <a16:creationId xmlns:a16="http://schemas.microsoft.com/office/drawing/2014/main" id="{D4D7B2B9-D7C2-0C4C-4E86-E601D2A4A645}"/>
                </a:ext>
              </a:extLst>
            </p:cNvPr>
            <p:cNvGrpSpPr/>
            <p:nvPr/>
          </p:nvGrpSpPr>
          <p:grpSpPr>
            <a:xfrm>
              <a:off x="9000813" y="5168327"/>
              <a:ext cx="1075411" cy="821418"/>
              <a:chOff x="2294583" y="5170713"/>
              <a:chExt cx="1075411" cy="821418"/>
            </a:xfrm>
          </p:grpSpPr>
          <p:grpSp>
            <p:nvGrpSpPr>
              <p:cNvPr id="1100" name="Group 1099">
                <a:extLst>
                  <a:ext uri="{FF2B5EF4-FFF2-40B4-BE49-F238E27FC236}">
                    <a16:creationId xmlns:a16="http://schemas.microsoft.com/office/drawing/2014/main" id="{35B95195-5C9F-44C1-1BF9-7000E306F048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02" name="Diamond 2">
                  <a:extLst>
                    <a:ext uri="{FF2B5EF4-FFF2-40B4-BE49-F238E27FC236}">
                      <a16:creationId xmlns:a16="http://schemas.microsoft.com/office/drawing/2014/main" id="{36A377D4-4D30-1435-2A66-F03462F43FBE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3" name="Parallelogram 3">
                  <a:extLst>
                    <a:ext uri="{FF2B5EF4-FFF2-40B4-BE49-F238E27FC236}">
                      <a16:creationId xmlns:a16="http://schemas.microsoft.com/office/drawing/2014/main" id="{967A3355-F11D-2E7A-9BC4-C68E0FC1DEDA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4" name="Parallelogram 1103">
                  <a:extLst>
                    <a:ext uri="{FF2B5EF4-FFF2-40B4-BE49-F238E27FC236}">
                      <a16:creationId xmlns:a16="http://schemas.microsoft.com/office/drawing/2014/main" id="{30DF37C7-5E0F-E189-C170-DEDA4415307B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5" name="Arrow: Pentagon 1104">
                  <a:extLst>
                    <a:ext uri="{FF2B5EF4-FFF2-40B4-BE49-F238E27FC236}">
                      <a16:creationId xmlns:a16="http://schemas.microsoft.com/office/drawing/2014/main" id="{632C7802-BC82-E9C8-A66B-9F32367098D1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01" name="TextBox 1100">
                <a:extLst>
                  <a:ext uri="{FF2B5EF4-FFF2-40B4-BE49-F238E27FC236}">
                    <a16:creationId xmlns:a16="http://schemas.microsoft.com/office/drawing/2014/main" id="{3AE222DC-F79B-4129-57DB-96C0A2662DBF}"/>
                  </a:ext>
                </a:extLst>
              </p:cNvPr>
              <p:cNvSpPr txBox="1"/>
              <p:nvPr/>
            </p:nvSpPr>
            <p:spPr>
              <a:xfrm>
                <a:off x="2369677" y="5844345"/>
                <a:ext cx="936628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DevOps &amp; GitHub</a:t>
                </a:r>
              </a:p>
            </p:txBody>
          </p:sp>
        </p:grpSp>
        <p:pic>
          <p:nvPicPr>
            <p:cNvPr id="1099" name="Picture 48" descr="What is CI/CD?">
              <a:extLst>
                <a:ext uri="{FF2B5EF4-FFF2-40B4-BE49-F238E27FC236}">
                  <a16:creationId xmlns:a16="http://schemas.microsoft.com/office/drawing/2014/main" id="{8CC5438B-510A-DD45-57BE-97472DEB50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032" y="5297783"/>
              <a:ext cx="461182" cy="220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0130E71B-AF66-28D7-F6D4-2EF31E3AB0F0}"/>
              </a:ext>
            </a:extLst>
          </p:cNvPr>
          <p:cNvGrpSpPr/>
          <p:nvPr/>
        </p:nvGrpSpPr>
        <p:grpSpPr>
          <a:xfrm>
            <a:off x="5908667" y="5734311"/>
            <a:ext cx="1018807" cy="503160"/>
            <a:chOff x="7455539" y="5168327"/>
            <a:chExt cx="1075411" cy="821418"/>
          </a:xfrm>
        </p:grpSpPr>
        <p:grpSp>
          <p:nvGrpSpPr>
            <p:cNvPr id="1107" name="Group 1106">
              <a:extLst>
                <a:ext uri="{FF2B5EF4-FFF2-40B4-BE49-F238E27FC236}">
                  <a16:creationId xmlns:a16="http://schemas.microsoft.com/office/drawing/2014/main" id="{8ECF3D16-8AA6-B8F0-B567-03F694E31813}"/>
                </a:ext>
              </a:extLst>
            </p:cNvPr>
            <p:cNvGrpSpPr/>
            <p:nvPr/>
          </p:nvGrpSpPr>
          <p:grpSpPr>
            <a:xfrm>
              <a:off x="7455539" y="5168327"/>
              <a:ext cx="1075411" cy="821418"/>
              <a:chOff x="2294583" y="5170713"/>
              <a:chExt cx="1075411" cy="821418"/>
            </a:xfrm>
          </p:grpSpPr>
          <p:grpSp>
            <p:nvGrpSpPr>
              <p:cNvPr id="1109" name="Group 1108">
                <a:extLst>
                  <a:ext uri="{FF2B5EF4-FFF2-40B4-BE49-F238E27FC236}">
                    <a16:creationId xmlns:a16="http://schemas.microsoft.com/office/drawing/2014/main" id="{24C5A5FA-ED0D-6405-EFFA-CBA0C5DD7F0D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11" name="Diamond 2">
                  <a:extLst>
                    <a:ext uri="{FF2B5EF4-FFF2-40B4-BE49-F238E27FC236}">
                      <a16:creationId xmlns:a16="http://schemas.microsoft.com/office/drawing/2014/main" id="{21A117D5-09BF-04E6-C182-7FC4512AAA54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2" name="Parallelogram 3">
                  <a:extLst>
                    <a:ext uri="{FF2B5EF4-FFF2-40B4-BE49-F238E27FC236}">
                      <a16:creationId xmlns:a16="http://schemas.microsoft.com/office/drawing/2014/main" id="{D88A96B2-FB8B-CE87-19C1-20C5A33C7F0B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3" name="Parallelogram 1112">
                  <a:extLst>
                    <a:ext uri="{FF2B5EF4-FFF2-40B4-BE49-F238E27FC236}">
                      <a16:creationId xmlns:a16="http://schemas.microsoft.com/office/drawing/2014/main" id="{279B6615-1EC3-062B-5508-0267F9439363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4" name="Arrow: Pentagon 1113">
                  <a:extLst>
                    <a:ext uri="{FF2B5EF4-FFF2-40B4-BE49-F238E27FC236}">
                      <a16:creationId xmlns:a16="http://schemas.microsoft.com/office/drawing/2014/main" id="{5C2D5975-B4D4-3DD0-661A-E479A3F0923B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0" name="TextBox 1109">
                <a:extLst>
                  <a:ext uri="{FF2B5EF4-FFF2-40B4-BE49-F238E27FC236}">
                    <a16:creationId xmlns:a16="http://schemas.microsoft.com/office/drawing/2014/main" id="{F5A090A7-C6A0-879F-CF09-8113B0832CCF}"/>
                  </a:ext>
                </a:extLst>
              </p:cNvPr>
              <p:cNvSpPr txBox="1"/>
              <p:nvPr/>
            </p:nvSpPr>
            <p:spPr>
              <a:xfrm>
                <a:off x="2450859" y="5844345"/>
                <a:ext cx="759917" cy="147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Orchestration</a:t>
                </a:r>
              </a:p>
            </p:txBody>
          </p:sp>
        </p:grpSp>
        <p:pic>
          <p:nvPicPr>
            <p:cNvPr id="1108" name="Picture 46" descr="Setting - Free electronics icons">
              <a:extLst>
                <a:ext uri="{FF2B5EF4-FFF2-40B4-BE49-F238E27FC236}">
                  <a16:creationId xmlns:a16="http://schemas.microsoft.com/office/drawing/2014/main" id="{846F2991-8CA4-BFB1-3DC5-A52ECD6CE1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1163" y="5254919"/>
              <a:ext cx="297961" cy="297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000F249C-9461-2060-5D4F-FF7CF4FFF73E}"/>
              </a:ext>
            </a:extLst>
          </p:cNvPr>
          <p:cNvGrpSpPr/>
          <p:nvPr/>
        </p:nvGrpSpPr>
        <p:grpSpPr>
          <a:xfrm>
            <a:off x="6988182" y="5746858"/>
            <a:ext cx="924345" cy="489228"/>
            <a:chOff x="5224429" y="5893730"/>
            <a:chExt cx="1075411" cy="829228"/>
          </a:xfrm>
        </p:grpSpPr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025E41F0-9550-D2C1-D20F-E4AD57833255}"/>
                </a:ext>
              </a:extLst>
            </p:cNvPr>
            <p:cNvGrpSpPr/>
            <p:nvPr/>
          </p:nvGrpSpPr>
          <p:grpSpPr>
            <a:xfrm>
              <a:off x="5224429" y="5893730"/>
              <a:ext cx="1075411" cy="829228"/>
              <a:chOff x="2294583" y="5170713"/>
              <a:chExt cx="1075411" cy="829228"/>
            </a:xfrm>
          </p:grpSpPr>
          <p:grpSp>
            <p:nvGrpSpPr>
              <p:cNvPr id="1118" name="Group 1117">
                <a:extLst>
                  <a:ext uri="{FF2B5EF4-FFF2-40B4-BE49-F238E27FC236}">
                    <a16:creationId xmlns:a16="http://schemas.microsoft.com/office/drawing/2014/main" id="{797A11F8-BB3C-28FA-0CDE-8FA5262F1A22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20" name="Diamond 2">
                  <a:extLst>
                    <a:ext uri="{FF2B5EF4-FFF2-40B4-BE49-F238E27FC236}">
                      <a16:creationId xmlns:a16="http://schemas.microsoft.com/office/drawing/2014/main" id="{F9C0E237-B2C9-89F0-3EA6-3E592020CB12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1" name="Parallelogram 3">
                  <a:extLst>
                    <a:ext uri="{FF2B5EF4-FFF2-40B4-BE49-F238E27FC236}">
                      <a16:creationId xmlns:a16="http://schemas.microsoft.com/office/drawing/2014/main" id="{D4B74A56-4DF8-DC25-1245-38E61A5F9E64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2" name="Parallelogram 1121">
                  <a:extLst>
                    <a:ext uri="{FF2B5EF4-FFF2-40B4-BE49-F238E27FC236}">
                      <a16:creationId xmlns:a16="http://schemas.microsoft.com/office/drawing/2014/main" id="{28E75278-3D8A-E1F7-ECCC-696F9C413602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Arrow: Pentagon 1122">
                  <a:extLst>
                    <a:ext uri="{FF2B5EF4-FFF2-40B4-BE49-F238E27FC236}">
                      <a16:creationId xmlns:a16="http://schemas.microsoft.com/office/drawing/2014/main" id="{6013BD92-7E99-97CC-0889-A9999F937C5B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9" name="TextBox 1118">
                <a:extLst>
                  <a:ext uri="{FF2B5EF4-FFF2-40B4-BE49-F238E27FC236}">
                    <a16:creationId xmlns:a16="http://schemas.microsoft.com/office/drawing/2014/main" id="{A2302041-A71E-8D9D-2527-890A9F5CB80D}"/>
                  </a:ext>
                </a:extLst>
              </p:cNvPr>
              <p:cNvSpPr txBox="1"/>
              <p:nvPr/>
            </p:nvSpPr>
            <p:spPr>
              <a:xfrm>
                <a:off x="2517203" y="5852156"/>
                <a:ext cx="565924" cy="1477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Flexibility</a:t>
                </a:r>
              </a:p>
            </p:txBody>
          </p:sp>
        </p:grpSp>
        <p:pic>
          <p:nvPicPr>
            <p:cNvPr id="1117" name="Picture 56" descr="Flexibility Icons - Free SVG &amp; PNG Flexibility Images - Noun Project">
              <a:extLst>
                <a:ext uri="{FF2B5EF4-FFF2-40B4-BE49-F238E27FC236}">
                  <a16:creationId xmlns:a16="http://schemas.microsoft.com/office/drawing/2014/main" id="{83F0C70C-3E9E-8512-CE39-CFF01C207F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3629" y="6017026"/>
              <a:ext cx="274961" cy="274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DCB1D5EE-0BDD-9595-4B54-FA501F764E67}"/>
              </a:ext>
            </a:extLst>
          </p:cNvPr>
          <p:cNvGrpSpPr/>
          <p:nvPr/>
        </p:nvGrpSpPr>
        <p:grpSpPr>
          <a:xfrm>
            <a:off x="8110189" y="5682145"/>
            <a:ext cx="978216" cy="556448"/>
            <a:chOff x="6799840" y="5893730"/>
            <a:chExt cx="1075411" cy="815112"/>
          </a:xfrm>
        </p:grpSpPr>
        <p:grpSp>
          <p:nvGrpSpPr>
            <p:cNvPr id="1125" name="Group 1124">
              <a:extLst>
                <a:ext uri="{FF2B5EF4-FFF2-40B4-BE49-F238E27FC236}">
                  <a16:creationId xmlns:a16="http://schemas.microsoft.com/office/drawing/2014/main" id="{7DDBBF29-51C5-9672-5FEF-1A9784930AEF}"/>
                </a:ext>
              </a:extLst>
            </p:cNvPr>
            <p:cNvGrpSpPr/>
            <p:nvPr/>
          </p:nvGrpSpPr>
          <p:grpSpPr>
            <a:xfrm>
              <a:off x="6799840" y="5893730"/>
              <a:ext cx="1075411" cy="815112"/>
              <a:chOff x="2294583" y="5170713"/>
              <a:chExt cx="1075411" cy="815112"/>
            </a:xfrm>
          </p:grpSpPr>
          <p:grpSp>
            <p:nvGrpSpPr>
              <p:cNvPr id="1127" name="Group 1126">
                <a:extLst>
                  <a:ext uri="{FF2B5EF4-FFF2-40B4-BE49-F238E27FC236}">
                    <a16:creationId xmlns:a16="http://schemas.microsoft.com/office/drawing/2014/main" id="{737150D6-86B5-F17E-3494-91CF4FA8E80C}"/>
                  </a:ext>
                </a:extLst>
              </p:cNvPr>
              <p:cNvGrpSpPr/>
              <p:nvPr/>
            </p:nvGrpSpPr>
            <p:grpSpPr>
              <a:xfrm>
                <a:off x="2294583" y="5170713"/>
                <a:ext cx="1075411" cy="588713"/>
                <a:chOff x="746496" y="1014195"/>
                <a:chExt cx="1845984" cy="1010549"/>
              </a:xfrm>
            </p:grpSpPr>
            <p:sp>
              <p:nvSpPr>
                <p:cNvPr id="1129" name="Diamond 2">
                  <a:extLst>
                    <a:ext uri="{FF2B5EF4-FFF2-40B4-BE49-F238E27FC236}">
                      <a16:creationId xmlns:a16="http://schemas.microsoft.com/office/drawing/2014/main" id="{64939C8C-C026-5D0A-4F79-9F472DE1B81D}"/>
                    </a:ext>
                  </a:extLst>
                </p:cNvPr>
                <p:cNvSpPr/>
                <p:nvPr/>
              </p:nvSpPr>
              <p:spPr>
                <a:xfrm>
                  <a:off x="821243" y="1299942"/>
                  <a:ext cx="1695451" cy="650875"/>
                </a:xfrm>
                <a:custGeom>
                  <a:avLst/>
                  <a:gdLst>
                    <a:gd name="connsiteX0" fmla="*/ 0 w 1695451"/>
                    <a:gd name="connsiteY0" fmla="*/ 319088 h 638175"/>
                    <a:gd name="connsiteX1" fmla="*/ 847726 w 1695451"/>
                    <a:gd name="connsiteY1" fmla="*/ 0 h 638175"/>
                    <a:gd name="connsiteX2" fmla="*/ 1695451 w 1695451"/>
                    <a:gd name="connsiteY2" fmla="*/ 319088 h 638175"/>
                    <a:gd name="connsiteX3" fmla="*/ 847726 w 1695451"/>
                    <a:gd name="connsiteY3" fmla="*/ 638175 h 638175"/>
                    <a:gd name="connsiteX4" fmla="*/ 0 w 1695451"/>
                    <a:gd name="connsiteY4" fmla="*/ 319088 h 638175"/>
                    <a:gd name="connsiteX0" fmla="*/ 0 w 1695451"/>
                    <a:gd name="connsiteY0" fmla="*/ 319088 h 650875"/>
                    <a:gd name="connsiteX1" fmla="*/ 847726 w 1695451"/>
                    <a:gd name="connsiteY1" fmla="*/ 0 h 650875"/>
                    <a:gd name="connsiteX2" fmla="*/ 1695451 w 1695451"/>
                    <a:gd name="connsiteY2" fmla="*/ 319088 h 650875"/>
                    <a:gd name="connsiteX3" fmla="*/ 850901 w 1695451"/>
                    <a:gd name="connsiteY3" fmla="*/ 650875 h 650875"/>
                    <a:gd name="connsiteX4" fmla="*/ 0 w 1695451"/>
                    <a:gd name="connsiteY4" fmla="*/ 319088 h 650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5451" h="650875">
                      <a:moveTo>
                        <a:pt x="0" y="319088"/>
                      </a:moveTo>
                      <a:lnTo>
                        <a:pt x="847726" y="0"/>
                      </a:lnTo>
                      <a:lnTo>
                        <a:pt x="1695451" y="319088"/>
                      </a:lnTo>
                      <a:lnTo>
                        <a:pt x="850901" y="650875"/>
                      </a:lnTo>
                      <a:lnTo>
                        <a:pt x="0" y="31908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0" name="Parallelogram 3">
                  <a:extLst>
                    <a:ext uri="{FF2B5EF4-FFF2-40B4-BE49-F238E27FC236}">
                      <a16:creationId xmlns:a16="http://schemas.microsoft.com/office/drawing/2014/main" id="{70F6361C-68B6-500F-1EC9-9196239BC169}"/>
                    </a:ext>
                  </a:extLst>
                </p:cNvPr>
                <p:cNvSpPr/>
                <p:nvPr/>
              </p:nvSpPr>
              <p:spPr>
                <a:xfrm rot="12060000" flipV="1">
                  <a:off x="746496" y="1785876"/>
                  <a:ext cx="983529" cy="238868"/>
                </a:xfrm>
                <a:custGeom>
                  <a:avLst/>
                  <a:gdLst>
                    <a:gd name="connsiteX0" fmla="*/ 0 w 1007692"/>
                    <a:gd name="connsiteY0" fmla="*/ 238868 h 238868"/>
                    <a:gd name="connsiteX1" fmla="*/ 103695 w 1007692"/>
                    <a:gd name="connsiteY1" fmla="*/ 0 h 238868"/>
                    <a:gd name="connsiteX2" fmla="*/ 1007692 w 1007692"/>
                    <a:gd name="connsiteY2" fmla="*/ 0 h 238868"/>
                    <a:gd name="connsiteX3" fmla="*/ 903997 w 1007692"/>
                    <a:gd name="connsiteY3" fmla="*/ 238868 h 238868"/>
                    <a:gd name="connsiteX4" fmla="*/ 0 w 1007692"/>
                    <a:gd name="connsiteY4" fmla="*/ 238868 h 238868"/>
                    <a:gd name="connsiteX0" fmla="*/ 0 w 998350"/>
                    <a:gd name="connsiteY0" fmla="*/ 232251 h 238868"/>
                    <a:gd name="connsiteX1" fmla="*/ 94353 w 998350"/>
                    <a:gd name="connsiteY1" fmla="*/ 0 h 238868"/>
                    <a:gd name="connsiteX2" fmla="*/ 998350 w 998350"/>
                    <a:gd name="connsiteY2" fmla="*/ 0 h 238868"/>
                    <a:gd name="connsiteX3" fmla="*/ 894655 w 998350"/>
                    <a:gd name="connsiteY3" fmla="*/ 238868 h 238868"/>
                    <a:gd name="connsiteX4" fmla="*/ 0 w 998350"/>
                    <a:gd name="connsiteY4" fmla="*/ 232251 h 238868"/>
                    <a:gd name="connsiteX0" fmla="*/ 0 w 983529"/>
                    <a:gd name="connsiteY0" fmla="*/ 237940 h 238868"/>
                    <a:gd name="connsiteX1" fmla="*/ 79532 w 983529"/>
                    <a:gd name="connsiteY1" fmla="*/ 0 h 238868"/>
                    <a:gd name="connsiteX2" fmla="*/ 983529 w 983529"/>
                    <a:gd name="connsiteY2" fmla="*/ 0 h 238868"/>
                    <a:gd name="connsiteX3" fmla="*/ 879834 w 983529"/>
                    <a:gd name="connsiteY3" fmla="*/ 238868 h 238868"/>
                    <a:gd name="connsiteX4" fmla="*/ 0 w 983529"/>
                    <a:gd name="connsiteY4" fmla="*/ 237940 h 23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29" h="238868">
                      <a:moveTo>
                        <a:pt x="0" y="237940"/>
                      </a:moveTo>
                      <a:lnTo>
                        <a:pt x="79532" y="0"/>
                      </a:lnTo>
                      <a:lnTo>
                        <a:pt x="983529" y="0"/>
                      </a:lnTo>
                      <a:lnTo>
                        <a:pt x="879834" y="238868"/>
                      </a:lnTo>
                      <a:lnTo>
                        <a:pt x="0" y="2379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Parallelogram 1130">
                  <a:extLst>
                    <a:ext uri="{FF2B5EF4-FFF2-40B4-BE49-F238E27FC236}">
                      <a16:creationId xmlns:a16="http://schemas.microsoft.com/office/drawing/2014/main" id="{FF8688F8-8279-76EF-6DAA-171235520F18}"/>
                    </a:ext>
                  </a:extLst>
                </p:cNvPr>
                <p:cNvSpPr/>
                <p:nvPr/>
              </p:nvSpPr>
              <p:spPr>
                <a:xfrm rot="9540000" flipH="1" flipV="1">
                  <a:off x="1577107" y="1790480"/>
                  <a:ext cx="1015373" cy="226713"/>
                </a:xfrm>
                <a:prstGeom prst="parallelogram">
                  <a:avLst>
                    <a:gd name="adj" fmla="val 4471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2" name="Arrow: Pentagon 1131">
                  <a:extLst>
                    <a:ext uri="{FF2B5EF4-FFF2-40B4-BE49-F238E27FC236}">
                      <a16:creationId xmlns:a16="http://schemas.microsoft.com/office/drawing/2014/main" id="{17E49C58-85EC-4033-1C81-A3D88E752308}"/>
                    </a:ext>
                  </a:extLst>
                </p:cNvPr>
                <p:cNvSpPr/>
                <p:nvPr/>
              </p:nvSpPr>
              <p:spPr>
                <a:xfrm rot="5400000">
                  <a:off x="1274838" y="976524"/>
                  <a:ext cx="788258" cy="863599"/>
                </a:xfrm>
                <a:prstGeom prst="homePlate">
                  <a:avLst>
                    <a:gd name="adj" fmla="val 18923"/>
                  </a:avLst>
                </a:prstGeom>
                <a:gradFill flip="none" rotWithShape="1">
                  <a:gsLst>
                    <a:gs pos="46000">
                      <a:schemeClr val="tx2">
                        <a:lumMod val="20000"/>
                        <a:lumOff val="80000"/>
                      </a:schemeClr>
                    </a:gs>
                    <a:gs pos="100000">
                      <a:schemeClr val="bg1">
                        <a:alpha val="20000"/>
                      </a:scheme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8" name="TextBox 1127">
                <a:extLst>
                  <a:ext uri="{FF2B5EF4-FFF2-40B4-BE49-F238E27FC236}">
                    <a16:creationId xmlns:a16="http://schemas.microsoft.com/office/drawing/2014/main" id="{D6BAC4B8-0D34-8EE1-D1AF-AAF51B459C12}"/>
                  </a:ext>
                </a:extLst>
              </p:cNvPr>
              <p:cNvSpPr txBox="1"/>
              <p:nvPr/>
            </p:nvSpPr>
            <p:spPr>
              <a:xfrm>
                <a:off x="2410211" y="5838040"/>
                <a:ext cx="814893" cy="1477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E7E6E6">
                      <a:lumMod val="50000"/>
                    </a:srgbClr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900" b="1" dirty="0"/>
                  <a:t>Auto Upgrades</a:t>
                </a:r>
              </a:p>
            </p:txBody>
          </p:sp>
        </p:grpSp>
        <p:pic>
          <p:nvPicPr>
            <p:cNvPr id="1126" name="Picture 62" descr="Upgrade icons for free download | Freepik">
              <a:extLst>
                <a:ext uri="{FF2B5EF4-FFF2-40B4-BE49-F238E27FC236}">
                  <a16:creationId xmlns:a16="http://schemas.microsoft.com/office/drawing/2014/main" id="{F2FDAA5F-4A62-A53B-67DE-4C6217EB90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7229" y="6008311"/>
              <a:ext cx="273142" cy="273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BA4622E-30F7-A525-45D2-530031CB8AAA}"/>
              </a:ext>
            </a:extLst>
          </p:cNvPr>
          <p:cNvSpPr txBox="1"/>
          <p:nvPr/>
        </p:nvSpPr>
        <p:spPr>
          <a:xfrm>
            <a:off x="562843" y="5846294"/>
            <a:ext cx="1139303" cy="41549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Foundation Enablers</a:t>
            </a:r>
            <a:endParaRPr lang="en-IN" sz="1050" dirty="0">
              <a:solidFill>
                <a:schemeClr val="bg1"/>
              </a:solidFill>
            </a:endParaRPr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FF778EF2-7596-B07D-11D3-C1D4B2FD1C34}"/>
              </a:ext>
            </a:extLst>
          </p:cNvPr>
          <p:cNvSpPr/>
          <p:nvPr/>
        </p:nvSpPr>
        <p:spPr>
          <a:xfrm>
            <a:off x="2227581" y="572309"/>
            <a:ext cx="4619970" cy="17169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</a:t>
            </a:r>
            <a:endParaRPr lang="en-IN" dirty="0"/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BC7C72D9-D5BE-4B0B-00FE-BEA05581DF6C}"/>
              </a:ext>
            </a:extLst>
          </p:cNvPr>
          <p:cNvSpPr txBox="1"/>
          <p:nvPr/>
        </p:nvSpPr>
        <p:spPr>
          <a:xfrm>
            <a:off x="567858" y="6248692"/>
            <a:ext cx="11168340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Trinity Legacy Tools / Applications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139" name="Rectangle: Rounded Corners 1138">
            <a:extLst>
              <a:ext uri="{FF2B5EF4-FFF2-40B4-BE49-F238E27FC236}">
                <a16:creationId xmlns:a16="http://schemas.microsoft.com/office/drawing/2014/main" id="{3462926A-C79A-1BD4-C8DD-4B54B4B878EF}"/>
              </a:ext>
            </a:extLst>
          </p:cNvPr>
          <p:cNvSpPr/>
          <p:nvPr/>
        </p:nvSpPr>
        <p:spPr>
          <a:xfrm>
            <a:off x="9191868" y="5829640"/>
            <a:ext cx="940120" cy="2551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Migrator</a:t>
            </a:r>
            <a:endParaRPr lang="en-IN" sz="1000" dirty="0"/>
          </a:p>
        </p:txBody>
      </p:sp>
      <p:sp>
        <p:nvSpPr>
          <p:cNvPr id="1141" name="Rectangle: Rounded Corners 1140">
            <a:extLst>
              <a:ext uri="{FF2B5EF4-FFF2-40B4-BE49-F238E27FC236}">
                <a16:creationId xmlns:a16="http://schemas.microsoft.com/office/drawing/2014/main" id="{E2461B58-D872-A67A-997B-CAB3427C8977}"/>
              </a:ext>
            </a:extLst>
          </p:cNvPr>
          <p:cNvSpPr/>
          <p:nvPr/>
        </p:nvSpPr>
        <p:spPr>
          <a:xfrm>
            <a:off x="10242674" y="5792693"/>
            <a:ext cx="1038052" cy="2902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Comparator</a:t>
            </a:r>
            <a:endParaRPr lang="en-IN" sz="1000" dirty="0"/>
          </a:p>
        </p:txBody>
      </p:sp>
      <p:sp>
        <p:nvSpPr>
          <p:cNvPr id="1142" name="Rectangle: Rounded Corners 1141">
            <a:extLst>
              <a:ext uri="{FF2B5EF4-FFF2-40B4-BE49-F238E27FC236}">
                <a16:creationId xmlns:a16="http://schemas.microsoft.com/office/drawing/2014/main" id="{5AFC7EF1-3EB2-7B33-51AD-DDEC8DB7348B}"/>
              </a:ext>
            </a:extLst>
          </p:cNvPr>
          <p:cNvSpPr/>
          <p:nvPr/>
        </p:nvSpPr>
        <p:spPr>
          <a:xfrm>
            <a:off x="9182409" y="6106430"/>
            <a:ext cx="2008545" cy="1261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Code/Script  Converter</a:t>
            </a:r>
            <a:endParaRPr lang="en-IN" sz="1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26C45E-B255-C9E4-36C0-D5F077F01A86}"/>
              </a:ext>
            </a:extLst>
          </p:cNvPr>
          <p:cNvCxnSpPr>
            <a:cxnSpLocks/>
          </p:cNvCxnSpPr>
          <p:nvPr/>
        </p:nvCxnSpPr>
        <p:spPr>
          <a:xfrm flipV="1">
            <a:off x="1447442" y="1714943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0F9EAA-80DE-53A4-B29F-0ABFCEE1F6C0}"/>
              </a:ext>
            </a:extLst>
          </p:cNvPr>
          <p:cNvCxnSpPr>
            <a:cxnSpLocks/>
          </p:cNvCxnSpPr>
          <p:nvPr/>
        </p:nvCxnSpPr>
        <p:spPr>
          <a:xfrm flipV="1">
            <a:off x="1396644" y="2338398"/>
            <a:ext cx="902826" cy="1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B36CCD9-BB75-7AC4-9A4D-92365903777B}"/>
              </a:ext>
            </a:extLst>
          </p:cNvPr>
          <p:cNvSpPr/>
          <p:nvPr/>
        </p:nvSpPr>
        <p:spPr>
          <a:xfrm>
            <a:off x="8972900" y="1052167"/>
            <a:ext cx="1881021" cy="23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 Visualizations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5A445F-E04B-921B-E642-E789193C6F04}"/>
              </a:ext>
            </a:extLst>
          </p:cNvPr>
          <p:cNvSpPr/>
          <p:nvPr/>
        </p:nvSpPr>
        <p:spPr>
          <a:xfrm>
            <a:off x="8972900" y="1435574"/>
            <a:ext cx="1263263" cy="5274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 Visualizations 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6EA216-CDAC-B79E-834D-F02B73628A3B}"/>
              </a:ext>
            </a:extLst>
          </p:cNvPr>
          <p:cNvCxnSpPr>
            <a:cxnSpLocks/>
          </p:cNvCxnSpPr>
          <p:nvPr/>
        </p:nvCxnSpPr>
        <p:spPr>
          <a:xfrm>
            <a:off x="7618683" y="1185560"/>
            <a:ext cx="13439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67F028-259A-F59C-4AC8-AA80A9B91CB4}"/>
              </a:ext>
            </a:extLst>
          </p:cNvPr>
          <p:cNvCxnSpPr>
            <a:cxnSpLocks/>
          </p:cNvCxnSpPr>
          <p:nvPr/>
        </p:nvCxnSpPr>
        <p:spPr>
          <a:xfrm>
            <a:off x="7643648" y="1485741"/>
            <a:ext cx="133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6A419BB-F6C1-2BBF-0299-CCD9F8232ED0}"/>
              </a:ext>
            </a:extLst>
          </p:cNvPr>
          <p:cNvSpPr/>
          <p:nvPr/>
        </p:nvSpPr>
        <p:spPr>
          <a:xfrm>
            <a:off x="5541414" y="1964425"/>
            <a:ext cx="617870" cy="17523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1</a:t>
            </a:r>
            <a:endParaRPr lang="en-IN" sz="11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65BBE62-E81C-DBDE-3059-81676A298561}"/>
              </a:ext>
            </a:extLst>
          </p:cNvPr>
          <p:cNvSpPr/>
          <p:nvPr/>
        </p:nvSpPr>
        <p:spPr>
          <a:xfrm>
            <a:off x="6278510" y="1962176"/>
            <a:ext cx="617870" cy="17523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2</a:t>
            </a:r>
            <a:endParaRPr lang="en-IN" sz="11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BF2673-9BF9-4ECF-DB82-AAF46B57E7E0}"/>
              </a:ext>
            </a:extLst>
          </p:cNvPr>
          <p:cNvSpPr/>
          <p:nvPr/>
        </p:nvSpPr>
        <p:spPr>
          <a:xfrm>
            <a:off x="6966282" y="1968057"/>
            <a:ext cx="617870" cy="1752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3</a:t>
            </a:r>
            <a:endParaRPr lang="en-IN" sz="1100" dirty="0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A3649D3F-779E-87D2-417C-0A34888E20C8}"/>
              </a:ext>
            </a:extLst>
          </p:cNvPr>
          <p:cNvSpPr/>
          <p:nvPr/>
        </p:nvSpPr>
        <p:spPr>
          <a:xfrm>
            <a:off x="5520615" y="2266592"/>
            <a:ext cx="630660" cy="455735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ORG1</a:t>
            </a:r>
            <a:endParaRPr lang="en-IN" sz="1100" dirty="0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C4098E04-EF71-FD23-CF24-3F6D421F6BC9}"/>
              </a:ext>
            </a:extLst>
          </p:cNvPr>
          <p:cNvSpPr/>
          <p:nvPr/>
        </p:nvSpPr>
        <p:spPr>
          <a:xfrm>
            <a:off x="6262971" y="2264866"/>
            <a:ext cx="630660" cy="45573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ORG2</a:t>
            </a:r>
            <a:endParaRPr lang="en-IN" sz="1100" dirty="0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6EE9B24A-C014-254E-F91A-C9B789F7BD74}"/>
              </a:ext>
            </a:extLst>
          </p:cNvPr>
          <p:cNvSpPr/>
          <p:nvPr/>
        </p:nvSpPr>
        <p:spPr>
          <a:xfrm>
            <a:off x="6988023" y="2241777"/>
            <a:ext cx="630660" cy="455735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ORG3</a:t>
            </a:r>
            <a:endParaRPr lang="en-IN" sz="1100" dirty="0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2622C881-D039-40DD-F18D-D16EFD523052}"/>
              </a:ext>
            </a:extLst>
          </p:cNvPr>
          <p:cNvSpPr/>
          <p:nvPr/>
        </p:nvSpPr>
        <p:spPr>
          <a:xfrm>
            <a:off x="9123292" y="2473586"/>
            <a:ext cx="630660" cy="455735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ORG1</a:t>
            </a:r>
            <a:endParaRPr lang="en-IN" sz="1100" dirty="0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12314965-1920-241C-4573-88A68A4C4252}"/>
              </a:ext>
            </a:extLst>
          </p:cNvPr>
          <p:cNvSpPr/>
          <p:nvPr/>
        </p:nvSpPr>
        <p:spPr>
          <a:xfrm>
            <a:off x="10082629" y="2453614"/>
            <a:ext cx="630660" cy="45573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ORG2</a:t>
            </a:r>
            <a:endParaRPr lang="en-IN" sz="1100" dirty="0"/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AAD269A2-642B-0FFF-01B1-8CB9E76903E2}"/>
              </a:ext>
            </a:extLst>
          </p:cNvPr>
          <p:cNvSpPr/>
          <p:nvPr/>
        </p:nvSpPr>
        <p:spPr>
          <a:xfrm>
            <a:off x="10945468" y="2395467"/>
            <a:ext cx="630660" cy="455735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ORG3</a:t>
            </a:r>
            <a:endParaRPr lang="en-IN" sz="1100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84A31D3B-9AB1-D43F-CDAA-3167724A7F80}"/>
              </a:ext>
            </a:extLst>
          </p:cNvPr>
          <p:cNvSpPr/>
          <p:nvPr/>
        </p:nvSpPr>
        <p:spPr>
          <a:xfrm>
            <a:off x="9111281" y="2218421"/>
            <a:ext cx="617870" cy="17523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1</a:t>
            </a:r>
            <a:endParaRPr lang="en-IN" sz="1100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ED64CAE-EE7A-A6A0-D9FE-36BCA91A722C}"/>
              </a:ext>
            </a:extLst>
          </p:cNvPr>
          <p:cNvSpPr/>
          <p:nvPr/>
        </p:nvSpPr>
        <p:spPr>
          <a:xfrm>
            <a:off x="10124197" y="2169455"/>
            <a:ext cx="617870" cy="17523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2</a:t>
            </a:r>
            <a:endParaRPr lang="en-IN" sz="1100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4F430C1-E3C3-85B4-A1F6-B8C6B2D12060}"/>
              </a:ext>
            </a:extLst>
          </p:cNvPr>
          <p:cNvSpPr/>
          <p:nvPr/>
        </p:nvSpPr>
        <p:spPr>
          <a:xfrm>
            <a:off x="10976806" y="2175802"/>
            <a:ext cx="617870" cy="1752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 3</a:t>
            </a:r>
            <a:endParaRPr lang="en-IN" sz="1100" dirty="0"/>
          </a:p>
        </p:txBody>
      </p:sp>
      <p:cxnSp>
        <p:nvCxnSpPr>
          <p:cNvPr id="1185" name="Straight Arrow Connector 1184">
            <a:extLst>
              <a:ext uri="{FF2B5EF4-FFF2-40B4-BE49-F238E27FC236}">
                <a16:creationId xmlns:a16="http://schemas.microsoft.com/office/drawing/2014/main" id="{02DC2C4C-2438-83D1-CC96-0C022B8042FC}"/>
              </a:ext>
            </a:extLst>
          </p:cNvPr>
          <p:cNvCxnSpPr>
            <a:cxnSpLocks/>
            <a:stCxn id="159" idx="3"/>
          </p:cNvCxnSpPr>
          <p:nvPr/>
        </p:nvCxnSpPr>
        <p:spPr>
          <a:xfrm flipH="1">
            <a:off x="5934318" y="1613977"/>
            <a:ext cx="8214" cy="650889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Arrow Connector 1185">
            <a:extLst>
              <a:ext uri="{FF2B5EF4-FFF2-40B4-BE49-F238E27FC236}">
                <a16:creationId xmlns:a16="http://schemas.microsoft.com/office/drawing/2014/main" id="{6EBCA957-629F-0D75-4C1A-C6F97E3F36A5}"/>
              </a:ext>
            </a:extLst>
          </p:cNvPr>
          <p:cNvCxnSpPr>
            <a:cxnSpLocks/>
          </p:cNvCxnSpPr>
          <p:nvPr/>
        </p:nvCxnSpPr>
        <p:spPr>
          <a:xfrm>
            <a:off x="6575219" y="1647327"/>
            <a:ext cx="0" cy="59445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Arrow Connector 1186">
            <a:extLst>
              <a:ext uri="{FF2B5EF4-FFF2-40B4-BE49-F238E27FC236}">
                <a16:creationId xmlns:a16="http://schemas.microsoft.com/office/drawing/2014/main" id="{B40C0AA6-DF6D-E8A5-46F1-F930B1433B97}"/>
              </a:ext>
            </a:extLst>
          </p:cNvPr>
          <p:cNvCxnSpPr>
            <a:cxnSpLocks/>
          </p:cNvCxnSpPr>
          <p:nvPr/>
        </p:nvCxnSpPr>
        <p:spPr>
          <a:xfrm flipH="1">
            <a:off x="7230348" y="1651659"/>
            <a:ext cx="14120" cy="58015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Straight Arrow Connector 1192">
            <a:extLst>
              <a:ext uri="{FF2B5EF4-FFF2-40B4-BE49-F238E27FC236}">
                <a16:creationId xmlns:a16="http://schemas.microsoft.com/office/drawing/2014/main" id="{CC3D6E05-E9D1-934D-CE22-8D8F80187FC1}"/>
              </a:ext>
            </a:extLst>
          </p:cNvPr>
          <p:cNvCxnSpPr>
            <a:cxnSpLocks/>
          </p:cNvCxnSpPr>
          <p:nvPr/>
        </p:nvCxnSpPr>
        <p:spPr>
          <a:xfrm flipH="1">
            <a:off x="9450419" y="1936099"/>
            <a:ext cx="13318" cy="296143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Straight Arrow Connector 1193">
            <a:extLst>
              <a:ext uri="{FF2B5EF4-FFF2-40B4-BE49-F238E27FC236}">
                <a16:creationId xmlns:a16="http://schemas.microsoft.com/office/drawing/2014/main" id="{729C88E2-CC23-14BD-561D-EB4B7A3196D0}"/>
              </a:ext>
            </a:extLst>
          </p:cNvPr>
          <p:cNvCxnSpPr>
            <a:cxnSpLocks/>
          </p:cNvCxnSpPr>
          <p:nvPr/>
        </p:nvCxnSpPr>
        <p:spPr>
          <a:xfrm>
            <a:off x="10432684" y="1261836"/>
            <a:ext cx="0" cy="927657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Arrow Connector 1194">
            <a:extLst>
              <a:ext uri="{FF2B5EF4-FFF2-40B4-BE49-F238E27FC236}">
                <a16:creationId xmlns:a16="http://schemas.microsoft.com/office/drawing/2014/main" id="{930145FC-63A6-67DC-CFC5-C3ACFB0A383E}"/>
              </a:ext>
            </a:extLst>
          </p:cNvPr>
          <p:cNvCxnSpPr>
            <a:cxnSpLocks/>
          </p:cNvCxnSpPr>
          <p:nvPr/>
        </p:nvCxnSpPr>
        <p:spPr>
          <a:xfrm flipH="1">
            <a:off x="11310780" y="975163"/>
            <a:ext cx="20554" cy="1184594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5" name="Rectangle 1224">
            <a:extLst>
              <a:ext uri="{FF2B5EF4-FFF2-40B4-BE49-F238E27FC236}">
                <a16:creationId xmlns:a16="http://schemas.microsoft.com/office/drawing/2014/main" id="{05167196-4F98-2C51-680F-9E20BAB5D3AF}"/>
              </a:ext>
            </a:extLst>
          </p:cNvPr>
          <p:cNvSpPr/>
          <p:nvPr/>
        </p:nvSpPr>
        <p:spPr>
          <a:xfrm>
            <a:off x="9164132" y="455538"/>
            <a:ext cx="2389079" cy="171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b="1" dirty="0">
                <a:solidFill>
                  <a:schemeClr val="tx1"/>
                </a:solidFill>
              </a:rPr>
              <a:t>Prebuilt Reports/KPIs/Dashboards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C3E025-5B22-A14E-13E9-AA4AFF9C0B44}"/>
              </a:ext>
            </a:extLst>
          </p:cNvPr>
          <p:cNvSpPr/>
          <p:nvPr/>
        </p:nvSpPr>
        <p:spPr>
          <a:xfrm>
            <a:off x="1572005" y="3451708"/>
            <a:ext cx="1097859" cy="38113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TERRA - EXTRACTOR</a:t>
            </a:r>
            <a:endParaRPr lang="en-IN" sz="1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418CD4-05CE-0AC8-50E0-6BAF774F421F}"/>
              </a:ext>
            </a:extLst>
          </p:cNvPr>
          <p:cNvSpPr/>
          <p:nvPr/>
        </p:nvSpPr>
        <p:spPr>
          <a:xfrm>
            <a:off x="4483095" y="3441006"/>
            <a:ext cx="2361336" cy="28705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IRIS </a:t>
            </a:r>
            <a:endParaRPr lang="en-IN" sz="13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9116AC-54E8-5C49-57F3-FC27C42A200F}"/>
              </a:ext>
            </a:extLst>
          </p:cNvPr>
          <p:cNvSpPr/>
          <p:nvPr/>
        </p:nvSpPr>
        <p:spPr>
          <a:xfrm>
            <a:off x="4568935" y="3029141"/>
            <a:ext cx="2779417" cy="21023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Trinity Product/Tools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CF76B5-B813-E53F-6E05-FE3736B25FB3}"/>
              </a:ext>
            </a:extLst>
          </p:cNvPr>
          <p:cNvCxnSpPr>
            <a:cxnSpLocks/>
          </p:cNvCxnSpPr>
          <p:nvPr/>
        </p:nvCxnSpPr>
        <p:spPr>
          <a:xfrm>
            <a:off x="2836572" y="3320459"/>
            <a:ext cx="4789560" cy="417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EBC161-5EBD-49C1-3132-AEACCB610D92}"/>
              </a:ext>
            </a:extLst>
          </p:cNvPr>
          <p:cNvCxnSpPr>
            <a:cxnSpLocks/>
          </p:cNvCxnSpPr>
          <p:nvPr/>
        </p:nvCxnSpPr>
        <p:spPr>
          <a:xfrm flipV="1">
            <a:off x="1511154" y="3327450"/>
            <a:ext cx="1232862" cy="14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6197B5-61A9-589B-38FD-C4C1C8FF4539}"/>
              </a:ext>
            </a:extLst>
          </p:cNvPr>
          <p:cNvCxnSpPr>
            <a:cxnSpLocks/>
          </p:cNvCxnSpPr>
          <p:nvPr/>
        </p:nvCxnSpPr>
        <p:spPr>
          <a:xfrm flipV="1">
            <a:off x="7710661" y="3341281"/>
            <a:ext cx="1376031" cy="3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2243314-D63A-0850-563E-267D8EE9C63D}"/>
              </a:ext>
            </a:extLst>
          </p:cNvPr>
          <p:cNvSpPr/>
          <p:nvPr/>
        </p:nvSpPr>
        <p:spPr>
          <a:xfrm>
            <a:off x="7959961" y="3455048"/>
            <a:ext cx="1005965" cy="26622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NBA </a:t>
            </a:r>
            <a:endParaRPr lang="en-IN" sz="13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2FF7D90-3161-171E-7127-5CDAA120EB9D}"/>
              </a:ext>
            </a:extLst>
          </p:cNvPr>
          <p:cNvCxnSpPr/>
          <p:nvPr/>
        </p:nvCxnSpPr>
        <p:spPr>
          <a:xfrm>
            <a:off x="2803009" y="3100225"/>
            <a:ext cx="0" cy="5059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6519016-DC69-1BFE-B933-D0F685E79E73}"/>
              </a:ext>
            </a:extLst>
          </p:cNvPr>
          <p:cNvCxnSpPr>
            <a:cxnSpLocks/>
          </p:cNvCxnSpPr>
          <p:nvPr/>
        </p:nvCxnSpPr>
        <p:spPr>
          <a:xfrm flipV="1">
            <a:off x="1618905" y="4215994"/>
            <a:ext cx="5998775" cy="224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C4F9771-E2A6-FE51-3375-55C536352AE6}"/>
              </a:ext>
            </a:extLst>
          </p:cNvPr>
          <p:cNvSpPr/>
          <p:nvPr/>
        </p:nvSpPr>
        <p:spPr>
          <a:xfrm>
            <a:off x="4848725" y="4267440"/>
            <a:ext cx="1700736" cy="25296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TERRA - Data Lineage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F72973A-DC53-DB9C-F961-DC47859478A7}"/>
              </a:ext>
            </a:extLst>
          </p:cNvPr>
          <p:cNvSpPr/>
          <p:nvPr/>
        </p:nvSpPr>
        <p:spPr>
          <a:xfrm>
            <a:off x="2854444" y="5033841"/>
            <a:ext cx="949437" cy="4485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TERRA - DQM</a:t>
            </a:r>
            <a:endParaRPr lang="en-IN" sz="13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8EA63BB-98CD-B2E4-DF44-6F1A53A334BF}"/>
              </a:ext>
            </a:extLst>
          </p:cNvPr>
          <p:cNvCxnSpPr>
            <a:cxnSpLocks/>
          </p:cNvCxnSpPr>
          <p:nvPr/>
        </p:nvCxnSpPr>
        <p:spPr>
          <a:xfrm flipV="1">
            <a:off x="2801220" y="4846536"/>
            <a:ext cx="1216883" cy="12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C3D3336-744F-A97F-627A-0E4B3B2A46C0}"/>
              </a:ext>
            </a:extLst>
          </p:cNvPr>
          <p:cNvCxnSpPr>
            <a:cxnSpLocks/>
          </p:cNvCxnSpPr>
          <p:nvPr/>
        </p:nvCxnSpPr>
        <p:spPr>
          <a:xfrm flipH="1">
            <a:off x="2791388" y="736177"/>
            <a:ext cx="8452" cy="48977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881AB67-7AF1-518C-56BC-E5EEE2312C17}"/>
              </a:ext>
            </a:extLst>
          </p:cNvPr>
          <p:cNvCxnSpPr>
            <a:cxnSpLocks/>
          </p:cNvCxnSpPr>
          <p:nvPr/>
        </p:nvCxnSpPr>
        <p:spPr>
          <a:xfrm flipH="1">
            <a:off x="4035170" y="800089"/>
            <a:ext cx="8452" cy="48977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CC6A0CA-4BB0-105A-4763-2D52ADBE61D4}"/>
              </a:ext>
            </a:extLst>
          </p:cNvPr>
          <p:cNvCxnSpPr>
            <a:cxnSpLocks/>
          </p:cNvCxnSpPr>
          <p:nvPr/>
        </p:nvCxnSpPr>
        <p:spPr>
          <a:xfrm flipH="1">
            <a:off x="7666840" y="839468"/>
            <a:ext cx="3396" cy="478235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8078F31-96EF-3E75-5BC1-C7E8299A650A}"/>
              </a:ext>
            </a:extLst>
          </p:cNvPr>
          <p:cNvCxnSpPr>
            <a:cxnSpLocks/>
          </p:cNvCxnSpPr>
          <p:nvPr/>
        </p:nvCxnSpPr>
        <p:spPr>
          <a:xfrm flipH="1">
            <a:off x="8979444" y="685403"/>
            <a:ext cx="8452" cy="48977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8C5A5F2-6377-C50D-B5E0-0BFCC61DD8F3}"/>
              </a:ext>
            </a:extLst>
          </p:cNvPr>
          <p:cNvCxnSpPr>
            <a:cxnSpLocks/>
          </p:cNvCxnSpPr>
          <p:nvPr/>
        </p:nvCxnSpPr>
        <p:spPr>
          <a:xfrm flipH="1">
            <a:off x="5351336" y="844385"/>
            <a:ext cx="3396" cy="478235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B78CB8E-F945-80BD-94CE-F7DB540E43AB}"/>
              </a:ext>
            </a:extLst>
          </p:cNvPr>
          <p:cNvSpPr/>
          <p:nvPr/>
        </p:nvSpPr>
        <p:spPr>
          <a:xfrm>
            <a:off x="5669939" y="5030759"/>
            <a:ext cx="1669039" cy="27108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TERRA - Data Catalog </a:t>
            </a:r>
            <a:endParaRPr lang="en-IN" sz="13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9F5EE15-23F6-B8D1-7487-4EACD22C3AE8}"/>
              </a:ext>
            </a:extLst>
          </p:cNvPr>
          <p:cNvCxnSpPr>
            <a:cxnSpLocks/>
          </p:cNvCxnSpPr>
          <p:nvPr/>
        </p:nvCxnSpPr>
        <p:spPr>
          <a:xfrm flipV="1">
            <a:off x="5351336" y="4907169"/>
            <a:ext cx="2306975" cy="64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31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79626-A4E3-B241-A51C-FDA1C09B28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90500" indent="-187325"/>
            <a:r>
              <a:rPr lang="en-US" b="1" dirty="0"/>
              <a:t>Cost Efficient</a:t>
            </a:r>
          </a:p>
          <a:p>
            <a:pPr marL="190500" indent="-187325"/>
            <a:r>
              <a:rPr lang="en-US" b="1" dirty="0"/>
              <a:t>Scalability</a:t>
            </a:r>
          </a:p>
          <a:p>
            <a:pPr marL="190500" indent="-187325"/>
            <a:r>
              <a:rPr lang="en-US" b="1" dirty="0"/>
              <a:t>Streamlined Updates and Maintenance</a:t>
            </a:r>
          </a:p>
          <a:p>
            <a:pPr marL="190500" indent="-187325"/>
            <a:r>
              <a:rPr lang="en-US" b="1" dirty="0"/>
              <a:t>Resource Optimization</a:t>
            </a:r>
          </a:p>
          <a:p>
            <a:pPr marL="190500" indent="-187325"/>
            <a:r>
              <a:rPr lang="en-US" b="1" dirty="0"/>
              <a:t>Customizations &amp; Flexibility</a:t>
            </a:r>
          </a:p>
          <a:p>
            <a:pPr marL="190500" indent="-187325"/>
            <a:r>
              <a:rPr lang="en-US" b="1" dirty="0"/>
              <a:t>Data Security Enhancement </a:t>
            </a:r>
          </a:p>
          <a:p>
            <a:pPr marL="190500" indent="-187325"/>
            <a:r>
              <a:rPr lang="en-US" b="1" dirty="0"/>
              <a:t>Faster Go-To Market</a:t>
            </a:r>
          </a:p>
          <a:p>
            <a:pPr marL="3175" indent="0">
              <a:buNone/>
            </a:pPr>
            <a:endParaRPr lang="en-US" dirty="0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5D850EDB-7D16-4FA6-B82B-6229C6DF6E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prstGeom prst="rtTriangle">
            <a:avLst/>
          </a:prstGeom>
          <a:gradFill>
            <a:gsLst>
              <a:gs pos="0">
                <a:srgbClr val="7FAFDE"/>
              </a:gs>
              <a:gs pos="80000">
                <a:srgbClr val="3A5580"/>
              </a:gs>
            </a:gsLst>
            <a:lin ang="198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>
              <a:buFontTx/>
              <a:buNone/>
              <a:defRPr lang="en-US" dirty="0" smtClean="0">
                <a:ln>
                  <a:noFill/>
                </a:ln>
                <a:noFill/>
              </a:defRPr>
            </a:lvl1pPr>
            <a:lvl2pPr>
              <a:defRPr lang="en-US" dirty="0" smtClean="0">
                <a:solidFill>
                  <a:schemeClr val="lt1"/>
                </a:solidFill>
              </a:defRPr>
            </a:lvl2pPr>
            <a:lvl3pPr>
              <a:defRPr lang="en-US" dirty="0" smtClean="0">
                <a:solidFill>
                  <a:schemeClr val="lt1"/>
                </a:solidFill>
              </a:defRPr>
            </a:lvl3pPr>
            <a:lvl4pPr>
              <a:defRPr lang="en-US" dirty="0" smtClean="0">
                <a:solidFill>
                  <a:schemeClr val="lt1"/>
                </a:solidFill>
              </a:defRPr>
            </a:lvl4pPr>
            <a:lvl5pPr>
              <a:defRPr lang="en-US" dirty="0">
                <a:solidFill>
                  <a:schemeClr val="lt1"/>
                </a:solidFill>
              </a:defRPr>
            </a:lvl5pPr>
          </a:lstStyle>
          <a:p>
            <a:pPr marL="0" lvl="0" indent="0" algn="ctr"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7D034-BA85-4840-B2F0-40B1A479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Benefits</a:t>
            </a:r>
            <a:endParaRPr lang="en-US" dirty="0"/>
          </a:p>
        </p:txBody>
      </p:sp>
      <p:sp>
        <p:nvSpPr>
          <p:cNvPr id="5" name="Speech Bubble: Rectangle with Corners Rounded 8">
            <a:extLst>
              <a:ext uri="{FF2B5EF4-FFF2-40B4-BE49-F238E27FC236}">
                <a16:creationId xmlns:a16="http://schemas.microsoft.com/office/drawing/2014/main" id="{C7C61E03-4BBC-0F43-B740-3DA27E5A3E1A}"/>
              </a:ext>
            </a:extLst>
          </p:cNvPr>
          <p:cNvSpPr/>
          <p:nvPr/>
        </p:nvSpPr>
        <p:spPr>
          <a:xfrm>
            <a:off x="5880348" y="1603400"/>
            <a:ext cx="1232358" cy="332763"/>
          </a:xfrm>
          <a:prstGeom prst="wedgeRectCallout">
            <a:avLst>
              <a:gd name="adj1" fmla="val -61973"/>
              <a:gd name="adj2" fmla="val -3816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046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point, bold current section</a:t>
            </a:r>
          </a:p>
        </p:txBody>
      </p:sp>
    </p:spTree>
    <p:extLst>
      <p:ext uri="{BB962C8B-B14F-4D97-AF65-F5344CB8AC3E}">
        <p14:creationId xmlns:p14="http://schemas.microsoft.com/office/powerpoint/2010/main" val="241222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79626-A4E3-B241-A51C-FDA1C09B28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90500" indent="-187325"/>
            <a:r>
              <a:rPr lang="en-US" b="1" dirty="0"/>
              <a:t>Tenant Isolation</a:t>
            </a:r>
          </a:p>
          <a:p>
            <a:pPr marL="190500" indent="-187325"/>
            <a:r>
              <a:rPr lang="en-US" b="1" dirty="0"/>
              <a:t>Onboarding Process</a:t>
            </a:r>
          </a:p>
          <a:p>
            <a:pPr marL="190500" indent="-187325"/>
            <a:r>
              <a:rPr lang="en-US" b="1" dirty="0"/>
              <a:t>Tenant Configuration</a:t>
            </a:r>
            <a:endParaRPr lang="en-US" dirty="0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5D850EDB-7D16-4FA6-B82B-6229C6DF6E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prstGeom prst="rtTriangle">
            <a:avLst/>
          </a:prstGeom>
          <a:gradFill>
            <a:gsLst>
              <a:gs pos="0">
                <a:srgbClr val="7FAFDE"/>
              </a:gs>
              <a:gs pos="80000">
                <a:srgbClr val="3A5580"/>
              </a:gs>
            </a:gsLst>
            <a:lin ang="198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>
              <a:buFontTx/>
              <a:buNone/>
              <a:defRPr lang="en-US" dirty="0" smtClean="0">
                <a:ln>
                  <a:noFill/>
                </a:ln>
                <a:noFill/>
              </a:defRPr>
            </a:lvl1pPr>
            <a:lvl2pPr>
              <a:defRPr lang="en-US" dirty="0" smtClean="0">
                <a:solidFill>
                  <a:schemeClr val="lt1"/>
                </a:solidFill>
              </a:defRPr>
            </a:lvl2pPr>
            <a:lvl3pPr>
              <a:defRPr lang="en-US" dirty="0" smtClean="0">
                <a:solidFill>
                  <a:schemeClr val="lt1"/>
                </a:solidFill>
              </a:defRPr>
            </a:lvl3pPr>
            <a:lvl4pPr>
              <a:defRPr lang="en-US" dirty="0" smtClean="0">
                <a:solidFill>
                  <a:schemeClr val="lt1"/>
                </a:solidFill>
              </a:defRPr>
            </a:lvl4pPr>
            <a:lvl5pPr>
              <a:defRPr lang="en-US" dirty="0">
                <a:solidFill>
                  <a:schemeClr val="lt1"/>
                </a:solidFill>
              </a:defRPr>
            </a:lvl5pPr>
          </a:lstStyle>
          <a:p>
            <a:pPr marL="0" lvl="0" indent="0" algn="ctr"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7D034-BA85-4840-B2F0-40B1A479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Aspects</a:t>
            </a:r>
            <a:endParaRPr lang="en-US" dirty="0"/>
          </a:p>
        </p:txBody>
      </p:sp>
      <p:sp>
        <p:nvSpPr>
          <p:cNvPr id="5" name="Speech Bubble: Rectangle with Corners Rounded 8">
            <a:extLst>
              <a:ext uri="{FF2B5EF4-FFF2-40B4-BE49-F238E27FC236}">
                <a16:creationId xmlns:a16="http://schemas.microsoft.com/office/drawing/2014/main" id="{C7C61E03-4BBC-0F43-B740-3DA27E5A3E1A}"/>
              </a:ext>
            </a:extLst>
          </p:cNvPr>
          <p:cNvSpPr/>
          <p:nvPr/>
        </p:nvSpPr>
        <p:spPr>
          <a:xfrm>
            <a:off x="5880348" y="1603400"/>
            <a:ext cx="1232358" cy="332763"/>
          </a:xfrm>
          <a:prstGeom prst="wedgeRectCallout">
            <a:avLst>
              <a:gd name="adj1" fmla="val -61973"/>
              <a:gd name="adj2" fmla="val -3816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046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point, bold current section</a:t>
            </a:r>
          </a:p>
        </p:txBody>
      </p:sp>
    </p:spTree>
    <p:extLst>
      <p:ext uri="{BB962C8B-B14F-4D97-AF65-F5344CB8AC3E}">
        <p14:creationId xmlns:p14="http://schemas.microsoft.com/office/powerpoint/2010/main" val="2689310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74020-07D6-45A8-8ECF-8D10E54BE5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Scalability</a:t>
            </a:r>
          </a:p>
          <a:p>
            <a:r>
              <a:rPr lang="en-US" dirty="0">
                <a:solidFill>
                  <a:schemeClr val="accent6"/>
                </a:solidFill>
              </a:rPr>
              <a:t>Isolated Data &amp; Security</a:t>
            </a:r>
          </a:p>
          <a:p>
            <a:r>
              <a:rPr lang="en-US" dirty="0">
                <a:solidFill>
                  <a:schemeClr val="accent6"/>
                </a:solidFill>
              </a:rPr>
              <a:t>Monitor Performance &amp; Resource Utilization</a:t>
            </a:r>
          </a:p>
          <a:p>
            <a:r>
              <a:rPr lang="en-US" dirty="0">
                <a:solidFill>
                  <a:schemeClr val="accent6"/>
                </a:solidFill>
              </a:rPr>
              <a:t>Automation &amp; Orchestration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Speech Bubble: Rectangle 4"/>
          <p:cNvSpPr/>
          <p:nvPr/>
        </p:nvSpPr>
        <p:spPr>
          <a:xfrm>
            <a:off x="6251276" y="1040306"/>
            <a:ext cx="3959525" cy="400308"/>
          </a:xfrm>
          <a:prstGeom prst="wedgeRectCallout">
            <a:avLst>
              <a:gd name="adj1" fmla="val -33866"/>
              <a:gd name="adj2" fmla="val -935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046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 </a:t>
            </a:r>
            <a:r>
              <a:rPr kumimoji="0" lang="en-US" sz="1000" b="0" i="0" u="none" strike="noStrike" kern="1200" cap="none" spc="120" normalizeH="0" baseline="0" noProof="0">
                <a:ln>
                  <a:noFill/>
                </a:ln>
                <a:solidFill>
                  <a:srgbClr val="3463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 point blue, non-bolded, non-italicized 1.2 point character spacing</a:t>
            </a:r>
            <a:r>
              <a:rPr kumimoji="0" lang="en-US" sz="1000" b="0" i="0" u="none" strike="noStrike" kern="1200" cap="none" spc="120" normalizeH="0" baseline="0" noProof="0">
                <a:ln>
                  <a:noFill/>
                </a:ln>
                <a:solidFill>
                  <a:srgbClr val="199B9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046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2</a:t>
            </a:r>
            <a:r>
              <a:rPr kumimoji="0" lang="en-US" sz="1000" b="0" i="1" u="none" strike="noStrike" kern="1200" cap="none" spc="0" normalizeH="0" baseline="30000" noProof="0">
                <a:ln>
                  <a:noFill/>
                </a:ln>
                <a:solidFill>
                  <a:srgbClr val="3046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046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line takeaway after 1</a:t>
            </a:r>
            <a:r>
              <a:rPr kumimoji="0" lang="en-US" sz="1000" b="0" i="1" u="none" strike="noStrike" kern="1200" cap="none" spc="0" normalizeH="0" baseline="30000" noProof="0">
                <a:ln>
                  <a:noFill/>
                </a:ln>
                <a:solidFill>
                  <a:srgbClr val="3046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046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line title</a:t>
            </a:r>
          </a:p>
        </p:txBody>
      </p:sp>
    </p:spTree>
    <p:extLst>
      <p:ext uri="{BB962C8B-B14F-4D97-AF65-F5344CB8AC3E}">
        <p14:creationId xmlns:p14="http://schemas.microsoft.com/office/powerpoint/2010/main" val="2099490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DcR_SlideID>7b83c909-6373-41f0-b66e-c7373755b39d</DcR_SlideID>
</file>

<file path=customXml/item2.xml><?xml version="1.0" encoding="utf-8"?>
<DcR_SlideID>7b83c909-6373-41f0-b66e-c7373755b39d</DcR_SlideID>
</file>

<file path=customXml/item3.xml><?xml version="1.0" encoding="utf-8"?>
<DcR_SlideID>7b83c909-6373-41f0-b66e-c7373755b39d</DcR_SlideID>
</file>

<file path=customXml/item4.xml><?xml version="1.0" encoding="utf-8"?>
<DcR_SlideID>7b83c909-6373-41f0-b66e-c7373755b39d</DcR_SlideID>
</file>

<file path=customXml/item5.xml><?xml version="1.0" encoding="utf-8"?>
<DcR_SlideID>7b83c909-6373-41f0-b66e-c7373755b39d</DcR_SlideID>
</file>

<file path=customXml/item6.xml><?xml version="1.0" encoding="utf-8"?>
<DcR_SlideID>7b83c909-6373-41f0-b66e-c7373755b39d</DcR_SlideID>
</file>

<file path=customXml/item7.xml><?xml version="1.0" encoding="utf-8"?>
<DcR_SlideID>7b83c909-6373-41f0-b66e-c7373755b39d</DcR_SlideID>
</file>

<file path=customXml/item8.xml><?xml version="1.0" encoding="utf-8"?>
<DcR_SlideID>7b83c909-6373-41f0-b66e-c7373755b39d</DcR_SlideID>
</file>

<file path=customXml/item9.xml><?xml version="1.0" encoding="utf-8"?>
<DcR_SlideID>7b83c909-6373-41f0-b66e-c7373755b39d</DcR_SlideID>
</file>

<file path=customXml/item10.xml><?xml version="1.0" encoding="utf-8"?>
<DcR_SlideID>7b83c909-6373-41f0-b66e-c7373755b39d</DcR_SlideID>
</file>

<file path=customXml/item11.xml><?xml version="1.0" encoding="utf-8"?>
<DcR_SlideID>7b83c909-6373-41f0-b66e-c7373755b39d</DcR_SlideID>
</file>

<file path=customXml/item12.xml><?xml version="1.0" encoding="utf-8"?>
<DcR_SlideID>7b83c909-6373-41f0-b66e-c7373755b39d</DcR_SlideID>
</file>

<file path=customXml/item13.xml><?xml version="1.0" encoding="utf-8"?>
<DcR_SlideID>7b83c909-6373-41f0-b66e-c7373755b39d</DcR_SlideID>
</file>

<file path=customXml/itemProps1.xml><?xml version="1.0" encoding="utf-8"?>
<ds:datastoreItem xmlns:ds="http://schemas.openxmlformats.org/officeDocument/2006/customXml" ds:itemID="{F6C39986-9940-4731-89DF-5AC217C14A21}">
  <ds:schemaRefs/>
</ds:datastoreItem>
</file>

<file path=customXml/itemProps2.xml><?xml version="1.0" encoding="utf-8"?>
<ds:datastoreItem xmlns:ds="http://schemas.openxmlformats.org/officeDocument/2006/customXml" ds:itemID="{7CA3132B-A123-4631-A965-016CCC2EA138}">
  <ds:schemaRefs/>
</ds:datastoreItem>
</file>

<file path=customXml/itemProps3.xml><?xml version="1.0" encoding="utf-8"?>
<ds:datastoreItem xmlns:ds="http://schemas.openxmlformats.org/officeDocument/2006/customXml" ds:itemID="{CA0789A6-7EA7-499A-B268-6F09F13572E3}">
  <ds:schemaRefs/>
</ds:datastoreItem>
</file>

<file path=customXml/itemProps4.xml><?xml version="1.0" encoding="utf-8"?>
<ds:datastoreItem xmlns:ds="http://schemas.openxmlformats.org/officeDocument/2006/customXml" ds:itemID="{50E25DD5-A0BF-43F2-89EC-AEE7BC4A07DF}">
  <ds:schemaRefs/>
</ds:datastoreItem>
</file>

<file path=customXml/itemProps5.xml><?xml version="1.0" encoding="utf-8"?>
<ds:datastoreItem xmlns:ds="http://schemas.openxmlformats.org/officeDocument/2006/customXml" ds:itemID="{BCE0DC0C-E5FF-43AE-98A5-8EC20F69693E}">
  <ds:schemaRefs/>
</ds:datastoreItem>
</file>

<file path=customXml/itemProps6.xml><?xml version="1.0" encoding="utf-8"?>
<ds:datastoreItem xmlns:ds="http://schemas.openxmlformats.org/officeDocument/2006/customXml" ds:itemID="{0B886D0B-164D-4EB1-A95A-5A789D2838CE}">
  <ds:schemaRefs/>
</ds:datastoreItem>
</file>

<file path=customXml/itemProps7.xml><?xml version="1.0" encoding="utf-8"?>
<ds:datastoreItem xmlns:ds="http://schemas.openxmlformats.org/officeDocument/2006/customXml" ds:itemID="{E6522575-A192-4A36-B2A8-5481C2A48CD3}">
  <ds:schemaRefs/>
</ds:datastoreItem>
</file>

<file path=customXml/itemProps8.xml><?xml version="1.0" encoding="utf-8"?>
<ds:datastoreItem xmlns:ds="http://schemas.openxmlformats.org/officeDocument/2006/customXml" ds:itemID="{3000258D-4DF7-49A6-916B-E4407EB524D6}">
  <ds:schemaRefs/>
</ds:datastoreItem>
</file>

<file path=customXml/itemProps9.xml><?xml version="1.0" encoding="utf-8"?>
<ds:datastoreItem xmlns:ds="http://schemas.openxmlformats.org/officeDocument/2006/customXml" ds:itemID="{E1D3902B-B4A2-4E86-A20F-FB236EBD267A}">
  <ds:schemaRefs/>
</ds:datastoreItem>
</file>

<file path=customXml/itemProps10.xml><?xml version="1.0" encoding="utf-8"?>
<ds:datastoreItem xmlns:ds="http://schemas.openxmlformats.org/officeDocument/2006/customXml" ds:itemID="{F0BF437A-2038-4F37-B6F3-497B7E57F89D}">
  <ds:schemaRefs/>
</ds:datastoreItem>
</file>

<file path=customXml/itemProps11.xml><?xml version="1.0" encoding="utf-8"?>
<ds:datastoreItem xmlns:ds="http://schemas.openxmlformats.org/officeDocument/2006/customXml" ds:itemID="{BC54C03B-D771-4031-88E3-484034C6EEB5}">
  <ds:schemaRefs/>
</ds:datastoreItem>
</file>

<file path=customXml/itemProps12.xml><?xml version="1.0" encoding="utf-8"?>
<ds:datastoreItem xmlns:ds="http://schemas.openxmlformats.org/officeDocument/2006/customXml" ds:itemID="{92A8657E-6743-4F20-983D-E6C7E365F8B3}">
  <ds:schemaRefs/>
</ds:datastoreItem>
</file>

<file path=customXml/itemProps13.xml><?xml version="1.0" encoding="utf-8"?>
<ds:datastoreItem xmlns:ds="http://schemas.openxmlformats.org/officeDocument/2006/customXml" ds:itemID="{731691B3-34DF-48B7-B3B1-C5858723816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1229</Words>
  <Application>Microsoft Office PowerPoint</Application>
  <PresentationFormat>Widescreen</PresentationFormat>
  <Paragraphs>435</Paragraphs>
  <Slides>18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Google Sans</vt:lpstr>
      <vt:lpstr>Source Sans Pro</vt:lpstr>
      <vt:lpstr>Office Theme</vt:lpstr>
      <vt:lpstr>think-cell Slide</vt:lpstr>
      <vt:lpstr>PowerPoint Presentation</vt:lpstr>
      <vt:lpstr>PowerPoint Presentation</vt:lpstr>
      <vt:lpstr>Ingestion : Real Time Data Ingestion - Live Data / Streams </vt:lpstr>
      <vt:lpstr>Ingestion : Data Ingestion Pipelines</vt:lpstr>
      <vt:lpstr>Ingestion : Enterprise Level data analytics service</vt:lpstr>
      <vt:lpstr>Data Storage : Data Lake</vt:lpstr>
      <vt:lpstr>Process : Real Time Data Analytics</vt:lpstr>
      <vt:lpstr>Process : Telemetric Analysis</vt:lpstr>
      <vt:lpstr>Process : Spark Technologies</vt:lpstr>
      <vt:lpstr>Process : SQL Technologies</vt:lpstr>
      <vt:lpstr>Next Gen : Cognitive , AI/ML Capabilities</vt:lpstr>
      <vt:lpstr>Reporting : BI Tool</vt:lpstr>
      <vt:lpstr>PowerPoint Presentation</vt:lpstr>
      <vt:lpstr>PowerPoint Presentation</vt:lpstr>
      <vt:lpstr>PowerPoint Presentation</vt:lpstr>
      <vt:lpstr>Key Benefits</vt:lpstr>
      <vt:lpstr>Key Aspects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Rajeev Rangachari</dc:creator>
  <cp:lastModifiedBy>Jayaprakash</cp:lastModifiedBy>
  <cp:revision>1</cp:revision>
  <dcterms:created xsi:type="dcterms:W3CDTF">2022-10-16T22:15:13Z</dcterms:created>
  <dcterms:modified xsi:type="dcterms:W3CDTF">2024-05-23T18:01:54Z</dcterms:modified>
</cp:coreProperties>
</file>