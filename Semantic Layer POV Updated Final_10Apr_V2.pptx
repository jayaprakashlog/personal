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 id="2147483906" r:id="rId5"/>
  </p:sldMasterIdLst>
  <p:notesMasterIdLst>
    <p:notesMasterId r:id="rId13"/>
  </p:notesMasterIdLst>
  <p:handoutMasterIdLst>
    <p:handoutMasterId r:id="rId14"/>
  </p:handoutMasterIdLst>
  <p:sldIdLst>
    <p:sldId id="332" r:id="rId6"/>
    <p:sldId id="339" r:id="rId7"/>
    <p:sldId id="338" r:id="rId8"/>
    <p:sldId id="349" r:id="rId9"/>
    <p:sldId id="336" r:id="rId10"/>
    <p:sldId id="348" r:id="rId11"/>
    <p:sldId id="347" r:id="rId12"/>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9" userDrawn="1">
          <p15:clr>
            <a:srgbClr val="A4A3A4"/>
          </p15:clr>
        </p15:guide>
        <p15:guide id="2" pos="7310" userDrawn="1">
          <p15:clr>
            <a:srgbClr val="A4A3A4"/>
          </p15:clr>
        </p15:guide>
        <p15:guide id="3" pos="370" userDrawn="1">
          <p15:clr>
            <a:srgbClr val="A4A3A4"/>
          </p15:clr>
        </p15:guide>
        <p15:guide id="4" orient="horz" pos="395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a:srgbClr val="3A5580"/>
    <a:srgbClr val="7FAFDE"/>
    <a:srgbClr val="7993BA"/>
    <a:srgbClr val="8FACCC"/>
    <a:srgbClr val="394F73"/>
    <a:srgbClr val="88ABCC"/>
    <a:srgbClr val="6287B3"/>
    <a:srgbClr val="789A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80DD50-948E-4299-AA3B-7752946C5286}" v="20" dt="2025-04-16T11:09:15.118"/>
  </p1510:revLst>
</p1510:revInfo>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guide orient="horz" pos="709"/>
        <p:guide pos="7310"/>
        <p:guide pos="370"/>
        <p:guide orient="horz" pos="3952"/>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4/17/2025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4/17/2025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0661B-9EDD-18A5-66D0-24755A70D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E3D41-DB78-860D-3DD9-FF72A39D9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835DF-F67E-4345-2DAE-9644FDA4A6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286D6E-AD6F-F2AD-8010-5F95B0DBE9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2425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15.xml"/><Relationship Id="rId6" Type="http://schemas.openxmlformats.org/officeDocument/2006/relationships/image" Target="../media/image1.emf"/><Relationship Id="rId5" Type="http://schemas.openxmlformats.org/officeDocument/2006/relationships/oleObject" Target="../embeddings/oleObject12.bin"/><Relationship Id="rId4" Type="http://schemas.openxmlformats.org/officeDocument/2006/relationships/image" Target="../media/image14.svg"/></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6.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17.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5.png"/><Relationship Id="rId7" Type="http://schemas.openxmlformats.org/officeDocument/2006/relationships/image" Target="../media/image12.svg"/><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 Id="rId9" Type="http://schemas.openxmlformats.org/officeDocument/2006/relationships/image" Target="../media/image17.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oleObject" Target="../embeddings/oleObject14.bin"/><Relationship Id="rId7" Type="http://schemas.openxmlformats.org/officeDocument/2006/relationships/image" Target="../media/image16.png"/><Relationship Id="rId2" Type="http://schemas.openxmlformats.org/officeDocument/2006/relationships/slideMaster" Target="../slideMasters/slideMaster2.xml"/><Relationship Id="rId1" Type="http://schemas.openxmlformats.org/officeDocument/2006/relationships/tags" Target="../tags/tag19.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oleObject" Target="../embeddings/oleObject14.bin"/><Relationship Id="rId7" Type="http://schemas.openxmlformats.org/officeDocument/2006/relationships/image" Target="../media/image16.png"/><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12.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8" Type="http://schemas.openxmlformats.org/officeDocument/2006/relationships/hyperlink" Target="https://twitter.com/trinitylifesci" TargetMode="External"/><Relationship Id="rId13" Type="http://schemas.openxmlformats.org/officeDocument/2006/relationships/image" Target="../media/image11.png"/><Relationship Id="rId3" Type="http://schemas.openxmlformats.org/officeDocument/2006/relationships/oleObject" Target="../embeddings/oleObject19.bin"/><Relationship Id="rId7" Type="http://schemas.openxmlformats.org/officeDocument/2006/relationships/image" Target="../media/image8.svg"/><Relationship Id="rId12" Type="http://schemas.openxmlformats.org/officeDocument/2006/relationships/hyperlink" Target="https://www.facebook.com/TrinityLifeSciences" TargetMode="External"/><Relationship Id="rId17" Type="http://schemas.openxmlformats.org/officeDocument/2006/relationships/image" Target="../media/image14.svg"/><Relationship Id="rId2" Type="http://schemas.openxmlformats.org/officeDocument/2006/relationships/slideMaster" Target="../slideMasters/slideMaster2.xml"/><Relationship Id="rId16" Type="http://schemas.openxmlformats.org/officeDocument/2006/relationships/image" Target="../media/image13.png"/><Relationship Id="rId1" Type="http://schemas.openxmlformats.org/officeDocument/2006/relationships/tags" Target="../tags/tag25.xml"/><Relationship Id="rId6" Type="http://schemas.openxmlformats.org/officeDocument/2006/relationships/image" Target="../media/image7.png"/><Relationship Id="rId11" Type="http://schemas.openxmlformats.org/officeDocument/2006/relationships/image" Target="../media/image28.png"/><Relationship Id="rId5" Type="http://schemas.openxmlformats.org/officeDocument/2006/relationships/hyperlink" Target="http://www.trinitypartners.com/" TargetMode="External"/><Relationship Id="rId15" Type="http://schemas.openxmlformats.org/officeDocument/2006/relationships/image" Target="../media/image12.svg"/><Relationship Id="rId10" Type="http://schemas.openxmlformats.org/officeDocument/2006/relationships/hyperlink" Target="https://www.linkedin.com/company/trinitylifesciences/" TargetMode="External"/><Relationship Id="rId4" Type="http://schemas.openxmlformats.org/officeDocument/2006/relationships/image" Target="../media/image5.emf"/><Relationship Id="rId9" Type="http://schemas.openxmlformats.org/officeDocument/2006/relationships/image" Target="../media/image9.png"/><Relationship Id="rId1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935A561-DB9F-0B3D-FB18-BAB67D748731}"/>
              </a:ext>
            </a:extLst>
          </p:cNvPr>
          <p:cNvSpPr/>
          <p:nvPr userDrawn="1"/>
        </p:nvSpPr>
        <p:spPr>
          <a:xfrm>
            <a:off x="0" y="-1"/>
            <a:ext cx="5777785" cy="6858001"/>
          </a:xfrm>
          <a:custGeom>
            <a:avLst/>
            <a:gdLst>
              <a:gd name="connsiteX0" fmla="*/ 0 w 5777785"/>
              <a:gd name="connsiteY0" fmla="*/ 0 h 6858001"/>
              <a:gd name="connsiteX1" fmla="*/ 5777785 w 5777785"/>
              <a:gd name="connsiteY1" fmla="*/ 0 h 6858001"/>
              <a:gd name="connsiteX2" fmla="*/ 3303519 w 5777785"/>
              <a:gd name="connsiteY2" fmla="*/ 6821767 h 6858001"/>
              <a:gd name="connsiteX3" fmla="*/ 3280668 w 5777785"/>
              <a:gd name="connsiteY3" fmla="*/ 6858001 h 6858001"/>
              <a:gd name="connsiteX4" fmla="*/ 0 w 5777785"/>
              <a:gd name="connsiteY4" fmla="*/ 6858001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7785" h="6858001">
                <a:moveTo>
                  <a:pt x="0" y="0"/>
                </a:moveTo>
                <a:lnTo>
                  <a:pt x="5777785" y="0"/>
                </a:lnTo>
                <a:cubicBezTo>
                  <a:pt x="3680018" y="822099"/>
                  <a:pt x="4417956" y="4848315"/>
                  <a:pt x="3303519" y="6821767"/>
                </a:cubicBezTo>
                <a:lnTo>
                  <a:pt x="3280668" y="6858001"/>
                </a:lnTo>
                <a:lnTo>
                  <a:pt x="0" y="6858001"/>
                </a:lnTo>
                <a:close/>
              </a:path>
            </a:pathLst>
          </a:custGeom>
          <a:gradFill flip="none" rotWithShape="1">
            <a:gsLst>
              <a:gs pos="0">
                <a:srgbClr val="27AAE1"/>
              </a:gs>
              <a:gs pos="50000">
                <a:srgbClr val="5573B1"/>
              </a:gs>
              <a:gs pos="99000">
                <a:srgbClr val="5C5DA7"/>
              </a:gs>
            </a:gsLst>
            <a:lin ang="18900000" scaled="1"/>
            <a:tileRect/>
          </a:gradFill>
          <a:effectLst>
            <a:innerShdw blurRad="88900" dist="50800" dir="2700000">
              <a:prstClr val="black">
                <a:alpha val="25000"/>
              </a:prstClr>
            </a:innerShdw>
          </a:effectLst>
        </p:spPr>
        <p:txBody>
          <a:bodyPr vert="horz" wrap="square" lIns="90000" tIns="46800" rIns="90000" bIns="46800" rtlCol="0" anchor="ctr">
            <a:noAutofit/>
          </a:bodyPr>
          <a:lstStyle/>
          <a:p>
            <a:pPr marL="127000">
              <a:spcBef>
                <a:spcPts val="1200"/>
              </a:spcBef>
              <a:spcAft>
                <a:spcPts val="1200"/>
              </a:spcAft>
              <a:buClr>
                <a:srgbClr val="E7E6E6">
                  <a:lumMod val="50000"/>
                </a:srgbClr>
              </a:buClr>
              <a:buSzPct val="100000"/>
            </a:pPr>
            <a:endParaRPr lang="en-IN" sz="2000">
              <a:solidFill>
                <a:srgbClr val="FFFFFF"/>
              </a:solidFill>
              <a:latin typeface="Calibri" panose="020F0502020204030204"/>
              <a:cs typeface="Tahoma" pitchFamily="34" charset="0"/>
            </a:endParaRPr>
          </a:p>
        </p:txBody>
      </p:sp>
      <p:pic>
        <p:nvPicPr>
          <p:cNvPr id="8" name="Graphic 7">
            <a:extLst>
              <a:ext uri="{FF2B5EF4-FFF2-40B4-BE49-F238E27FC236}">
                <a16:creationId xmlns:a16="http://schemas.microsoft.com/office/drawing/2014/main" id="{C78069E7-3FA0-ADE2-8A61-B1A8908E7F04}"/>
              </a:ext>
            </a:extLst>
          </p:cNvPr>
          <p:cNvPicPr>
            <a:picLocks noChangeAspect="1"/>
          </p:cNvPicPr>
          <p:nvPr userDrawn="1"/>
        </p:nvPicPr>
        <p:blipFill>
          <a:blip r:embed="rId3" cstate="email">
            <a:alphaModFix amt="21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b="24637"/>
          <a:stretch>
            <a:fillRect/>
          </a:stretch>
        </p:blipFill>
        <p:spPr>
          <a:xfrm>
            <a:off x="827314" y="1620305"/>
            <a:ext cx="3207656" cy="5237695"/>
          </a:xfrm>
          <a:custGeom>
            <a:avLst/>
            <a:gdLst>
              <a:gd name="connsiteX0" fmla="*/ 0 w 3207656"/>
              <a:gd name="connsiteY0" fmla="*/ 0 h 5237695"/>
              <a:gd name="connsiteX1" fmla="*/ 3207656 w 3207656"/>
              <a:gd name="connsiteY1" fmla="*/ 0 h 5237695"/>
              <a:gd name="connsiteX2" fmla="*/ 3207656 w 3207656"/>
              <a:gd name="connsiteY2" fmla="*/ 2306360 h 5237695"/>
              <a:gd name="connsiteX3" fmla="*/ 3195699 w 3207656"/>
              <a:gd name="connsiteY3" fmla="*/ 2392536 h 5237695"/>
              <a:gd name="connsiteX4" fmla="*/ 2476205 w 3207656"/>
              <a:gd name="connsiteY4" fmla="*/ 5201461 h 5237695"/>
              <a:gd name="connsiteX5" fmla="*/ 2453354 w 3207656"/>
              <a:gd name="connsiteY5" fmla="*/ 5237695 h 5237695"/>
              <a:gd name="connsiteX6" fmla="*/ 0 w 3207656"/>
              <a:gd name="connsiteY6" fmla="*/ 5237695 h 523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7656" h="5237695">
                <a:moveTo>
                  <a:pt x="0" y="0"/>
                </a:moveTo>
                <a:lnTo>
                  <a:pt x="3207656" y="0"/>
                </a:lnTo>
                <a:lnTo>
                  <a:pt x="3207656" y="2306360"/>
                </a:lnTo>
                <a:lnTo>
                  <a:pt x="3195699" y="2392536"/>
                </a:lnTo>
                <a:cubicBezTo>
                  <a:pt x="3051543" y="3432702"/>
                  <a:pt x="2894119" y="4461417"/>
                  <a:pt x="2476205" y="5201461"/>
                </a:cubicBezTo>
                <a:lnTo>
                  <a:pt x="2453354" y="5237695"/>
                </a:lnTo>
                <a:lnTo>
                  <a:pt x="0" y="5237695"/>
                </a:lnTo>
                <a:close/>
              </a:path>
            </a:pathLst>
          </a:custGeom>
        </p:spPr>
      </p:pic>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5" imgW="383" imgH="384" progId="TCLayout.ActiveDocument.1">
                  <p:embed/>
                </p:oleObj>
              </mc:Choice>
              <mc:Fallback>
                <p:oleObj name="think-cell Slide" r:id="rId5" imgW="383" imgH="384" progId="TCLayout.ActiveDocument.1">
                  <p:embed/>
                  <p:pic>
                    <p:nvPicPr>
                      <p:cNvPr id="4" name="Object 3" hidden="1"/>
                      <p:cNvPicPr/>
                      <p:nvPr/>
                    </p:nvPicPr>
                    <p:blipFill>
                      <a:blip r:embed="rId6"/>
                      <a:stretch>
                        <a:fillRect/>
                      </a:stretch>
                    </p:blipFill>
                    <p:spPr>
                      <a:xfrm>
                        <a:off x="2119" y="1591"/>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57730"/>
            <a:ext cx="3915747" cy="492443"/>
          </a:xfrm>
          <a:noFill/>
        </p:spPr>
        <p:txBody>
          <a:bodyPr vert="horz" lIns="0" tIns="0" rIns="0" bIns="0" rtlCol="0" anchor="t">
            <a:spAutoFit/>
          </a:bodyPr>
          <a:lstStyle>
            <a:lvl1pPr>
              <a:defRPr lang="en-US" sz="3200" b="1" i="0" kern="1200" spc="0" baseline="0" dirty="0">
                <a:solidFill>
                  <a:schemeClr val="bg1"/>
                </a:solidFill>
                <a:latin typeface="+mn-lt"/>
                <a:ea typeface="+mj-ea"/>
                <a:cs typeface="Tahoma" pitchFamily="34" charset="0"/>
              </a:defRPr>
            </a:lvl1pPr>
          </a:lstStyle>
          <a:p>
            <a:pPr marL="0" lvl="0" algn="l" defTabSz="914400" rtl="0" eaLnBrk="1" latinLnBrk="0" hangingPunct="1">
              <a:spcBef>
                <a:spcPct val="0"/>
              </a:spcBef>
              <a:buNone/>
            </a:pPr>
            <a:r>
              <a:rPr lang="en-US"/>
              <a:t>Agenda Slide</a:t>
            </a:r>
          </a:p>
        </p:txBody>
      </p:sp>
      <p:sp>
        <p:nvSpPr>
          <p:cNvPr id="9" name="Slide Number Placeholder 5">
            <a:extLst>
              <a:ext uri="{FF2B5EF4-FFF2-40B4-BE49-F238E27FC236}">
                <a16:creationId xmlns:a16="http://schemas.microsoft.com/office/drawing/2014/main" id="{46D6B109-800C-4D31-C707-C4D13E334EBD}"/>
              </a:ext>
            </a:extLst>
          </p:cNvPr>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Tree>
    <p:extLst>
      <p:ext uri="{BB962C8B-B14F-4D97-AF65-F5344CB8AC3E}">
        <p14:creationId xmlns:p14="http://schemas.microsoft.com/office/powerpoint/2010/main" val="3707759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spAutoFit/>
          </a:bodyPr>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lIns="0" tIns="0" rIns="0" bIns="0"/>
          <a:lstStyle>
            <a:lvl1pPr marL="190500" indent="-187325">
              <a:defRPr>
                <a:solidFill>
                  <a:schemeClr val="tx1"/>
                </a:solidFill>
              </a:defRPr>
            </a:lvl1pPr>
            <a:lvl2pPr marL="439738" indent="-250825">
              <a:defRPr>
                <a:solidFill>
                  <a:schemeClr val="tx2"/>
                </a:solidFill>
              </a:defRPr>
            </a:lvl2pPr>
            <a:lvl3pPr marL="652463" indent="-217488">
              <a:defRPr>
                <a:solidFill>
                  <a:schemeClr val="bg2">
                    <a:lumMod val="50000"/>
                  </a:schemeClr>
                </a:solidFill>
              </a:defRPr>
            </a:lvl3pPr>
            <a:lvl4pPr marL="833438" indent="-173038">
              <a:defRPr>
                <a:solidFill>
                  <a:schemeClr val="bg2">
                    <a:lumMod val="50000"/>
                  </a:schemeClr>
                </a:solidFill>
              </a:defRPr>
            </a:lvl4pPr>
            <a:lvl5pPr marL="1004888" indent="-169863">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95580440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832352620"/>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4" name="Picture 3" descr="A blue and white background with dots and lines&#10;&#10;Description automatically generated">
            <a:extLst>
              <a:ext uri="{FF2B5EF4-FFF2-40B4-BE49-F238E27FC236}">
                <a16:creationId xmlns:a16="http://schemas.microsoft.com/office/drawing/2014/main" id="{815BE657-C903-783C-7BA2-9AAE08502394}"/>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0"/>
            <a:ext cx="12192000" cy="3409950"/>
          </a:xfrm>
          <a:custGeom>
            <a:avLst/>
            <a:gdLst>
              <a:gd name="connsiteX0" fmla="*/ 0 w 12192000"/>
              <a:gd name="connsiteY0" fmla="*/ 0 h 3409950"/>
              <a:gd name="connsiteX1" fmla="*/ 12192000 w 12192000"/>
              <a:gd name="connsiteY1" fmla="*/ 0 h 3409950"/>
              <a:gd name="connsiteX2" fmla="*/ 12192000 w 12192000"/>
              <a:gd name="connsiteY2" fmla="*/ 3409950 h 3409950"/>
              <a:gd name="connsiteX3" fmla="*/ 0 w 12192000"/>
              <a:gd name="connsiteY3" fmla="*/ 3409950 h 3409950"/>
            </a:gdLst>
            <a:ahLst/>
            <a:cxnLst>
              <a:cxn ang="0">
                <a:pos x="connsiteX0" y="connsiteY0"/>
              </a:cxn>
              <a:cxn ang="0">
                <a:pos x="connsiteX1" y="connsiteY1"/>
              </a:cxn>
              <a:cxn ang="0">
                <a:pos x="connsiteX2" y="connsiteY2"/>
              </a:cxn>
              <a:cxn ang="0">
                <a:pos x="connsiteX3" y="connsiteY3"/>
              </a:cxn>
            </a:cxnLst>
            <a:rect l="l" t="t" r="r" b="b"/>
            <a:pathLst>
              <a:path w="12192000" h="3409950">
                <a:moveTo>
                  <a:pt x="0" y="0"/>
                </a:moveTo>
                <a:lnTo>
                  <a:pt x="12192000" y="0"/>
                </a:lnTo>
                <a:lnTo>
                  <a:pt x="12192000" y="3409950"/>
                </a:lnTo>
                <a:lnTo>
                  <a:pt x="0" y="3409950"/>
                </a:lnTo>
                <a:close/>
              </a:path>
            </a:pathLst>
          </a:custGeom>
        </p:spPr>
      </p:pic>
      <p:grpSp>
        <p:nvGrpSpPr>
          <p:cNvPr id="7" name="Group 6">
            <a:extLst>
              <a:ext uri="{FF2B5EF4-FFF2-40B4-BE49-F238E27FC236}">
                <a16:creationId xmlns:a16="http://schemas.microsoft.com/office/drawing/2014/main" id="{ABB7A618-B4AF-81DA-3A9E-D6BE9E16B49B}"/>
              </a:ext>
            </a:extLst>
          </p:cNvPr>
          <p:cNvGrpSpPr/>
          <p:nvPr userDrawn="1"/>
        </p:nvGrpSpPr>
        <p:grpSpPr>
          <a:xfrm>
            <a:off x="0" y="0"/>
            <a:ext cx="12192000" cy="3409950"/>
            <a:chOff x="154" y="0"/>
            <a:chExt cx="12191846" cy="6858000"/>
          </a:xfrm>
        </p:grpSpPr>
        <p:sp>
          <p:nvSpPr>
            <p:cNvPr id="8" name="Rectangle 7">
              <a:extLst>
                <a:ext uri="{FF2B5EF4-FFF2-40B4-BE49-F238E27FC236}">
                  <a16:creationId xmlns:a16="http://schemas.microsoft.com/office/drawing/2014/main" id="{BFBDDBF3-01AA-BB27-7D6C-EAA98AE72BFD}"/>
                </a:ext>
              </a:extLst>
            </p:cNvPr>
            <p:cNvSpPr/>
            <p:nvPr/>
          </p:nvSpPr>
          <p:spPr>
            <a:xfrm>
              <a:off x="154" y="0"/>
              <a:ext cx="6095770" cy="6858000"/>
            </a:xfrm>
            <a:prstGeom prst="rect">
              <a:avLst/>
            </a:prstGeom>
            <a:gradFill flip="none" rotWithShape="1">
              <a:gsLst>
                <a:gs pos="0">
                  <a:srgbClr val="32A7DA"/>
                </a:gs>
                <a:gs pos="100000">
                  <a:srgbClr val="34A6D8">
                    <a:alpha val="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2CE24242-8856-2524-8A97-2E71A2E987AC}"/>
                </a:ext>
              </a:extLst>
            </p:cNvPr>
            <p:cNvSpPr/>
            <p:nvPr/>
          </p:nvSpPr>
          <p:spPr>
            <a:xfrm flipH="1">
              <a:off x="6096078" y="0"/>
              <a:ext cx="6095922" cy="6858000"/>
            </a:xfrm>
            <a:prstGeom prst="rect">
              <a:avLst/>
            </a:prstGeom>
            <a:gradFill flip="none" rotWithShape="1">
              <a:gsLst>
                <a:gs pos="0">
                  <a:srgbClr val="555899"/>
                </a:gs>
                <a:gs pos="100000">
                  <a:srgbClr val="555899">
                    <a:alpha val="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Text Placeholder 11">
            <a:extLst>
              <a:ext uri="{FF2B5EF4-FFF2-40B4-BE49-F238E27FC236}">
                <a16:creationId xmlns:a16="http://schemas.microsoft.com/office/drawing/2014/main" id="{2293D1A6-51B2-0419-5EE1-078245CAF5BA}"/>
              </a:ext>
            </a:extLst>
          </p:cNvPr>
          <p:cNvSpPr txBox="1">
            <a:spLocks/>
          </p:cNvSpPr>
          <p:nvPr userDrawn="1"/>
        </p:nvSpPr>
        <p:spPr>
          <a:xfrm>
            <a:off x="1067372" y="2666919"/>
            <a:ext cx="10323941" cy="1352325"/>
          </a:xfrm>
          <a:prstGeom prst="roundRect">
            <a:avLst>
              <a:gd name="adj" fmla="val 50000"/>
            </a:avLst>
          </a:prstGeom>
          <a:solidFill>
            <a:schemeClr val="bg1"/>
          </a:solidFill>
          <a:effectLst>
            <a:outerShdw blurRad="50800" dist="88900" dir="5400000" algn="t" rotWithShape="0">
              <a:prstClr val="black">
                <a:alpha val="15000"/>
              </a:prstClr>
            </a:outerShdw>
          </a:effectLst>
        </p:spPr>
        <p:txBody>
          <a:bodyPr wrap="square" lIns="90000" tIns="46800" rIns="90000" bIns="46800" anchor="ctr">
            <a:noAutofit/>
          </a:bodyPr>
          <a:lstStyle>
            <a:defPPr>
              <a:defRPr lang="en-US"/>
            </a:defPPr>
            <a:lvl1pPr marR="0" lvl="0" indent="0" fontAlgn="auto">
              <a:lnSpc>
                <a:spcPct val="100000"/>
              </a:lnSpc>
              <a:spcBef>
                <a:spcPts val="600"/>
              </a:spcBef>
              <a:spcAft>
                <a:spcPts val="0"/>
              </a:spcAft>
              <a:buClr>
                <a:srgbClr val="E7E6E6">
                  <a:lumMod val="50000"/>
                </a:srgbClr>
              </a:buClr>
              <a:buSzTx/>
              <a:buFont typeface="Arial" panose="020B0604020202020204" pitchFamily="34" charset="0"/>
              <a:buNone/>
              <a:tabLst/>
              <a:defRPr kumimoji="0" b="1" i="0" u="none" strike="noStrike" cap="none" spc="0" normalizeH="0" baseline="0">
                <a:ln>
                  <a:noFill/>
                </a:ln>
                <a:gradFill>
                  <a:gsLst>
                    <a:gs pos="0">
                      <a:srgbClr val="32A7DA"/>
                    </a:gs>
                    <a:gs pos="53000">
                      <a:srgbClr val="5C5FA5">
                        <a:lumMod val="98000"/>
                      </a:srgbClr>
                    </a:gs>
                    <a:gs pos="100000">
                      <a:srgbClr val="5C5FA5">
                        <a:lumMod val="87000"/>
                      </a:srgbClr>
                    </a:gs>
                  </a:gsLst>
                  <a:path path="circle">
                    <a:fillToRect t="100000" r="100000"/>
                  </a:path>
                </a:gradFill>
                <a:effectLst/>
                <a:uLnTx/>
                <a:uFillTx/>
                <a:latin typeface="Calibri" panose="020F0502020204030204"/>
                <a:cs typeface="Tahoma" pitchFamily="34" charset="0"/>
              </a:defRPr>
            </a:lvl1pPr>
            <a:lvl2pPr marL="439738" indent="-250825">
              <a:spcBef>
                <a:spcPts val="600"/>
              </a:spcBef>
              <a:buClr>
                <a:schemeClr val="bg2">
                  <a:lumMod val="50000"/>
                </a:schemeClr>
              </a:buClr>
              <a:buFont typeface="Courier New" pitchFamily="49" charset="0"/>
              <a:buChar char="­"/>
              <a:defRPr sz="1600">
                <a:solidFill>
                  <a:schemeClr val="accent1"/>
                </a:solidFill>
                <a:cs typeface="Tahoma" pitchFamily="34" charset="0"/>
              </a:defRPr>
            </a:lvl2pPr>
            <a:lvl3pPr marL="652463" indent="-217488">
              <a:spcBef>
                <a:spcPts val="600"/>
              </a:spcBef>
              <a:buClr>
                <a:schemeClr val="bg2">
                  <a:lumMod val="50000"/>
                </a:schemeClr>
              </a:buClr>
              <a:buFont typeface="Arial" panose="020B0604020202020204" pitchFamily="34" charset="0"/>
              <a:buChar char="•"/>
              <a:defRPr sz="1400">
                <a:solidFill>
                  <a:schemeClr val="bg2">
                    <a:lumMod val="50000"/>
                  </a:schemeClr>
                </a:solidFill>
                <a:cs typeface="Tahoma" pitchFamily="34" charset="0"/>
              </a:defRPr>
            </a:lvl3pPr>
            <a:lvl4pPr marL="833438" indent="-173038">
              <a:spcBef>
                <a:spcPts val="600"/>
              </a:spcBef>
              <a:buClr>
                <a:schemeClr val="bg2">
                  <a:lumMod val="50000"/>
                </a:schemeClr>
              </a:buClr>
              <a:buFont typeface="Arial" pitchFamily="34" charset="0"/>
              <a:buChar char="–"/>
              <a:defRPr sz="1200">
                <a:solidFill>
                  <a:schemeClr val="bg2">
                    <a:lumMod val="50000"/>
                  </a:schemeClr>
                </a:solidFill>
                <a:cs typeface="Tahoma" pitchFamily="34" charset="0"/>
              </a:defRPr>
            </a:lvl4pPr>
            <a:lvl5pPr marL="1004888" indent="-169863">
              <a:spcBef>
                <a:spcPts val="600"/>
              </a:spcBef>
              <a:buClr>
                <a:schemeClr val="bg2">
                  <a:lumMod val="50000"/>
                </a:schemeClr>
              </a:buClr>
              <a:buFont typeface="Arial" panose="020B0604020202020204" pitchFamily="34" charset="0"/>
              <a:buChar char="•"/>
              <a:defRPr sz="1000">
                <a:solidFill>
                  <a:schemeClr val="bg2">
                    <a:lumMod val="50000"/>
                  </a:schemeClr>
                </a:solidFill>
                <a:cs typeface="Tahoma"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marR="0" lvl="0" indent="0" algn="l" defTabSz="914400" rtl="0" eaLnBrk="1" fontAlgn="auto" latinLnBrk="0" hangingPunct="1">
              <a:lnSpc>
                <a:spcPct val="100000"/>
              </a:lnSpc>
              <a:spcBef>
                <a:spcPts val="600"/>
              </a:spcBef>
              <a:spcAft>
                <a:spcPts val="0"/>
              </a:spcAft>
              <a:buClr>
                <a:srgbClr val="E7E6E6">
                  <a:lumMod val="50000"/>
                </a:srgbClr>
              </a:buClr>
              <a:buSzTx/>
              <a:buFont typeface="Arial" panose="020B0604020202020204" pitchFamily="34" charset="0"/>
              <a:buNone/>
              <a:tabLst/>
              <a:defRPr/>
            </a:pPr>
            <a:endParaRPr kumimoji="0" lang="en-US" sz="1600" b="1" i="0" u="none" strike="noStrike" kern="1200" cap="none" spc="0" normalizeH="0" baseline="0" noProof="0">
              <a:ln>
                <a:noFill/>
              </a:ln>
              <a:gradFill>
                <a:gsLst>
                  <a:gs pos="0">
                    <a:srgbClr val="32A7DA"/>
                  </a:gs>
                  <a:gs pos="53000">
                    <a:srgbClr val="5C5FA5">
                      <a:lumMod val="98000"/>
                    </a:srgbClr>
                  </a:gs>
                  <a:gs pos="100000">
                    <a:srgbClr val="5C5FA5">
                      <a:lumMod val="87000"/>
                    </a:srgbClr>
                  </a:gs>
                </a:gsLst>
                <a:path path="circle">
                  <a:fillToRect t="100000" r="100000"/>
                </a:path>
              </a:gradFill>
              <a:effectLst/>
              <a:uLnTx/>
              <a:uFillTx/>
              <a:latin typeface="Calibri" panose="020F0502020204030204"/>
              <a:ea typeface="+mn-ea"/>
              <a:cs typeface="Tahoma" pitchFamily="34" charset="0"/>
            </a:endParaRPr>
          </a:p>
        </p:txBody>
      </p:sp>
      <p:sp>
        <p:nvSpPr>
          <p:cNvPr id="13" name="Text Placeholder 11">
            <a:extLst>
              <a:ext uri="{FF2B5EF4-FFF2-40B4-BE49-F238E27FC236}">
                <a16:creationId xmlns:a16="http://schemas.microsoft.com/office/drawing/2014/main" id="{7520D620-2E3C-14E0-CD8F-8E0E721E93E0}"/>
              </a:ext>
            </a:extLst>
          </p:cNvPr>
          <p:cNvSpPr txBox="1">
            <a:spLocks/>
          </p:cNvSpPr>
          <p:nvPr userDrawn="1"/>
        </p:nvSpPr>
        <p:spPr>
          <a:xfrm>
            <a:off x="1219184" y="2788936"/>
            <a:ext cx="10020316" cy="1108290"/>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defPPr>
              <a:defRPr lang="en-US"/>
            </a:defPPr>
            <a:lvl1pPr lvl="0"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1485880" y="3091282"/>
            <a:ext cx="9486936" cy="503599"/>
          </a:xfrm>
        </p:spPr>
        <p:txBody>
          <a:bodyPr vert="horz" lIns="0" tIns="0" rIns="0" bIns="0" anchor="ctr"/>
          <a:lstStyle>
            <a:lvl1pPr marL="0" algn="ctr" defTabSz="914400" rtl="0" eaLnBrk="1" latinLnBrk="0" hangingPunct="1">
              <a:spcBef>
                <a:spcPct val="0"/>
              </a:spcBef>
              <a:buNone/>
              <a:defRPr kumimoji="0" lang="en-US" sz="3200" b="1" i="0" u="none" strike="noStrike" kern="1200" cap="none" spc="0" normalizeH="0" baseline="0" dirty="0">
                <a:ln>
                  <a:noFill/>
                </a:ln>
                <a:solidFill>
                  <a:srgbClr val="FFFFFF"/>
                </a:solidFill>
                <a:effectLst/>
                <a:uLnTx/>
                <a:uFillTx/>
                <a:latin typeface="Calibri" panose="020F0502020204030204"/>
                <a:ea typeface="+mn-ea"/>
                <a:cs typeface="Tahoma" pitchFamily="34" charset="0"/>
              </a:defRPr>
            </a:lvl1pPr>
          </a:lstStyle>
          <a:p>
            <a:pPr marL="0" marR="0" lvl="0" indent="0" algn="ctr" defTabSz="914400" rtl="0" eaLnBrk="1" fontAlgn="auto" latinLnBrk="0" hangingPunct="1">
              <a:lnSpc>
                <a:spcPct val="107000"/>
              </a:lnSpc>
              <a:spcBef>
                <a:spcPct val="0"/>
              </a:spcBef>
              <a:spcAft>
                <a:spcPts val="800"/>
              </a:spcAft>
              <a:buClrTx/>
              <a:buSzTx/>
              <a:buFontTx/>
              <a:buNone/>
              <a:tabLst/>
              <a:defRPr/>
            </a:pPr>
            <a:r>
              <a:rPr lang="en-US"/>
              <a:t>SECTION DIVIDER</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1496" y="6405894"/>
            <a:ext cx="152400" cy="330200"/>
          </a:xfrm>
          <a:prstGeom prst="rect">
            <a:avLst/>
          </a:prstGeom>
        </p:spPr>
      </p:pic>
      <p:sp>
        <p:nvSpPr>
          <p:cNvPr id="14" name="Text Placeholder 15">
            <a:extLst>
              <a:ext uri="{FF2B5EF4-FFF2-40B4-BE49-F238E27FC236}">
                <a16:creationId xmlns:a16="http://schemas.microsoft.com/office/drawing/2014/main" id="{C6456148-8DA2-EE0B-1221-3F46195A3C2F}"/>
              </a:ext>
            </a:extLst>
          </p:cNvPr>
          <p:cNvSpPr>
            <a:spLocks noGrp="1"/>
          </p:cNvSpPr>
          <p:nvPr>
            <p:ph type="body" sz="quarter" idx="23" hasCustomPrompt="1"/>
          </p:nvPr>
        </p:nvSpPr>
        <p:spPr>
          <a:xfrm>
            <a:off x="11803200" y="0"/>
            <a:ext cx="388800" cy="1036800"/>
          </a:xfrm>
          <a:prstGeom prst="rect">
            <a:avLst/>
          </a:prstGeom>
          <a:blipFill>
            <a:blip r:embed="rId8">
              <a:extLst>
                <a:ext uri="{96DAC541-7B7A-43D3-8B79-37D633B846F1}">
                  <asvg:svgBlip xmlns:asvg="http://schemas.microsoft.com/office/drawing/2016/SVG/main" r:embed="rId9"/>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Tree>
    <p:extLst>
      <p:ext uri="{BB962C8B-B14F-4D97-AF65-F5344CB8AC3E}">
        <p14:creationId xmlns:p14="http://schemas.microsoft.com/office/powerpoint/2010/main" val="2188814777"/>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bjectives">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C33A01D7-733B-86B7-993D-D6DD7231ADD3}"/>
              </a:ext>
            </a:extLst>
          </p:cNvPr>
          <p:cNvSpPr>
            <a:spLocks noGrp="1"/>
          </p:cNvSpPr>
          <p:nvPr>
            <p:ph type="body" sz="quarter" idx="20" hasCustomPrompt="1"/>
          </p:nvPr>
        </p:nvSpPr>
        <p:spPr>
          <a:xfrm flipH="1" flipV="1">
            <a:off x="6254502" y="1951347"/>
            <a:ext cx="5937495" cy="4220851"/>
          </a:xfrm>
          <a:prstGeom prst="round1Rect">
            <a:avLst>
              <a:gd name="adj" fmla="val 5393"/>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1" name="Text Placeholder 10">
            <a:extLst>
              <a:ext uri="{FF2B5EF4-FFF2-40B4-BE49-F238E27FC236}">
                <a16:creationId xmlns:a16="http://schemas.microsoft.com/office/drawing/2014/main" id="{65B9A146-C174-A837-6F2B-530460A29FA0}"/>
              </a:ext>
            </a:extLst>
          </p:cNvPr>
          <p:cNvSpPr>
            <a:spLocks noGrp="1"/>
          </p:cNvSpPr>
          <p:nvPr>
            <p:ph type="body" sz="quarter" idx="15" hasCustomPrompt="1"/>
          </p:nvPr>
        </p:nvSpPr>
        <p:spPr>
          <a:xfrm>
            <a:off x="0" y="0"/>
            <a:ext cx="12192000" cy="1951348"/>
          </a:xfrm>
          <a:gradFill flip="none" rotWithShape="1">
            <a:gsLst>
              <a:gs pos="0">
                <a:srgbClr val="32A7DA"/>
              </a:gs>
              <a:gs pos="53000">
                <a:srgbClr val="5C5FA5">
                  <a:lumMod val="98000"/>
                </a:srgbClr>
              </a:gs>
              <a:gs pos="100000">
                <a:srgbClr val="5C5FA5">
                  <a:lumMod val="8700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solidFill>
                  <a:schemeClr val="bg1"/>
                </a:soli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3" name="Text Placeholder 10">
            <a:extLst>
              <a:ext uri="{FF2B5EF4-FFF2-40B4-BE49-F238E27FC236}">
                <a16:creationId xmlns:a16="http://schemas.microsoft.com/office/drawing/2014/main" id="{6E4BEDD1-4A5D-7D4E-8106-42322D567345}"/>
              </a:ext>
            </a:extLst>
          </p:cNvPr>
          <p:cNvSpPr>
            <a:spLocks noGrp="1"/>
          </p:cNvSpPr>
          <p:nvPr>
            <p:ph type="body" sz="quarter" idx="16" hasCustomPrompt="1"/>
          </p:nvPr>
        </p:nvSpPr>
        <p:spPr>
          <a:xfrm>
            <a:off x="614916" y="1695903"/>
            <a:ext cx="5333211" cy="442674"/>
          </a:xfrm>
          <a:prstGeom prst="roundRect">
            <a:avLst>
              <a:gd name="adj" fmla="val 50000"/>
            </a:avLst>
          </a:prstGeom>
          <a:solidFill>
            <a:schemeClr val="bg1"/>
          </a:solidFill>
          <a:effectLst>
            <a:outerShdw blurRad="63500" dist="38100" dir="5400000" algn="t" rotWithShape="0">
              <a:prstClr val="black">
                <a:alpha val="25000"/>
              </a:prstClr>
            </a:outerShdw>
          </a:effectLst>
        </p:spPr>
        <p:txBody>
          <a:bodyPr wrap="square" lIns="90000" tIns="46800" rIns="90000" bIns="46800" anchor="ctr">
            <a:noAutofit/>
          </a:bodyPr>
          <a:lstStyle>
            <a:lvl1pPr marL="0" indent="0">
              <a:buNone/>
              <a:defRPr lang="en-IN" b="1" dirty="0">
                <a:gradFill>
                  <a:gsLst>
                    <a:gs pos="0">
                      <a:srgbClr val="32A7DA"/>
                    </a:gs>
                    <a:gs pos="53000">
                      <a:srgbClr val="5C5FA5">
                        <a:lumMod val="98000"/>
                      </a:srgbClr>
                    </a:gs>
                    <a:gs pos="100000">
                      <a:srgbClr val="5C5FA5">
                        <a:lumMod val="87000"/>
                      </a:srgbClr>
                    </a:gs>
                  </a:gsLst>
                  <a:lin ang="0" scaled="1"/>
                </a:gradFill>
                <a:cs typeface="Tahoma" pitchFamily="34" charset="0"/>
              </a:defRPr>
            </a:lvl1pPr>
          </a:lstStyle>
          <a:p>
            <a:pPr marL="285750" lvl="0" indent="-285750" algn="ctr"/>
            <a:r>
              <a:rPr lang="en-IN"/>
              <a:t> </a:t>
            </a:r>
          </a:p>
        </p:txBody>
      </p:sp>
      <p:sp>
        <p:nvSpPr>
          <p:cNvPr id="14" name="Text Placeholder 10">
            <a:extLst>
              <a:ext uri="{FF2B5EF4-FFF2-40B4-BE49-F238E27FC236}">
                <a16:creationId xmlns:a16="http://schemas.microsoft.com/office/drawing/2014/main" id="{92A27A0A-B75E-350F-03D5-013ABA445A8D}"/>
              </a:ext>
            </a:extLst>
          </p:cNvPr>
          <p:cNvSpPr>
            <a:spLocks noGrp="1"/>
          </p:cNvSpPr>
          <p:nvPr>
            <p:ph type="body" sz="quarter" idx="17" hasCustomPrompt="1"/>
          </p:nvPr>
        </p:nvSpPr>
        <p:spPr>
          <a:xfrm>
            <a:off x="6254505" y="1695903"/>
            <a:ext cx="5333211" cy="442674"/>
          </a:xfrm>
          <a:prstGeom prst="roundRect">
            <a:avLst>
              <a:gd name="adj" fmla="val 50000"/>
            </a:avLst>
          </a:prstGeom>
          <a:solidFill>
            <a:schemeClr val="bg1"/>
          </a:solidFill>
          <a:effectLst>
            <a:outerShdw blurRad="63500" dist="38100" dir="5400000" algn="t" rotWithShape="0">
              <a:prstClr val="black">
                <a:alpha val="25000"/>
              </a:prstClr>
            </a:outerShdw>
          </a:effectLst>
        </p:spPr>
        <p:txBody>
          <a:bodyPr wrap="square" lIns="90000" tIns="46800" rIns="90000" bIns="46800" anchor="ctr">
            <a:noAutofit/>
          </a:bodyPr>
          <a:lstStyle>
            <a:lvl1pPr marL="0" indent="0">
              <a:buNone/>
              <a:defRPr lang="en-IN" b="1" dirty="0">
                <a:gradFill>
                  <a:gsLst>
                    <a:gs pos="0">
                      <a:srgbClr val="32A7DA"/>
                    </a:gs>
                    <a:gs pos="53000">
                      <a:srgbClr val="5C5FA5">
                        <a:lumMod val="98000"/>
                      </a:srgbClr>
                    </a:gs>
                    <a:gs pos="100000">
                      <a:srgbClr val="5C5FA5">
                        <a:lumMod val="87000"/>
                      </a:srgbClr>
                    </a:gs>
                  </a:gsLst>
                  <a:lin ang="0" scaled="1"/>
                </a:gradFill>
                <a:cs typeface="Tahoma" pitchFamily="34" charset="0"/>
              </a:defRPr>
            </a:lvl1pPr>
          </a:lstStyle>
          <a:p>
            <a:pPr marL="285750" lvl="0" indent="-285750" algn="ctr"/>
            <a:r>
              <a:rPr lang="en-IN"/>
              <a:t> </a:t>
            </a:r>
          </a:p>
        </p:txBody>
      </p:sp>
      <p:sp>
        <p:nvSpPr>
          <p:cNvPr id="16" name="Text Placeholder 15">
            <a:extLst>
              <a:ext uri="{FF2B5EF4-FFF2-40B4-BE49-F238E27FC236}">
                <a16:creationId xmlns:a16="http://schemas.microsoft.com/office/drawing/2014/main" id="{DF000289-759B-1313-71BF-1229ABF2FD74}"/>
              </a:ext>
            </a:extLst>
          </p:cNvPr>
          <p:cNvSpPr>
            <a:spLocks noGrp="1"/>
          </p:cNvSpPr>
          <p:nvPr>
            <p:ph type="body" sz="quarter" idx="18" hasCustomPrompt="1"/>
          </p:nvPr>
        </p:nvSpPr>
        <p:spPr>
          <a:xfrm>
            <a:off x="1967071" y="1778741"/>
            <a:ext cx="2628900" cy="276999"/>
          </a:xfrm>
        </p:spPr>
        <p:txBody>
          <a:bodyPr anchor="ctr">
            <a:sp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Header Text</a:t>
            </a:r>
          </a:p>
        </p:txBody>
      </p:sp>
      <p:sp>
        <p:nvSpPr>
          <p:cNvPr id="17" name="Text Placeholder 15">
            <a:extLst>
              <a:ext uri="{FF2B5EF4-FFF2-40B4-BE49-F238E27FC236}">
                <a16:creationId xmlns:a16="http://schemas.microsoft.com/office/drawing/2014/main" id="{0162C4C5-FB82-539D-9AA1-64D64C1ADA7F}"/>
              </a:ext>
            </a:extLst>
          </p:cNvPr>
          <p:cNvSpPr>
            <a:spLocks noGrp="1"/>
          </p:cNvSpPr>
          <p:nvPr>
            <p:ph type="body" sz="quarter" idx="19" hasCustomPrompt="1"/>
          </p:nvPr>
        </p:nvSpPr>
        <p:spPr>
          <a:xfrm>
            <a:off x="7606660" y="1778741"/>
            <a:ext cx="2628900" cy="276999"/>
          </a:xfrm>
        </p:spPr>
        <p:txBody>
          <a:bodyPr anchor="ctr">
            <a:sp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Header Text</a:t>
            </a:r>
          </a:p>
        </p:txBody>
      </p:sp>
      <p:sp>
        <p:nvSpPr>
          <p:cNvPr id="7" name="Text Placeholder 10">
            <a:extLst>
              <a:ext uri="{FF2B5EF4-FFF2-40B4-BE49-F238E27FC236}">
                <a16:creationId xmlns:a16="http://schemas.microsoft.com/office/drawing/2014/main" id="{A6BFF575-AE6C-32AA-840F-D870745DEE5D}"/>
              </a:ext>
            </a:extLst>
          </p:cNvPr>
          <p:cNvSpPr>
            <a:spLocks noGrp="1"/>
          </p:cNvSpPr>
          <p:nvPr>
            <p:ph type="body" sz="quarter" idx="21"/>
          </p:nvPr>
        </p:nvSpPr>
        <p:spPr>
          <a:xfrm>
            <a:off x="792366" y="2288873"/>
            <a:ext cx="4945961"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C7ABABDD-0C65-84F3-C856-3F320DB34132}"/>
              </a:ext>
            </a:extLst>
          </p:cNvPr>
          <p:cNvSpPr>
            <a:spLocks noGrp="1"/>
          </p:cNvSpPr>
          <p:nvPr>
            <p:ph type="body" sz="quarter" idx="22"/>
          </p:nvPr>
        </p:nvSpPr>
        <p:spPr>
          <a:xfrm>
            <a:off x="6453673" y="2288873"/>
            <a:ext cx="5128727"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5">
            <a:extLst>
              <a:ext uri="{FF2B5EF4-FFF2-40B4-BE49-F238E27FC236}">
                <a16:creationId xmlns:a16="http://schemas.microsoft.com/office/drawing/2014/main" id="{839B05FD-3816-83DB-6247-D74A9D636DA1}"/>
              </a:ext>
            </a:extLst>
          </p:cNvPr>
          <p:cNvSpPr>
            <a:spLocks noGrp="1"/>
          </p:cNvSpPr>
          <p:nvPr>
            <p:ph type="body" sz="quarter" idx="23" hasCustomPrompt="1"/>
          </p:nvPr>
        </p:nvSpPr>
        <p:spPr>
          <a:xfrm>
            <a:off x="11803200" y="0"/>
            <a:ext cx="388800" cy="1036800"/>
          </a:xfrm>
          <a:prstGeom prst="rect">
            <a:avLst/>
          </a:prstGeom>
          <a:blipFill>
            <a:blip r:embed="rId7">
              <a:extLst>
                <a:ext uri="{96DAC541-7B7A-43D3-8B79-37D633B846F1}">
                  <asvg:svgBlip xmlns:asvg="http://schemas.microsoft.com/office/drawing/2016/SVG/main" r:embed="rId8"/>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Tree>
    <p:extLst>
      <p:ext uri="{BB962C8B-B14F-4D97-AF65-F5344CB8AC3E}">
        <p14:creationId xmlns:p14="http://schemas.microsoft.com/office/powerpoint/2010/main" val="19418603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ios">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5B9A146-C174-A837-6F2B-530460A29FA0}"/>
              </a:ext>
            </a:extLst>
          </p:cNvPr>
          <p:cNvSpPr>
            <a:spLocks noGrp="1"/>
          </p:cNvSpPr>
          <p:nvPr>
            <p:ph type="body" sz="quarter" idx="15" hasCustomPrompt="1"/>
          </p:nvPr>
        </p:nvSpPr>
        <p:spPr>
          <a:xfrm>
            <a:off x="0" y="0"/>
            <a:ext cx="12192000" cy="1695450"/>
          </a:xfrm>
          <a:gradFill flip="none" rotWithShape="1">
            <a:gsLst>
              <a:gs pos="0">
                <a:srgbClr val="32A7DA"/>
              </a:gs>
              <a:gs pos="53000">
                <a:srgbClr val="5C5FA5">
                  <a:lumMod val="98000"/>
                </a:srgbClr>
              </a:gs>
              <a:gs pos="100000">
                <a:srgbClr val="5C5FA5">
                  <a:lumMod val="87000"/>
                </a:srgbClr>
              </a:gs>
            </a:gsLst>
            <a:lin ang="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solidFill>
                  <a:schemeClr val="bg1"/>
                </a:solidFill>
                <a:latin typeface="+mn-lt"/>
                <a:ea typeface="+mj-ea"/>
                <a:cs typeface="Tahoma" pitchFamily="34" charset="0"/>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9" name="Text Placeholder 15">
            <a:extLst>
              <a:ext uri="{FF2B5EF4-FFF2-40B4-BE49-F238E27FC236}">
                <a16:creationId xmlns:a16="http://schemas.microsoft.com/office/drawing/2014/main" id="{839B05FD-3816-83DB-6247-D74A9D636DA1}"/>
              </a:ext>
            </a:extLst>
          </p:cNvPr>
          <p:cNvSpPr>
            <a:spLocks noGrp="1"/>
          </p:cNvSpPr>
          <p:nvPr>
            <p:ph type="body" sz="quarter" idx="23" hasCustomPrompt="1"/>
          </p:nvPr>
        </p:nvSpPr>
        <p:spPr>
          <a:xfrm>
            <a:off x="11803200" y="0"/>
            <a:ext cx="388800" cy="1036800"/>
          </a:xfrm>
          <a:prstGeom prst="rect">
            <a:avLst/>
          </a:prstGeom>
          <a:blipFill>
            <a:blip r:embed="rId7">
              <a:extLst>
                <a:ext uri="{96DAC541-7B7A-43D3-8B79-37D633B846F1}">
                  <asvg:svgBlip xmlns:asvg="http://schemas.microsoft.com/office/drawing/2016/SVG/main" r:embed="rId8"/>
                </a:ext>
              </a:extLst>
            </a:blip>
            <a:srcRect/>
            <a:stretch>
              <a:fillRect l="-153" r="-153"/>
            </a:stretch>
          </a:blipFill>
          <a:effectLst>
            <a:outerShdw blurRad="50800" dist="127000" dir="8100000" algn="tr" rotWithShape="0">
              <a:prstClr val="black">
                <a:alpha val="25000"/>
              </a:prstClr>
            </a:outerShdw>
          </a:effectLst>
        </p:spPr>
        <p:txBody>
          <a:bodyPr anchor="ctr">
            <a:noAutofit/>
          </a:bodyPr>
          <a:lstStyle>
            <a:lvl1pPr marL="0" indent="0" algn="ctr" defTabSz="914400" rtl="0" eaLnBrk="1" latinLnBrk="0" hangingPunct="1">
              <a:spcBef>
                <a:spcPts val="600"/>
              </a:spcBef>
              <a:buClr>
                <a:schemeClr val="bg2">
                  <a:lumMod val="50000"/>
                </a:schemeClr>
              </a:buClr>
              <a:buFont typeface="Arial" panose="020B0604020202020204" pitchFamily="34" charset="0"/>
              <a:buNone/>
              <a:defRPr lang="en-US" sz="1800" b="1" kern="1200" dirty="0" smtClean="0">
                <a:gradFill>
                  <a:gsLst>
                    <a:gs pos="0">
                      <a:srgbClr val="32A7DA"/>
                    </a:gs>
                    <a:gs pos="53000">
                      <a:srgbClr val="5C5FA5">
                        <a:lumMod val="98000"/>
                      </a:srgbClr>
                    </a:gs>
                    <a:gs pos="100000">
                      <a:srgbClr val="5C5FA5">
                        <a:lumMod val="87000"/>
                      </a:srgbClr>
                    </a:gs>
                  </a:gsLst>
                  <a:lin ang="0" scaled="1"/>
                </a:gradFill>
                <a:latin typeface="+mn-lt"/>
                <a:ea typeface="+mn-ea"/>
                <a:cs typeface="Tahoma" pitchFamily="34" charset="0"/>
              </a:defRPr>
            </a:lvl1pPr>
          </a:lstStyle>
          <a:p>
            <a:pPr lvl="0"/>
            <a:r>
              <a:rPr lang="en-US"/>
              <a:t> </a:t>
            </a:r>
          </a:p>
        </p:txBody>
      </p:sp>
      <p:sp>
        <p:nvSpPr>
          <p:cNvPr id="18" name="Picture Placeholder 17">
            <a:extLst>
              <a:ext uri="{FF2B5EF4-FFF2-40B4-BE49-F238E27FC236}">
                <a16:creationId xmlns:a16="http://schemas.microsoft.com/office/drawing/2014/main" id="{77E7397B-A8D4-C667-4D19-E13CB9898342}"/>
              </a:ext>
            </a:extLst>
          </p:cNvPr>
          <p:cNvSpPr>
            <a:spLocks noGrp="1"/>
          </p:cNvSpPr>
          <p:nvPr>
            <p:ph type="pic" sz="quarter" idx="24"/>
          </p:nvPr>
        </p:nvSpPr>
        <p:spPr>
          <a:xfrm>
            <a:off x="1776666"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22" name="Text Placeholder 21">
            <a:extLst>
              <a:ext uri="{FF2B5EF4-FFF2-40B4-BE49-F238E27FC236}">
                <a16:creationId xmlns:a16="http://schemas.microsoft.com/office/drawing/2014/main" id="{524FAEDF-45B9-1479-E01A-30733F469452}"/>
              </a:ext>
            </a:extLst>
          </p:cNvPr>
          <p:cNvSpPr>
            <a:spLocks noGrp="1"/>
          </p:cNvSpPr>
          <p:nvPr>
            <p:ph type="body" sz="quarter" idx="25" hasCustomPrompt="1"/>
          </p:nvPr>
        </p:nvSpPr>
        <p:spPr>
          <a:xfrm>
            <a:off x="1776666"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27" name="Text Placeholder 21">
            <a:extLst>
              <a:ext uri="{FF2B5EF4-FFF2-40B4-BE49-F238E27FC236}">
                <a16:creationId xmlns:a16="http://schemas.microsoft.com/office/drawing/2014/main" id="{9988E430-9DBB-EF91-BCB2-9D2822539827}"/>
              </a:ext>
            </a:extLst>
          </p:cNvPr>
          <p:cNvSpPr>
            <a:spLocks noGrp="1"/>
          </p:cNvSpPr>
          <p:nvPr>
            <p:ph type="body" sz="quarter" idx="26" hasCustomPrompt="1"/>
          </p:nvPr>
        </p:nvSpPr>
        <p:spPr>
          <a:xfrm>
            <a:off x="1776666"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28" name="Text Placeholder 21">
            <a:extLst>
              <a:ext uri="{FF2B5EF4-FFF2-40B4-BE49-F238E27FC236}">
                <a16:creationId xmlns:a16="http://schemas.microsoft.com/office/drawing/2014/main" id="{D6A0DA62-2527-4638-E09D-5E439E39E52F}"/>
              </a:ext>
            </a:extLst>
          </p:cNvPr>
          <p:cNvSpPr>
            <a:spLocks noGrp="1"/>
          </p:cNvSpPr>
          <p:nvPr>
            <p:ph type="body" sz="quarter" idx="27" hasCustomPrompt="1"/>
          </p:nvPr>
        </p:nvSpPr>
        <p:spPr>
          <a:xfrm>
            <a:off x="1776666"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29" name="Rectangle 28">
            <a:extLst>
              <a:ext uri="{FF2B5EF4-FFF2-40B4-BE49-F238E27FC236}">
                <a16:creationId xmlns:a16="http://schemas.microsoft.com/office/drawing/2014/main" id="{6D457F70-3A2E-D606-98D3-4359ACDD1BE3}"/>
              </a:ext>
            </a:extLst>
          </p:cNvPr>
          <p:cNvSpPr/>
          <p:nvPr userDrawn="1"/>
        </p:nvSpPr>
        <p:spPr>
          <a:xfrm>
            <a:off x="1" y="3023158"/>
            <a:ext cx="12191998" cy="314982"/>
          </a:xfrm>
          <a:prstGeom prst="rect">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0DEDE1ED-B741-98BA-7B86-8D8DF4993C5E}"/>
              </a:ext>
            </a:extLst>
          </p:cNvPr>
          <p:cNvSpPr/>
          <p:nvPr userDrawn="1"/>
        </p:nvSpPr>
        <p:spPr>
          <a:xfrm>
            <a:off x="603587" y="3088316"/>
            <a:ext cx="1019756" cy="184666"/>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PROJECT ROLE</a:t>
            </a:r>
          </a:p>
        </p:txBody>
      </p:sp>
      <p:cxnSp>
        <p:nvCxnSpPr>
          <p:cNvPr id="31" name="Straight Connector 30">
            <a:extLst>
              <a:ext uri="{FF2B5EF4-FFF2-40B4-BE49-F238E27FC236}">
                <a16:creationId xmlns:a16="http://schemas.microsoft.com/office/drawing/2014/main" id="{02E048C4-18AD-9E05-B472-F63D9B060469}"/>
              </a:ext>
            </a:extLst>
          </p:cNvPr>
          <p:cNvCxnSpPr>
            <a:cxnSpLocks/>
          </p:cNvCxnSpPr>
          <p:nvPr userDrawn="1"/>
        </p:nvCxnSpPr>
        <p:spPr>
          <a:xfrm>
            <a:off x="1627372" y="3088316"/>
            <a:ext cx="0" cy="184666"/>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32" name="Text Placeholder 21">
            <a:extLst>
              <a:ext uri="{FF2B5EF4-FFF2-40B4-BE49-F238E27FC236}">
                <a16:creationId xmlns:a16="http://schemas.microsoft.com/office/drawing/2014/main" id="{EFDA9493-F7A4-B319-54CB-488B64D84C76}"/>
              </a:ext>
            </a:extLst>
          </p:cNvPr>
          <p:cNvSpPr>
            <a:spLocks noGrp="1"/>
          </p:cNvSpPr>
          <p:nvPr>
            <p:ph type="body" sz="quarter" idx="28" hasCustomPrompt="1"/>
          </p:nvPr>
        </p:nvSpPr>
        <p:spPr>
          <a:xfrm>
            <a:off x="1776666"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33" name="Text Placeholder 21">
            <a:extLst>
              <a:ext uri="{FF2B5EF4-FFF2-40B4-BE49-F238E27FC236}">
                <a16:creationId xmlns:a16="http://schemas.microsoft.com/office/drawing/2014/main" id="{968F8F2F-04BE-2347-BFB5-8E19DB17B286}"/>
              </a:ext>
            </a:extLst>
          </p:cNvPr>
          <p:cNvSpPr>
            <a:spLocks noGrp="1"/>
          </p:cNvSpPr>
          <p:nvPr>
            <p:ph type="body" sz="quarter" idx="29" hasCustomPrompt="1"/>
          </p:nvPr>
        </p:nvSpPr>
        <p:spPr>
          <a:xfrm>
            <a:off x="1776666"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34" name="Rectangle 33">
            <a:extLst>
              <a:ext uri="{FF2B5EF4-FFF2-40B4-BE49-F238E27FC236}">
                <a16:creationId xmlns:a16="http://schemas.microsoft.com/office/drawing/2014/main" id="{78A51BBF-BF80-3B5F-1991-EF8B9844CC73}"/>
              </a:ext>
            </a:extLst>
          </p:cNvPr>
          <p:cNvSpPr/>
          <p:nvPr userDrawn="1"/>
        </p:nvSpPr>
        <p:spPr>
          <a:xfrm>
            <a:off x="603587" y="3404917"/>
            <a:ext cx="1019756" cy="2526333"/>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BIOGRAPHY HIGHLIGHTS</a:t>
            </a:r>
          </a:p>
        </p:txBody>
      </p:sp>
      <p:cxnSp>
        <p:nvCxnSpPr>
          <p:cNvPr id="35" name="Straight Connector 34">
            <a:extLst>
              <a:ext uri="{FF2B5EF4-FFF2-40B4-BE49-F238E27FC236}">
                <a16:creationId xmlns:a16="http://schemas.microsoft.com/office/drawing/2014/main" id="{79C03B66-D2A7-D99B-B18D-0D2F4CD944F0}"/>
              </a:ext>
            </a:extLst>
          </p:cNvPr>
          <p:cNvCxnSpPr>
            <a:cxnSpLocks/>
          </p:cNvCxnSpPr>
          <p:nvPr userDrawn="1"/>
        </p:nvCxnSpPr>
        <p:spPr>
          <a:xfrm>
            <a:off x="1627372" y="3404917"/>
            <a:ext cx="0" cy="2526333"/>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34ABEAC-492C-6BDC-8883-F512BA4FDF0F}"/>
              </a:ext>
            </a:extLst>
          </p:cNvPr>
          <p:cNvSpPr/>
          <p:nvPr userDrawn="1"/>
        </p:nvSpPr>
        <p:spPr>
          <a:xfrm>
            <a:off x="1" y="5998026"/>
            <a:ext cx="12191998" cy="314982"/>
          </a:xfrm>
          <a:prstGeom prst="rect">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2D8A17A5-90AF-E457-6CA0-072E66C4B11E}"/>
              </a:ext>
            </a:extLst>
          </p:cNvPr>
          <p:cNvSpPr/>
          <p:nvPr userDrawn="1"/>
        </p:nvSpPr>
        <p:spPr>
          <a:xfrm>
            <a:off x="603587" y="6063184"/>
            <a:ext cx="1019756" cy="184666"/>
          </a:xfrm>
          <a:prstGeom prst="rect">
            <a:avLst/>
          </a:prstGeom>
          <a:noFill/>
          <a:ln>
            <a:noFill/>
          </a:ln>
        </p:spPr>
        <p:style>
          <a:lnRef idx="0">
            <a:scrgbClr r="0" g="0" b="0"/>
          </a:lnRef>
          <a:fillRef idx="0">
            <a:scrgbClr r="0" g="0" b="0"/>
          </a:fillRef>
          <a:effectRef idx="0">
            <a:scrgbClr r="0" g="0" b="0"/>
          </a:effectRef>
          <a:fontRef idx="minor">
            <a:schemeClr val="lt1"/>
          </a:fontRef>
        </p:style>
        <p:txBody>
          <a:bodyPr lIns="0" tIns="0" rIns="0" bIns="0" rtlCol="0" anchor="ctr">
            <a:spAutoFit/>
          </a:bodyPr>
          <a:lstStyle/>
          <a:p>
            <a:r>
              <a:rPr lang="en-US" sz="1200" b="1">
                <a:gradFill>
                  <a:gsLst>
                    <a:gs pos="0">
                      <a:srgbClr val="27AAE1"/>
                    </a:gs>
                    <a:gs pos="50000">
                      <a:srgbClr val="5573B1"/>
                    </a:gs>
                    <a:gs pos="99000">
                      <a:srgbClr val="5C5DA7"/>
                    </a:gs>
                  </a:gsLst>
                  <a:lin ang="0" scaled="1"/>
                </a:gradFill>
              </a:rPr>
              <a:t>LOCATION</a:t>
            </a:r>
          </a:p>
        </p:txBody>
      </p:sp>
      <p:cxnSp>
        <p:nvCxnSpPr>
          <p:cNvPr id="38" name="Straight Connector 37">
            <a:extLst>
              <a:ext uri="{FF2B5EF4-FFF2-40B4-BE49-F238E27FC236}">
                <a16:creationId xmlns:a16="http://schemas.microsoft.com/office/drawing/2014/main" id="{B28AC561-0036-F0C0-EE1D-ED93A2ED479C}"/>
              </a:ext>
            </a:extLst>
          </p:cNvPr>
          <p:cNvCxnSpPr>
            <a:cxnSpLocks/>
          </p:cNvCxnSpPr>
          <p:nvPr userDrawn="1"/>
        </p:nvCxnSpPr>
        <p:spPr>
          <a:xfrm>
            <a:off x="1627372" y="6063184"/>
            <a:ext cx="0" cy="184666"/>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43" name="Text Placeholder 21">
            <a:extLst>
              <a:ext uri="{FF2B5EF4-FFF2-40B4-BE49-F238E27FC236}">
                <a16:creationId xmlns:a16="http://schemas.microsoft.com/office/drawing/2014/main" id="{7B78FEDF-CC44-B511-3F39-3C0049DC4C3B}"/>
              </a:ext>
            </a:extLst>
          </p:cNvPr>
          <p:cNvSpPr>
            <a:spLocks noGrp="1"/>
          </p:cNvSpPr>
          <p:nvPr>
            <p:ph type="body" sz="quarter" idx="30" hasCustomPrompt="1"/>
          </p:nvPr>
        </p:nvSpPr>
        <p:spPr>
          <a:xfrm>
            <a:off x="1776666"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44" name="Picture Placeholder 17">
            <a:extLst>
              <a:ext uri="{FF2B5EF4-FFF2-40B4-BE49-F238E27FC236}">
                <a16:creationId xmlns:a16="http://schemas.microsoft.com/office/drawing/2014/main" id="{1EC4AFE7-C0E8-89BF-D727-11C0FC4B4F2B}"/>
              </a:ext>
            </a:extLst>
          </p:cNvPr>
          <p:cNvSpPr>
            <a:spLocks noGrp="1"/>
          </p:cNvSpPr>
          <p:nvPr>
            <p:ph type="pic" sz="quarter" idx="31"/>
          </p:nvPr>
        </p:nvSpPr>
        <p:spPr>
          <a:xfrm>
            <a:off x="4357798"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45" name="Text Placeholder 21">
            <a:extLst>
              <a:ext uri="{FF2B5EF4-FFF2-40B4-BE49-F238E27FC236}">
                <a16:creationId xmlns:a16="http://schemas.microsoft.com/office/drawing/2014/main" id="{B1672CA5-E125-C6E7-3163-0DF7ABC4E701}"/>
              </a:ext>
            </a:extLst>
          </p:cNvPr>
          <p:cNvSpPr>
            <a:spLocks noGrp="1"/>
          </p:cNvSpPr>
          <p:nvPr>
            <p:ph type="body" sz="quarter" idx="32" hasCustomPrompt="1"/>
          </p:nvPr>
        </p:nvSpPr>
        <p:spPr>
          <a:xfrm>
            <a:off x="4357798"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46" name="Text Placeholder 21">
            <a:extLst>
              <a:ext uri="{FF2B5EF4-FFF2-40B4-BE49-F238E27FC236}">
                <a16:creationId xmlns:a16="http://schemas.microsoft.com/office/drawing/2014/main" id="{14305B2A-5EEA-B2C3-71C2-F8FD6D68B6D6}"/>
              </a:ext>
            </a:extLst>
          </p:cNvPr>
          <p:cNvSpPr>
            <a:spLocks noGrp="1"/>
          </p:cNvSpPr>
          <p:nvPr>
            <p:ph type="body" sz="quarter" idx="33" hasCustomPrompt="1"/>
          </p:nvPr>
        </p:nvSpPr>
        <p:spPr>
          <a:xfrm>
            <a:off x="4357798"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47" name="Text Placeholder 21">
            <a:extLst>
              <a:ext uri="{FF2B5EF4-FFF2-40B4-BE49-F238E27FC236}">
                <a16:creationId xmlns:a16="http://schemas.microsoft.com/office/drawing/2014/main" id="{FD8172E5-4C05-20A0-5A99-CDAE97CDBA82}"/>
              </a:ext>
            </a:extLst>
          </p:cNvPr>
          <p:cNvSpPr>
            <a:spLocks noGrp="1"/>
          </p:cNvSpPr>
          <p:nvPr>
            <p:ph type="body" sz="quarter" idx="34" hasCustomPrompt="1"/>
          </p:nvPr>
        </p:nvSpPr>
        <p:spPr>
          <a:xfrm>
            <a:off x="4357798"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48" name="Text Placeholder 21">
            <a:extLst>
              <a:ext uri="{FF2B5EF4-FFF2-40B4-BE49-F238E27FC236}">
                <a16:creationId xmlns:a16="http://schemas.microsoft.com/office/drawing/2014/main" id="{EFCA6682-AC60-E0DD-E9F4-278BB927F064}"/>
              </a:ext>
            </a:extLst>
          </p:cNvPr>
          <p:cNvSpPr>
            <a:spLocks noGrp="1"/>
          </p:cNvSpPr>
          <p:nvPr>
            <p:ph type="body" sz="quarter" idx="35" hasCustomPrompt="1"/>
          </p:nvPr>
        </p:nvSpPr>
        <p:spPr>
          <a:xfrm>
            <a:off x="4357798"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49" name="Text Placeholder 21">
            <a:extLst>
              <a:ext uri="{FF2B5EF4-FFF2-40B4-BE49-F238E27FC236}">
                <a16:creationId xmlns:a16="http://schemas.microsoft.com/office/drawing/2014/main" id="{EA9EB05A-ECFC-D0C7-D344-80760F3EE398}"/>
              </a:ext>
            </a:extLst>
          </p:cNvPr>
          <p:cNvSpPr>
            <a:spLocks noGrp="1"/>
          </p:cNvSpPr>
          <p:nvPr>
            <p:ph type="body" sz="quarter" idx="36" hasCustomPrompt="1"/>
          </p:nvPr>
        </p:nvSpPr>
        <p:spPr>
          <a:xfrm>
            <a:off x="4357798"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0" name="Text Placeholder 21">
            <a:extLst>
              <a:ext uri="{FF2B5EF4-FFF2-40B4-BE49-F238E27FC236}">
                <a16:creationId xmlns:a16="http://schemas.microsoft.com/office/drawing/2014/main" id="{2125F283-519D-4089-88C6-DA76C007CE19}"/>
              </a:ext>
            </a:extLst>
          </p:cNvPr>
          <p:cNvSpPr>
            <a:spLocks noGrp="1"/>
          </p:cNvSpPr>
          <p:nvPr>
            <p:ph type="body" sz="quarter" idx="37" hasCustomPrompt="1"/>
          </p:nvPr>
        </p:nvSpPr>
        <p:spPr>
          <a:xfrm>
            <a:off x="4357798"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1" name="Picture Placeholder 17">
            <a:extLst>
              <a:ext uri="{FF2B5EF4-FFF2-40B4-BE49-F238E27FC236}">
                <a16:creationId xmlns:a16="http://schemas.microsoft.com/office/drawing/2014/main" id="{B48330BB-A2A5-F35C-84F5-8F5A59066BB0}"/>
              </a:ext>
            </a:extLst>
          </p:cNvPr>
          <p:cNvSpPr>
            <a:spLocks noGrp="1"/>
          </p:cNvSpPr>
          <p:nvPr>
            <p:ph type="pic" sz="quarter" idx="38"/>
          </p:nvPr>
        </p:nvSpPr>
        <p:spPr>
          <a:xfrm>
            <a:off x="6938930"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52" name="Text Placeholder 21">
            <a:extLst>
              <a:ext uri="{FF2B5EF4-FFF2-40B4-BE49-F238E27FC236}">
                <a16:creationId xmlns:a16="http://schemas.microsoft.com/office/drawing/2014/main" id="{6A85BCAD-C14E-A476-A9E0-449DC0B328E9}"/>
              </a:ext>
            </a:extLst>
          </p:cNvPr>
          <p:cNvSpPr>
            <a:spLocks noGrp="1"/>
          </p:cNvSpPr>
          <p:nvPr>
            <p:ph type="body" sz="quarter" idx="39" hasCustomPrompt="1"/>
          </p:nvPr>
        </p:nvSpPr>
        <p:spPr>
          <a:xfrm>
            <a:off x="6938930"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53" name="Text Placeholder 21">
            <a:extLst>
              <a:ext uri="{FF2B5EF4-FFF2-40B4-BE49-F238E27FC236}">
                <a16:creationId xmlns:a16="http://schemas.microsoft.com/office/drawing/2014/main" id="{6B83347D-EA4D-E37D-15E2-8C279762B9B4}"/>
              </a:ext>
            </a:extLst>
          </p:cNvPr>
          <p:cNvSpPr>
            <a:spLocks noGrp="1"/>
          </p:cNvSpPr>
          <p:nvPr>
            <p:ph type="body" sz="quarter" idx="40" hasCustomPrompt="1"/>
          </p:nvPr>
        </p:nvSpPr>
        <p:spPr>
          <a:xfrm>
            <a:off x="6938930"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54" name="Text Placeholder 21">
            <a:extLst>
              <a:ext uri="{FF2B5EF4-FFF2-40B4-BE49-F238E27FC236}">
                <a16:creationId xmlns:a16="http://schemas.microsoft.com/office/drawing/2014/main" id="{FA25772F-5A9C-B263-3017-5B7D0D2F18E4}"/>
              </a:ext>
            </a:extLst>
          </p:cNvPr>
          <p:cNvSpPr>
            <a:spLocks noGrp="1"/>
          </p:cNvSpPr>
          <p:nvPr>
            <p:ph type="body" sz="quarter" idx="41" hasCustomPrompt="1"/>
          </p:nvPr>
        </p:nvSpPr>
        <p:spPr>
          <a:xfrm>
            <a:off x="6938930"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55" name="Text Placeholder 21">
            <a:extLst>
              <a:ext uri="{FF2B5EF4-FFF2-40B4-BE49-F238E27FC236}">
                <a16:creationId xmlns:a16="http://schemas.microsoft.com/office/drawing/2014/main" id="{194AF891-5078-65ED-984C-743AE1D52B03}"/>
              </a:ext>
            </a:extLst>
          </p:cNvPr>
          <p:cNvSpPr>
            <a:spLocks noGrp="1"/>
          </p:cNvSpPr>
          <p:nvPr>
            <p:ph type="body" sz="quarter" idx="42" hasCustomPrompt="1"/>
          </p:nvPr>
        </p:nvSpPr>
        <p:spPr>
          <a:xfrm>
            <a:off x="6938930"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6" name="Text Placeholder 21">
            <a:extLst>
              <a:ext uri="{FF2B5EF4-FFF2-40B4-BE49-F238E27FC236}">
                <a16:creationId xmlns:a16="http://schemas.microsoft.com/office/drawing/2014/main" id="{D5F82467-B450-EE86-EE3F-38832BC1EB75}"/>
              </a:ext>
            </a:extLst>
          </p:cNvPr>
          <p:cNvSpPr>
            <a:spLocks noGrp="1"/>
          </p:cNvSpPr>
          <p:nvPr>
            <p:ph type="body" sz="quarter" idx="43" hasCustomPrompt="1"/>
          </p:nvPr>
        </p:nvSpPr>
        <p:spPr>
          <a:xfrm>
            <a:off x="6938930"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7" name="Text Placeholder 21">
            <a:extLst>
              <a:ext uri="{FF2B5EF4-FFF2-40B4-BE49-F238E27FC236}">
                <a16:creationId xmlns:a16="http://schemas.microsoft.com/office/drawing/2014/main" id="{A4F2A168-E209-D237-784E-EDBA6285C5CB}"/>
              </a:ext>
            </a:extLst>
          </p:cNvPr>
          <p:cNvSpPr>
            <a:spLocks noGrp="1"/>
          </p:cNvSpPr>
          <p:nvPr>
            <p:ph type="body" sz="quarter" idx="44" hasCustomPrompt="1"/>
          </p:nvPr>
        </p:nvSpPr>
        <p:spPr>
          <a:xfrm>
            <a:off x="6938930"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58" name="Picture Placeholder 17">
            <a:extLst>
              <a:ext uri="{FF2B5EF4-FFF2-40B4-BE49-F238E27FC236}">
                <a16:creationId xmlns:a16="http://schemas.microsoft.com/office/drawing/2014/main" id="{D5088AC2-E830-409E-0EE5-C8914C0DB37B}"/>
              </a:ext>
            </a:extLst>
          </p:cNvPr>
          <p:cNvSpPr>
            <a:spLocks noGrp="1"/>
          </p:cNvSpPr>
          <p:nvPr>
            <p:ph type="pic" sz="quarter" idx="45"/>
          </p:nvPr>
        </p:nvSpPr>
        <p:spPr>
          <a:xfrm>
            <a:off x="9520062" y="1083142"/>
            <a:ext cx="1161846" cy="1162800"/>
          </a:xfrm>
          <a:prstGeom prst="ellipse">
            <a:avLst/>
          </a:prstGeom>
          <a:solidFill>
            <a:schemeClr val="bg1"/>
          </a:solidFill>
          <a:ln w="57150">
            <a:solidFill>
              <a:schemeClr val="bg1"/>
            </a:solidFill>
          </a:ln>
          <a:effectLst>
            <a:outerShdw blurRad="63500" sx="102000" sy="102000" algn="ctr" rotWithShape="0">
              <a:prstClr val="black">
                <a:alpha val="40000"/>
              </a:prstClr>
            </a:outerShdw>
          </a:effectLst>
        </p:spPr>
        <p:txBody>
          <a:bodyPr anchor="ctr"/>
          <a:lstStyle>
            <a:lvl1pPr marL="3175" indent="0" algn="ctr">
              <a:buNone/>
              <a:defRPr sz="1400"/>
            </a:lvl1pPr>
          </a:lstStyle>
          <a:p>
            <a:endParaRPr lang="en-IN"/>
          </a:p>
        </p:txBody>
      </p:sp>
      <p:sp>
        <p:nvSpPr>
          <p:cNvPr id="59" name="Text Placeholder 21">
            <a:extLst>
              <a:ext uri="{FF2B5EF4-FFF2-40B4-BE49-F238E27FC236}">
                <a16:creationId xmlns:a16="http://schemas.microsoft.com/office/drawing/2014/main" id="{6D0AA649-80A4-C7CE-C88D-10074D454AD8}"/>
              </a:ext>
            </a:extLst>
          </p:cNvPr>
          <p:cNvSpPr>
            <a:spLocks noGrp="1"/>
          </p:cNvSpPr>
          <p:nvPr>
            <p:ph type="body" sz="quarter" idx="46" hasCustomPrompt="1"/>
          </p:nvPr>
        </p:nvSpPr>
        <p:spPr>
          <a:xfrm>
            <a:off x="9520062" y="2381857"/>
            <a:ext cx="2284209" cy="221643"/>
          </a:xfrm>
        </p:spPr>
        <p:txBody>
          <a:bodyPr/>
          <a:lstStyle>
            <a:lvl1pPr marL="3175" indent="0">
              <a:buNone/>
              <a:defRPr lang="en-IN" sz="1400" b="1" kern="1200" dirty="0">
                <a:solidFill>
                  <a:schemeClr val="tx1"/>
                </a:solidFill>
                <a:latin typeface="Calibri" panose="020F0502020204030204"/>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Name</a:t>
            </a:r>
          </a:p>
        </p:txBody>
      </p:sp>
      <p:sp>
        <p:nvSpPr>
          <p:cNvPr id="60" name="Text Placeholder 21">
            <a:extLst>
              <a:ext uri="{FF2B5EF4-FFF2-40B4-BE49-F238E27FC236}">
                <a16:creationId xmlns:a16="http://schemas.microsoft.com/office/drawing/2014/main" id="{B5D1E910-95FB-638B-482E-406140B52312}"/>
              </a:ext>
            </a:extLst>
          </p:cNvPr>
          <p:cNvSpPr>
            <a:spLocks noGrp="1"/>
          </p:cNvSpPr>
          <p:nvPr>
            <p:ph type="body" sz="quarter" idx="47" hasCustomPrompt="1"/>
          </p:nvPr>
        </p:nvSpPr>
        <p:spPr>
          <a:xfrm>
            <a:off x="9520062" y="2600400"/>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Role</a:t>
            </a:r>
          </a:p>
        </p:txBody>
      </p:sp>
      <p:sp>
        <p:nvSpPr>
          <p:cNvPr id="61" name="Text Placeholder 21">
            <a:extLst>
              <a:ext uri="{FF2B5EF4-FFF2-40B4-BE49-F238E27FC236}">
                <a16:creationId xmlns:a16="http://schemas.microsoft.com/office/drawing/2014/main" id="{CCC92905-0AD1-3EAD-3E2A-33E8E5736276}"/>
              </a:ext>
            </a:extLst>
          </p:cNvPr>
          <p:cNvSpPr>
            <a:spLocks noGrp="1"/>
          </p:cNvSpPr>
          <p:nvPr>
            <p:ph type="body" sz="quarter" idx="48" hasCustomPrompt="1"/>
          </p:nvPr>
        </p:nvSpPr>
        <p:spPr>
          <a:xfrm>
            <a:off x="9520062" y="2766578"/>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BU</a:t>
            </a:r>
          </a:p>
        </p:txBody>
      </p:sp>
      <p:sp>
        <p:nvSpPr>
          <p:cNvPr id="62" name="Text Placeholder 21">
            <a:extLst>
              <a:ext uri="{FF2B5EF4-FFF2-40B4-BE49-F238E27FC236}">
                <a16:creationId xmlns:a16="http://schemas.microsoft.com/office/drawing/2014/main" id="{B5EB85E1-1AE8-A529-62DE-C853AA3A53FA}"/>
              </a:ext>
            </a:extLst>
          </p:cNvPr>
          <p:cNvSpPr>
            <a:spLocks noGrp="1"/>
          </p:cNvSpPr>
          <p:nvPr>
            <p:ph type="body" sz="quarter" idx="49" hasCustomPrompt="1"/>
          </p:nvPr>
        </p:nvSpPr>
        <p:spPr>
          <a:xfrm>
            <a:off x="9520062" y="3096011"/>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63" name="Text Placeholder 21">
            <a:extLst>
              <a:ext uri="{FF2B5EF4-FFF2-40B4-BE49-F238E27FC236}">
                <a16:creationId xmlns:a16="http://schemas.microsoft.com/office/drawing/2014/main" id="{7C7B1A8B-8274-74AE-FBA4-92840A0AA691}"/>
              </a:ext>
            </a:extLst>
          </p:cNvPr>
          <p:cNvSpPr>
            <a:spLocks noGrp="1"/>
          </p:cNvSpPr>
          <p:nvPr>
            <p:ph type="body" sz="quarter" idx="50" hasCustomPrompt="1"/>
          </p:nvPr>
        </p:nvSpPr>
        <p:spPr>
          <a:xfrm>
            <a:off x="9520062" y="3404373"/>
            <a:ext cx="2284209" cy="169277"/>
          </a:xfrm>
        </p:spPr>
        <p:txBody>
          <a:bodyPr>
            <a:spAutoFit/>
          </a:bodyPr>
          <a:lstStyle>
            <a:lvl1pPr marL="3175" indent="0">
              <a:buNone/>
              <a:defRPr lang="en-IN" sz="1100" kern="1200" dirty="0">
                <a:solidFill>
                  <a:schemeClr val="tx1"/>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
        <p:nvSpPr>
          <p:cNvPr id="64" name="Text Placeholder 21">
            <a:extLst>
              <a:ext uri="{FF2B5EF4-FFF2-40B4-BE49-F238E27FC236}">
                <a16:creationId xmlns:a16="http://schemas.microsoft.com/office/drawing/2014/main" id="{AF578BE3-23EE-7A5E-D7B4-C32E3B01E926}"/>
              </a:ext>
            </a:extLst>
          </p:cNvPr>
          <p:cNvSpPr>
            <a:spLocks noGrp="1"/>
          </p:cNvSpPr>
          <p:nvPr>
            <p:ph type="body" sz="quarter" idx="51" hasCustomPrompt="1"/>
          </p:nvPr>
        </p:nvSpPr>
        <p:spPr>
          <a:xfrm>
            <a:off x="9520062" y="6078573"/>
            <a:ext cx="2284209" cy="153888"/>
          </a:xfrm>
        </p:spPr>
        <p:txBody>
          <a:bodyPr>
            <a:spAutoFit/>
          </a:bodyPr>
          <a:lstStyle>
            <a:lvl1pPr marL="0" indent="0" algn="l" defTabSz="914400" rtl="0" eaLnBrk="1" latinLnBrk="0" hangingPunct="1">
              <a:spcBef>
                <a:spcPts val="300"/>
              </a:spcBef>
              <a:spcAft>
                <a:spcPts val="1200"/>
              </a:spcAft>
              <a:buClr>
                <a:schemeClr val="bg2">
                  <a:lumMod val="50000"/>
                </a:schemeClr>
              </a:buClr>
              <a:buNone/>
              <a:defRPr lang="en-IN" sz="1000" b="1" kern="1200" dirty="0">
                <a:solidFill>
                  <a:schemeClr val="tx1"/>
                </a:solidFill>
                <a:latin typeface="+mn-lt"/>
                <a:ea typeface="+mn-ea"/>
                <a:cs typeface="Tahoma"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Text</a:t>
            </a:r>
          </a:p>
        </p:txBody>
      </p:sp>
    </p:spTree>
    <p:extLst>
      <p:ext uri="{BB962C8B-B14F-4D97-AF65-F5344CB8AC3E}">
        <p14:creationId xmlns:p14="http://schemas.microsoft.com/office/powerpoint/2010/main" val="3694949251"/>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rms and Conditions">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6EEF710-10D3-89CB-6916-E6484473DD4A}"/>
              </a:ext>
            </a:extLst>
          </p:cNvPr>
          <p:cNvSpPr/>
          <p:nvPr userDrawn="1"/>
        </p:nvSpPr>
        <p:spPr>
          <a:xfrm>
            <a:off x="0" y="-7694"/>
            <a:ext cx="2247900" cy="6865694"/>
          </a:xfrm>
          <a:prstGeom prst="rect">
            <a:avLst/>
          </a:prstGeom>
          <a:solidFill>
            <a:schemeClr val="bg1"/>
          </a:solidFill>
          <a:ln>
            <a:noFill/>
          </a:ln>
          <a:effectLst>
            <a:innerShdw blurRad="76200" dist="38100">
              <a:prstClr val="black">
                <a:alpha val="25000"/>
              </a:prstClr>
            </a:inn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 name="Title 3">
            <a:extLst>
              <a:ext uri="{FF2B5EF4-FFF2-40B4-BE49-F238E27FC236}">
                <a16:creationId xmlns:a16="http://schemas.microsoft.com/office/drawing/2014/main" id="{9840D64C-03ED-87F0-F139-A4DC4C5F5C2B}"/>
              </a:ext>
            </a:extLst>
          </p:cNvPr>
          <p:cNvSpPr txBox="1">
            <a:spLocks/>
          </p:cNvSpPr>
          <p:nvPr userDrawn="1"/>
        </p:nvSpPr>
        <p:spPr>
          <a:xfrm>
            <a:off x="376239" y="3028891"/>
            <a:ext cx="1576387" cy="800219"/>
          </a:xfrm>
          <a:prstGeom prst="rect">
            <a:avLst/>
          </a:prstGeom>
          <a:noFill/>
        </p:spPr>
        <p:txBody>
          <a:bodyPr vert="horz" lIns="0" tIns="0" rIns="0" bIns="0" rtlCol="0" anchor="ctr">
            <a:noAutofit/>
          </a:bodyPr>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IN"/>
              <a:t>Terms and Conditions</a:t>
            </a:r>
          </a:p>
        </p:txBody>
      </p:sp>
      <p:sp>
        <p:nvSpPr>
          <p:cNvPr id="6" name="Text Placeholder 5">
            <a:extLst>
              <a:ext uri="{FF2B5EF4-FFF2-40B4-BE49-F238E27FC236}">
                <a16:creationId xmlns:a16="http://schemas.microsoft.com/office/drawing/2014/main" id="{59B6F1A3-035B-B477-8464-505CC5CF9EFA}"/>
              </a:ext>
            </a:extLst>
          </p:cNvPr>
          <p:cNvSpPr>
            <a:spLocks noGrp="1"/>
          </p:cNvSpPr>
          <p:nvPr>
            <p:ph type="body" sz="quarter" idx="10"/>
          </p:nvPr>
        </p:nvSpPr>
        <p:spPr>
          <a:xfrm>
            <a:off x="2657476" y="366624"/>
            <a:ext cx="8924925" cy="6124754"/>
          </a:xfrm>
        </p:spPr>
        <p:txBody>
          <a:bodyPr/>
          <a:lstStyle>
            <a:lvl1pPr>
              <a:defRPr sz="1200"/>
            </a:lvl1pPr>
            <a:lvl2pPr>
              <a:defRPr sz="1100"/>
            </a:lvl2pPr>
            <a:lvl3pPr>
              <a:defRPr sz="1000"/>
            </a:lvl3pPr>
            <a:lvl4pPr>
              <a:defRPr sz="9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reeform: Shape 1">
            <a:extLst>
              <a:ext uri="{FF2B5EF4-FFF2-40B4-BE49-F238E27FC236}">
                <a16:creationId xmlns:a16="http://schemas.microsoft.com/office/drawing/2014/main" id="{F0A4B281-2D3B-8DEC-1521-39464EF987C0}"/>
              </a:ext>
            </a:extLst>
          </p:cNvPr>
          <p:cNvSpPr/>
          <p:nvPr userDrawn="1"/>
        </p:nvSpPr>
        <p:spPr>
          <a:xfrm flipH="1">
            <a:off x="11940241" y="2"/>
            <a:ext cx="251758" cy="6693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18900000" scaled="1"/>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3954536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se Study 1">
    <p:spTree>
      <p:nvGrpSpPr>
        <p:cNvPr id="1" name=""/>
        <p:cNvGrpSpPr/>
        <p:nvPr/>
      </p:nvGrpSpPr>
      <p:grpSpPr>
        <a:xfrm>
          <a:off x="0" y="0"/>
          <a:ext cx="0" cy="0"/>
          <a:chOff x="0" y="0"/>
          <a:chExt cx="0" cy="0"/>
        </a:xfrm>
      </p:grpSpPr>
      <p:sp>
        <p:nvSpPr>
          <p:cNvPr id="19" name="Text Placeholder 10">
            <a:extLst>
              <a:ext uri="{FF2B5EF4-FFF2-40B4-BE49-F238E27FC236}">
                <a16:creationId xmlns:a16="http://schemas.microsoft.com/office/drawing/2014/main" id="{A091A1EA-5B61-290E-CB59-635D4F1F3817}"/>
              </a:ext>
            </a:extLst>
          </p:cNvPr>
          <p:cNvSpPr>
            <a:spLocks noGrp="1"/>
          </p:cNvSpPr>
          <p:nvPr>
            <p:ph type="body" sz="quarter" idx="23" hasCustomPrompt="1"/>
          </p:nvPr>
        </p:nvSpPr>
        <p:spPr>
          <a:xfrm flipH="1" flipV="1">
            <a:off x="5053149" y="1413328"/>
            <a:ext cx="2790825" cy="4976058"/>
          </a:xfrm>
          <a:prstGeom prst="round2SameRect">
            <a:avLst>
              <a:gd name="adj1" fmla="val 4343"/>
              <a:gd name="adj2" fmla="val 0"/>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4" name="Text Placeholder 10">
            <a:extLst>
              <a:ext uri="{FF2B5EF4-FFF2-40B4-BE49-F238E27FC236}">
                <a16:creationId xmlns:a16="http://schemas.microsoft.com/office/drawing/2014/main" id="{B96E77F8-1541-8F3F-40B1-1F1CF328A533}"/>
              </a:ext>
            </a:extLst>
          </p:cNvPr>
          <p:cNvSpPr>
            <a:spLocks noGrp="1"/>
          </p:cNvSpPr>
          <p:nvPr>
            <p:ph type="body" sz="quarter" idx="19" hasCustomPrompt="1"/>
          </p:nvPr>
        </p:nvSpPr>
        <p:spPr>
          <a:xfrm>
            <a:off x="5053149" y="1260880"/>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 name="Title 1">
            <a:extLst>
              <a:ext uri="{FF2B5EF4-FFF2-40B4-BE49-F238E27FC236}">
                <a16:creationId xmlns:a16="http://schemas.microsoft.com/office/drawing/2014/main" id="{8B6B251E-C6CC-34B1-48B1-947DCFE84599}"/>
              </a:ext>
            </a:extLst>
          </p:cNvPr>
          <p:cNvSpPr>
            <a:spLocks noGrp="1"/>
          </p:cNvSpPr>
          <p:nvPr>
            <p:ph type="title" hasCustomPrompt="1"/>
          </p:nvPr>
        </p:nvSpPr>
        <p:spPr>
          <a:xfrm>
            <a:off x="609600" y="300578"/>
            <a:ext cx="10972800" cy="800219"/>
          </a:xfrm>
        </p:spPr>
        <p:txBody>
          <a:bodyPr/>
          <a:lstStyle/>
          <a:p>
            <a:r>
              <a:rPr lang="en-US"/>
              <a:t>Case Study: </a:t>
            </a:r>
            <a:endParaRPr lang="en-IN"/>
          </a:p>
        </p:txBody>
      </p:sp>
      <p:sp>
        <p:nvSpPr>
          <p:cNvPr id="3" name="Text Placeholder 10">
            <a:extLst>
              <a:ext uri="{FF2B5EF4-FFF2-40B4-BE49-F238E27FC236}">
                <a16:creationId xmlns:a16="http://schemas.microsoft.com/office/drawing/2014/main" id="{6044EBE4-F1B2-50B3-14EF-0E9F55BFE9DF}"/>
              </a:ext>
            </a:extLst>
          </p:cNvPr>
          <p:cNvSpPr>
            <a:spLocks noGrp="1"/>
          </p:cNvSpPr>
          <p:nvPr>
            <p:ph type="body" sz="quarter" idx="16" hasCustomPrompt="1"/>
          </p:nvPr>
        </p:nvSpPr>
        <p:spPr>
          <a:xfrm>
            <a:off x="612774" y="1260880"/>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5" name="Text Placeholder 15">
            <a:extLst>
              <a:ext uri="{FF2B5EF4-FFF2-40B4-BE49-F238E27FC236}">
                <a16:creationId xmlns:a16="http://schemas.microsoft.com/office/drawing/2014/main" id="{29C58D9E-E983-FDCC-D249-DD41136AFEA3}"/>
              </a:ext>
            </a:extLst>
          </p:cNvPr>
          <p:cNvSpPr>
            <a:spLocks noGrp="1"/>
          </p:cNvSpPr>
          <p:nvPr>
            <p:ph type="body" sz="quarter" idx="18" hasCustomPrompt="1"/>
          </p:nvPr>
        </p:nvSpPr>
        <p:spPr>
          <a:xfrm>
            <a:off x="785971" y="1325054"/>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5" name="Text Placeholder 15">
            <a:extLst>
              <a:ext uri="{FF2B5EF4-FFF2-40B4-BE49-F238E27FC236}">
                <a16:creationId xmlns:a16="http://schemas.microsoft.com/office/drawing/2014/main" id="{BCA53550-843A-8195-CAEA-41BCF2F1A696}"/>
              </a:ext>
            </a:extLst>
          </p:cNvPr>
          <p:cNvSpPr>
            <a:spLocks noGrp="1"/>
          </p:cNvSpPr>
          <p:nvPr>
            <p:ph type="body" sz="quarter" idx="20" hasCustomPrompt="1"/>
          </p:nvPr>
        </p:nvSpPr>
        <p:spPr>
          <a:xfrm>
            <a:off x="5191125" y="1325054"/>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6" name="Text Placeholder 10">
            <a:extLst>
              <a:ext uri="{FF2B5EF4-FFF2-40B4-BE49-F238E27FC236}">
                <a16:creationId xmlns:a16="http://schemas.microsoft.com/office/drawing/2014/main" id="{77431FE4-FADA-AE38-1BEB-56C4A60A17A1}"/>
              </a:ext>
            </a:extLst>
          </p:cNvPr>
          <p:cNvSpPr>
            <a:spLocks noGrp="1"/>
          </p:cNvSpPr>
          <p:nvPr>
            <p:ph type="body" sz="quarter" idx="21" hasCustomPrompt="1"/>
          </p:nvPr>
        </p:nvSpPr>
        <p:spPr>
          <a:xfrm>
            <a:off x="8059918" y="1260880"/>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17" name="Text Placeholder 10">
            <a:extLst>
              <a:ext uri="{FF2B5EF4-FFF2-40B4-BE49-F238E27FC236}">
                <a16:creationId xmlns:a16="http://schemas.microsoft.com/office/drawing/2014/main" id="{83CD1EAA-4F24-2F1D-9814-A69D3F5837C7}"/>
              </a:ext>
            </a:extLst>
          </p:cNvPr>
          <p:cNvSpPr>
            <a:spLocks noGrp="1"/>
          </p:cNvSpPr>
          <p:nvPr>
            <p:ph type="body" sz="quarter" idx="22" hasCustomPrompt="1"/>
          </p:nvPr>
        </p:nvSpPr>
        <p:spPr>
          <a:xfrm>
            <a:off x="8059918" y="3658025"/>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22" name="Text Placeholder 10">
            <a:extLst>
              <a:ext uri="{FF2B5EF4-FFF2-40B4-BE49-F238E27FC236}">
                <a16:creationId xmlns:a16="http://schemas.microsoft.com/office/drawing/2014/main" id="{1697DCE3-22FE-7C6F-755D-49BB2B0569C2}"/>
              </a:ext>
            </a:extLst>
          </p:cNvPr>
          <p:cNvSpPr>
            <a:spLocks noGrp="1"/>
          </p:cNvSpPr>
          <p:nvPr>
            <p:ph type="body" sz="quarter" idx="25"/>
          </p:nvPr>
        </p:nvSpPr>
        <p:spPr>
          <a:xfrm>
            <a:off x="695192" y="1722220"/>
            <a:ext cx="4059596" cy="1883623"/>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0">
            <a:extLst>
              <a:ext uri="{FF2B5EF4-FFF2-40B4-BE49-F238E27FC236}">
                <a16:creationId xmlns:a16="http://schemas.microsoft.com/office/drawing/2014/main" id="{E36BB675-83C4-2BCB-91DD-4D16B639F4FC}"/>
              </a:ext>
            </a:extLst>
          </p:cNvPr>
          <p:cNvSpPr>
            <a:spLocks noGrp="1"/>
          </p:cNvSpPr>
          <p:nvPr>
            <p:ph type="body" sz="quarter" idx="26" hasCustomPrompt="1"/>
          </p:nvPr>
        </p:nvSpPr>
        <p:spPr>
          <a:xfrm>
            <a:off x="612774" y="3846287"/>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7" name="Text Placeholder 15">
            <a:extLst>
              <a:ext uri="{FF2B5EF4-FFF2-40B4-BE49-F238E27FC236}">
                <a16:creationId xmlns:a16="http://schemas.microsoft.com/office/drawing/2014/main" id="{28551AC4-5CFA-52C7-B09F-ED6C2F9B919D}"/>
              </a:ext>
            </a:extLst>
          </p:cNvPr>
          <p:cNvSpPr>
            <a:spLocks noGrp="1"/>
          </p:cNvSpPr>
          <p:nvPr>
            <p:ph type="body" sz="quarter" idx="27" hasCustomPrompt="1"/>
          </p:nvPr>
        </p:nvSpPr>
        <p:spPr>
          <a:xfrm>
            <a:off x="785971" y="3910461"/>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6" name="Text Placeholder 10">
            <a:extLst>
              <a:ext uri="{FF2B5EF4-FFF2-40B4-BE49-F238E27FC236}">
                <a16:creationId xmlns:a16="http://schemas.microsoft.com/office/drawing/2014/main" id="{185D9DA1-1878-7DAC-9541-D0DE94CC5515}"/>
              </a:ext>
            </a:extLst>
          </p:cNvPr>
          <p:cNvSpPr>
            <a:spLocks noGrp="1"/>
          </p:cNvSpPr>
          <p:nvPr>
            <p:ph type="body" sz="quarter" idx="29" hasCustomPrompt="1"/>
          </p:nvPr>
        </p:nvSpPr>
        <p:spPr>
          <a:xfrm>
            <a:off x="4504577" y="3891897"/>
            <a:ext cx="283350" cy="283350"/>
          </a:xfrm>
          <a:prstGeom prst="roundRect">
            <a:avLst>
              <a:gd name="adj" fmla="val 50000"/>
            </a:avLst>
          </a:prstGeom>
          <a:blipFill>
            <a:blip r:embed="rId2">
              <a:extLst>
                <a:ext uri="{96DAC541-7B7A-43D3-8B79-37D633B846F1}">
                  <asvg:svgBlip xmlns:asvg="http://schemas.microsoft.com/office/drawing/2016/SVG/main" r:embed="rId3"/>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4" name="Text Placeholder 10">
            <a:extLst>
              <a:ext uri="{FF2B5EF4-FFF2-40B4-BE49-F238E27FC236}">
                <a16:creationId xmlns:a16="http://schemas.microsoft.com/office/drawing/2014/main" id="{86FCE743-7AAD-B5F0-4CB5-977B170E931E}"/>
              </a:ext>
            </a:extLst>
          </p:cNvPr>
          <p:cNvSpPr>
            <a:spLocks noGrp="1"/>
          </p:cNvSpPr>
          <p:nvPr>
            <p:ph type="body" sz="quarter" idx="30" hasCustomPrompt="1"/>
          </p:nvPr>
        </p:nvSpPr>
        <p:spPr>
          <a:xfrm>
            <a:off x="4504577" y="1306490"/>
            <a:ext cx="283350" cy="283350"/>
          </a:xfrm>
          <a:prstGeom prst="roundRect">
            <a:avLst>
              <a:gd name="adj" fmla="val 50000"/>
            </a:avLst>
          </a:prstGeom>
          <a:blipFill>
            <a:blip r:embed="rId4">
              <a:extLst>
                <a:ext uri="{96DAC541-7B7A-43D3-8B79-37D633B846F1}">
                  <asvg:svgBlip xmlns:asvg="http://schemas.microsoft.com/office/drawing/2016/SVG/main" r:embed="rId5"/>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6" name="Text Placeholder 10">
            <a:extLst>
              <a:ext uri="{FF2B5EF4-FFF2-40B4-BE49-F238E27FC236}">
                <a16:creationId xmlns:a16="http://schemas.microsoft.com/office/drawing/2014/main" id="{F5E3FE05-DA1F-C5A6-D22A-75520C303974}"/>
              </a:ext>
            </a:extLst>
          </p:cNvPr>
          <p:cNvSpPr>
            <a:spLocks noGrp="1"/>
          </p:cNvSpPr>
          <p:nvPr>
            <p:ph type="body" sz="quarter" idx="31" hasCustomPrompt="1"/>
          </p:nvPr>
        </p:nvSpPr>
        <p:spPr>
          <a:xfrm>
            <a:off x="7504160" y="1306490"/>
            <a:ext cx="283350" cy="283350"/>
          </a:xfrm>
          <a:prstGeom prst="roundRect">
            <a:avLst>
              <a:gd name="adj" fmla="val 50000"/>
            </a:avLst>
          </a:prstGeom>
          <a:blipFill>
            <a:blip r:embed="rId6">
              <a:extLst>
                <a:ext uri="{96DAC541-7B7A-43D3-8B79-37D633B846F1}">
                  <asvg:svgBlip xmlns:asvg="http://schemas.microsoft.com/office/drawing/2016/SVG/main" r:embed="rId7"/>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8" name="Text Placeholder 10">
            <a:extLst>
              <a:ext uri="{FF2B5EF4-FFF2-40B4-BE49-F238E27FC236}">
                <a16:creationId xmlns:a16="http://schemas.microsoft.com/office/drawing/2014/main" id="{7882D941-EA0C-0CCE-025A-4B881D2F5F5B}"/>
              </a:ext>
            </a:extLst>
          </p:cNvPr>
          <p:cNvSpPr>
            <a:spLocks noGrp="1"/>
          </p:cNvSpPr>
          <p:nvPr>
            <p:ph type="body" sz="quarter" idx="32"/>
          </p:nvPr>
        </p:nvSpPr>
        <p:spPr>
          <a:xfrm>
            <a:off x="695192" y="4307627"/>
            <a:ext cx="4059596" cy="1883623"/>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6A84C582-5D06-92C0-9C51-DE7A872D9898}"/>
              </a:ext>
            </a:extLst>
          </p:cNvPr>
          <p:cNvSpPr>
            <a:spLocks noGrp="1"/>
          </p:cNvSpPr>
          <p:nvPr>
            <p:ph type="body" sz="quarter" idx="33"/>
          </p:nvPr>
        </p:nvSpPr>
        <p:spPr>
          <a:xfrm>
            <a:off x="5270307" y="1722220"/>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20432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sp>
        <p:nvSpPr>
          <p:cNvPr id="26" name="Text Placeholder 10">
            <a:extLst>
              <a:ext uri="{FF2B5EF4-FFF2-40B4-BE49-F238E27FC236}">
                <a16:creationId xmlns:a16="http://schemas.microsoft.com/office/drawing/2014/main" id="{E36BB675-83C4-2BCB-91DD-4D16B639F4FC}"/>
              </a:ext>
            </a:extLst>
          </p:cNvPr>
          <p:cNvSpPr>
            <a:spLocks noGrp="1"/>
          </p:cNvSpPr>
          <p:nvPr>
            <p:ph type="body" sz="quarter" idx="26" hasCustomPrompt="1"/>
          </p:nvPr>
        </p:nvSpPr>
        <p:spPr>
          <a:xfrm>
            <a:off x="612774" y="3482781"/>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19" name="Text Placeholder 10">
            <a:extLst>
              <a:ext uri="{FF2B5EF4-FFF2-40B4-BE49-F238E27FC236}">
                <a16:creationId xmlns:a16="http://schemas.microsoft.com/office/drawing/2014/main" id="{A091A1EA-5B61-290E-CB59-635D4F1F3817}"/>
              </a:ext>
            </a:extLst>
          </p:cNvPr>
          <p:cNvSpPr>
            <a:spLocks noGrp="1"/>
          </p:cNvSpPr>
          <p:nvPr>
            <p:ph type="body" sz="quarter" idx="23" hasCustomPrompt="1"/>
          </p:nvPr>
        </p:nvSpPr>
        <p:spPr>
          <a:xfrm flipH="1" flipV="1">
            <a:off x="5053149" y="1413328"/>
            <a:ext cx="2790825" cy="4976058"/>
          </a:xfrm>
          <a:prstGeom prst="round2SameRect">
            <a:avLst>
              <a:gd name="adj1" fmla="val 4343"/>
              <a:gd name="adj2" fmla="val 0"/>
            </a:avLst>
          </a:prstGeom>
          <a:solidFill>
            <a:schemeClr val="tx2">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lvl1pPr marL="0" indent="0">
              <a:buNone/>
              <a:defRPr lang="en-IN" dirty="0">
                <a:solidFill>
                  <a:schemeClr val="lt1"/>
                </a:solidFill>
                <a:cs typeface="+mn-cs"/>
              </a:defRPr>
            </a:lvl1pPr>
          </a:lstStyle>
          <a:p>
            <a:pPr marL="0" lvl="0" algn="ctr"/>
            <a:r>
              <a:rPr lang="en-IN"/>
              <a:t> </a:t>
            </a:r>
          </a:p>
        </p:txBody>
      </p:sp>
      <p:sp>
        <p:nvSpPr>
          <p:cNvPr id="14" name="Text Placeholder 10">
            <a:extLst>
              <a:ext uri="{FF2B5EF4-FFF2-40B4-BE49-F238E27FC236}">
                <a16:creationId xmlns:a16="http://schemas.microsoft.com/office/drawing/2014/main" id="{B96E77F8-1541-8F3F-40B1-1F1CF328A533}"/>
              </a:ext>
            </a:extLst>
          </p:cNvPr>
          <p:cNvSpPr>
            <a:spLocks noGrp="1"/>
          </p:cNvSpPr>
          <p:nvPr>
            <p:ph type="body" sz="quarter" idx="19" hasCustomPrompt="1"/>
          </p:nvPr>
        </p:nvSpPr>
        <p:spPr>
          <a:xfrm>
            <a:off x="5053149" y="1260880"/>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 name="Title 1">
            <a:extLst>
              <a:ext uri="{FF2B5EF4-FFF2-40B4-BE49-F238E27FC236}">
                <a16:creationId xmlns:a16="http://schemas.microsoft.com/office/drawing/2014/main" id="{8B6B251E-C6CC-34B1-48B1-947DCFE84599}"/>
              </a:ext>
            </a:extLst>
          </p:cNvPr>
          <p:cNvSpPr>
            <a:spLocks noGrp="1"/>
          </p:cNvSpPr>
          <p:nvPr>
            <p:ph type="title" hasCustomPrompt="1"/>
          </p:nvPr>
        </p:nvSpPr>
        <p:spPr>
          <a:xfrm>
            <a:off x="609600" y="300578"/>
            <a:ext cx="10972800" cy="800219"/>
          </a:xfrm>
        </p:spPr>
        <p:txBody>
          <a:bodyPr/>
          <a:lstStyle/>
          <a:p>
            <a:r>
              <a:rPr lang="en-US"/>
              <a:t>Case Study: </a:t>
            </a:r>
            <a:endParaRPr lang="en-IN"/>
          </a:p>
        </p:txBody>
      </p:sp>
      <p:sp>
        <p:nvSpPr>
          <p:cNvPr id="3" name="Text Placeholder 10">
            <a:extLst>
              <a:ext uri="{FF2B5EF4-FFF2-40B4-BE49-F238E27FC236}">
                <a16:creationId xmlns:a16="http://schemas.microsoft.com/office/drawing/2014/main" id="{6044EBE4-F1B2-50B3-14EF-0E9F55BFE9DF}"/>
              </a:ext>
            </a:extLst>
          </p:cNvPr>
          <p:cNvSpPr>
            <a:spLocks noGrp="1"/>
          </p:cNvSpPr>
          <p:nvPr>
            <p:ph type="body" sz="quarter" idx="16" hasCustomPrompt="1"/>
          </p:nvPr>
        </p:nvSpPr>
        <p:spPr>
          <a:xfrm>
            <a:off x="612774" y="1260880"/>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5" name="Text Placeholder 15">
            <a:extLst>
              <a:ext uri="{FF2B5EF4-FFF2-40B4-BE49-F238E27FC236}">
                <a16:creationId xmlns:a16="http://schemas.microsoft.com/office/drawing/2014/main" id="{29C58D9E-E983-FDCC-D249-DD41136AFEA3}"/>
              </a:ext>
            </a:extLst>
          </p:cNvPr>
          <p:cNvSpPr>
            <a:spLocks noGrp="1"/>
          </p:cNvSpPr>
          <p:nvPr>
            <p:ph type="body" sz="quarter" idx="18" hasCustomPrompt="1"/>
          </p:nvPr>
        </p:nvSpPr>
        <p:spPr>
          <a:xfrm>
            <a:off x="785971" y="1325054"/>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5" name="Text Placeholder 15">
            <a:extLst>
              <a:ext uri="{FF2B5EF4-FFF2-40B4-BE49-F238E27FC236}">
                <a16:creationId xmlns:a16="http://schemas.microsoft.com/office/drawing/2014/main" id="{BCA53550-843A-8195-CAEA-41BCF2F1A696}"/>
              </a:ext>
            </a:extLst>
          </p:cNvPr>
          <p:cNvSpPr>
            <a:spLocks noGrp="1"/>
          </p:cNvSpPr>
          <p:nvPr>
            <p:ph type="body" sz="quarter" idx="20" hasCustomPrompt="1"/>
          </p:nvPr>
        </p:nvSpPr>
        <p:spPr>
          <a:xfrm>
            <a:off x="5191125" y="1325054"/>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16" name="Text Placeholder 10">
            <a:extLst>
              <a:ext uri="{FF2B5EF4-FFF2-40B4-BE49-F238E27FC236}">
                <a16:creationId xmlns:a16="http://schemas.microsoft.com/office/drawing/2014/main" id="{77431FE4-FADA-AE38-1BEB-56C4A60A17A1}"/>
              </a:ext>
            </a:extLst>
          </p:cNvPr>
          <p:cNvSpPr>
            <a:spLocks noGrp="1"/>
          </p:cNvSpPr>
          <p:nvPr>
            <p:ph type="body" sz="quarter" idx="21" hasCustomPrompt="1"/>
          </p:nvPr>
        </p:nvSpPr>
        <p:spPr>
          <a:xfrm>
            <a:off x="8059918" y="1260880"/>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17" name="Text Placeholder 10">
            <a:extLst>
              <a:ext uri="{FF2B5EF4-FFF2-40B4-BE49-F238E27FC236}">
                <a16:creationId xmlns:a16="http://schemas.microsoft.com/office/drawing/2014/main" id="{83CD1EAA-4F24-2F1D-9814-A69D3F5837C7}"/>
              </a:ext>
            </a:extLst>
          </p:cNvPr>
          <p:cNvSpPr>
            <a:spLocks noGrp="1"/>
          </p:cNvSpPr>
          <p:nvPr>
            <p:ph type="body" sz="quarter" idx="22" hasCustomPrompt="1"/>
          </p:nvPr>
        </p:nvSpPr>
        <p:spPr>
          <a:xfrm>
            <a:off x="8059918" y="3658025"/>
            <a:ext cx="4132082" cy="480131"/>
          </a:xfrm>
          <a:prstGeom prst="roundRect">
            <a:avLst>
              <a:gd name="adj" fmla="val 0"/>
            </a:avLst>
          </a:prstGeom>
          <a:solidFill>
            <a:schemeClr val="bg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anchor="ctr">
            <a:noAutofit/>
          </a:bodyPr>
          <a:lstStyle>
            <a:lvl1pPr>
              <a:defRPr kumimoji="0" lang="en-IN" sz="1400" b="0" i="1" u="none" strike="noStrike" cap="none" spc="0" normalizeH="0" baseline="0" dirty="0">
                <a:ln>
                  <a:noFill/>
                </a:ln>
                <a:solidFill>
                  <a:srgbClr val="002240"/>
                </a:solidFill>
                <a:effectLst/>
                <a:uLnTx/>
                <a:uFillTx/>
                <a:latin typeface="Calibri" panose="020F0502020204030204"/>
                <a:cs typeface="+mn-cs"/>
              </a:defRPr>
            </a:lvl1pPr>
          </a:lstStyle>
          <a:p>
            <a:pPr marL="0" marR="0" lvl="0" indent="0" fontAlgn="auto">
              <a:lnSpc>
                <a:spcPct val="90000"/>
              </a:lnSpc>
              <a:spcBef>
                <a:spcPts val="0"/>
              </a:spcBef>
              <a:spcAft>
                <a:spcPts val="0"/>
              </a:spcAft>
              <a:buClrTx/>
              <a:buSzPct val="90000"/>
              <a:buFontTx/>
              <a:buNone/>
              <a:tabLst/>
            </a:pPr>
            <a:r>
              <a:rPr lang="en-IN"/>
              <a:t> Header</a:t>
            </a:r>
          </a:p>
        </p:txBody>
      </p:sp>
      <p:sp>
        <p:nvSpPr>
          <p:cNvPr id="27" name="Text Placeholder 15">
            <a:extLst>
              <a:ext uri="{FF2B5EF4-FFF2-40B4-BE49-F238E27FC236}">
                <a16:creationId xmlns:a16="http://schemas.microsoft.com/office/drawing/2014/main" id="{28551AC4-5CFA-52C7-B09F-ED6C2F9B919D}"/>
              </a:ext>
            </a:extLst>
          </p:cNvPr>
          <p:cNvSpPr>
            <a:spLocks noGrp="1"/>
          </p:cNvSpPr>
          <p:nvPr>
            <p:ph type="body" sz="quarter" idx="27" hasCustomPrompt="1"/>
          </p:nvPr>
        </p:nvSpPr>
        <p:spPr>
          <a:xfrm>
            <a:off x="785971" y="3546956"/>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6" name="Text Placeholder 10">
            <a:extLst>
              <a:ext uri="{FF2B5EF4-FFF2-40B4-BE49-F238E27FC236}">
                <a16:creationId xmlns:a16="http://schemas.microsoft.com/office/drawing/2014/main" id="{185D9DA1-1878-7DAC-9541-D0DE94CC5515}"/>
              </a:ext>
            </a:extLst>
          </p:cNvPr>
          <p:cNvSpPr>
            <a:spLocks noGrp="1"/>
          </p:cNvSpPr>
          <p:nvPr>
            <p:ph type="body" sz="quarter" idx="29" hasCustomPrompt="1"/>
          </p:nvPr>
        </p:nvSpPr>
        <p:spPr>
          <a:xfrm>
            <a:off x="4504577" y="3528391"/>
            <a:ext cx="283350" cy="283350"/>
          </a:xfrm>
          <a:prstGeom prst="roundRect">
            <a:avLst>
              <a:gd name="adj" fmla="val 50000"/>
            </a:avLst>
          </a:prstGeom>
          <a:blipFill>
            <a:blip r:embed="rId2">
              <a:extLst>
                <a:ext uri="{96DAC541-7B7A-43D3-8B79-37D633B846F1}">
                  <asvg:svgBlip xmlns:asvg="http://schemas.microsoft.com/office/drawing/2016/SVG/main" r:embed="rId3"/>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4" name="Text Placeholder 10">
            <a:extLst>
              <a:ext uri="{FF2B5EF4-FFF2-40B4-BE49-F238E27FC236}">
                <a16:creationId xmlns:a16="http://schemas.microsoft.com/office/drawing/2014/main" id="{86FCE743-7AAD-B5F0-4CB5-977B170E931E}"/>
              </a:ext>
            </a:extLst>
          </p:cNvPr>
          <p:cNvSpPr>
            <a:spLocks noGrp="1"/>
          </p:cNvSpPr>
          <p:nvPr>
            <p:ph type="body" sz="quarter" idx="30" hasCustomPrompt="1"/>
          </p:nvPr>
        </p:nvSpPr>
        <p:spPr>
          <a:xfrm>
            <a:off x="4504577" y="1306490"/>
            <a:ext cx="283350" cy="283350"/>
          </a:xfrm>
          <a:prstGeom prst="roundRect">
            <a:avLst>
              <a:gd name="adj" fmla="val 50000"/>
            </a:avLst>
          </a:prstGeom>
          <a:blipFill>
            <a:blip r:embed="rId4">
              <a:extLst>
                <a:ext uri="{96DAC541-7B7A-43D3-8B79-37D633B846F1}">
                  <asvg:svgBlip xmlns:asvg="http://schemas.microsoft.com/office/drawing/2016/SVG/main" r:embed="rId5"/>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6" name="Text Placeholder 10">
            <a:extLst>
              <a:ext uri="{FF2B5EF4-FFF2-40B4-BE49-F238E27FC236}">
                <a16:creationId xmlns:a16="http://schemas.microsoft.com/office/drawing/2014/main" id="{F5E3FE05-DA1F-C5A6-D22A-75520C303974}"/>
              </a:ext>
            </a:extLst>
          </p:cNvPr>
          <p:cNvSpPr>
            <a:spLocks noGrp="1"/>
          </p:cNvSpPr>
          <p:nvPr>
            <p:ph type="body" sz="quarter" idx="31" hasCustomPrompt="1"/>
          </p:nvPr>
        </p:nvSpPr>
        <p:spPr>
          <a:xfrm>
            <a:off x="7504160" y="1306490"/>
            <a:ext cx="283350" cy="283350"/>
          </a:xfrm>
          <a:prstGeom prst="roundRect">
            <a:avLst>
              <a:gd name="adj" fmla="val 50000"/>
            </a:avLst>
          </a:prstGeom>
          <a:blipFill>
            <a:blip r:embed="rId6">
              <a:extLst>
                <a:ext uri="{96DAC541-7B7A-43D3-8B79-37D633B846F1}">
                  <asvg:svgBlip xmlns:asvg="http://schemas.microsoft.com/office/drawing/2016/SVG/main" r:embed="rId7"/>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29" name="Text Placeholder 10">
            <a:extLst>
              <a:ext uri="{FF2B5EF4-FFF2-40B4-BE49-F238E27FC236}">
                <a16:creationId xmlns:a16="http://schemas.microsoft.com/office/drawing/2014/main" id="{6E22796E-FAE7-65A0-0A38-0CF27B9CE89B}"/>
              </a:ext>
            </a:extLst>
          </p:cNvPr>
          <p:cNvSpPr>
            <a:spLocks noGrp="1"/>
          </p:cNvSpPr>
          <p:nvPr>
            <p:ph type="body" sz="quarter" idx="32" hasCustomPrompt="1"/>
          </p:nvPr>
        </p:nvSpPr>
        <p:spPr>
          <a:xfrm>
            <a:off x="612774" y="5594905"/>
            <a:ext cx="4224432"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0" name="Text Placeholder 15">
            <a:extLst>
              <a:ext uri="{FF2B5EF4-FFF2-40B4-BE49-F238E27FC236}">
                <a16:creationId xmlns:a16="http://schemas.microsoft.com/office/drawing/2014/main" id="{58D68B89-F1E0-00B3-F83F-F00989B36929}"/>
              </a:ext>
            </a:extLst>
          </p:cNvPr>
          <p:cNvSpPr>
            <a:spLocks noGrp="1"/>
          </p:cNvSpPr>
          <p:nvPr>
            <p:ph type="body" sz="quarter" idx="33" hasCustomPrompt="1"/>
          </p:nvPr>
        </p:nvSpPr>
        <p:spPr>
          <a:xfrm>
            <a:off x="785971" y="5659080"/>
            <a:ext cx="2628900" cy="246221"/>
          </a:xfrm>
        </p:spPr>
        <p:txBody>
          <a:bodyPr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2" name="Text Placeholder 10">
            <a:extLst>
              <a:ext uri="{FF2B5EF4-FFF2-40B4-BE49-F238E27FC236}">
                <a16:creationId xmlns:a16="http://schemas.microsoft.com/office/drawing/2014/main" id="{7C92A668-94C1-7C08-4DC3-A7DA44680AF4}"/>
              </a:ext>
            </a:extLst>
          </p:cNvPr>
          <p:cNvSpPr>
            <a:spLocks noGrp="1"/>
          </p:cNvSpPr>
          <p:nvPr>
            <p:ph type="body" sz="quarter" idx="34" hasCustomPrompt="1"/>
          </p:nvPr>
        </p:nvSpPr>
        <p:spPr>
          <a:xfrm>
            <a:off x="4504577" y="5640515"/>
            <a:ext cx="283350" cy="283350"/>
          </a:xfrm>
          <a:prstGeom prst="roundRect">
            <a:avLst>
              <a:gd name="adj" fmla="val 50000"/>
            </a:avLst>
          </a:prstGeom>
          <a:blipFill>
            <a:blip r:embed="rId8">
              <a:extLst>
                <a:ext uri="{96DAC541-7B7A-43D3-8B79-37D633B846F1}">
                  <asvg:svgBlip xmlns:asvg="http://schemas.microsoft.com/office/drawing/2016/SVG/main" r:embed="rId9"/>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3" name="Text Placeholder 10">
            <a:extLst>
              <a:ext uri="{FF2B5EF4-FFF2-40B4-BE49-F238E27FC236}">
                <a16:creationId xmlns:a16="http://schemas.microsoft.com/office/drawing/2014/main" id="{F2778086-3832-BC3B-F8A6-9EF66355FDEF}"/>
              </a:ext>
            </a:extLst>
          </p:cNvPr>
          <p:cNvSpPr>
            <a:spLocks noGrp="1"/>
          </p:cNvSpPr>
          <p:nvPr>
            <p:ph type="body" sz="quarter" idx="35" hasCustomPrompt="1"/>
          </p:nvPr>
        </p:nvSpPr>
        <p:spPr>
          <a:xfrm>
            <a:off x="5053149" y="3482781"/>
            <a:ext cx="2790825" cy="374571"/>
          </a:xfrm>
          <a:prstGeom prst="roundRect">
            <a:avLst>
              <a:gd name="adj" fmla="val 50000"/>
            </a:avLst>
          </a:prstGeom>
          <a:gradFill>
            <a:gsLst>
              <a:gs pos="0">
                <a:srgbClr val="32A7DA"/>
              </a:gs>
              <a:gs pos="53000">
                <a:srgbClr val="5C5FA5">
                  <a:lumMod val="98000"/>
                </a:srgbClr>
              </a:gs>
              <a:gs pos="100000">
                <a:srgbClr val="5C5FA5">
                  <a:lumMod val="87000"/>
                </a:srgbClr>
              </a:gs>
            </a:gsLst>
            <a:lin ang="0" scaled="1"/>
          </a:grad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34" name="Text Placeholder 15">
            <a:extLst>
              <a:ext uri="{FF2B5EF4-FFF2-40B4-BE49-F238E27FC236}">
                <a16:creationId xmlns:a16="http://schemas.microsoft.com/office/drawing/2014/main" id="{ACCDF9AC-7768-C449-4B9C-9BCDA2A71E93}"/>
              </a:ext>
            </a:extLst>
          </p:cNvPr>
          <p:cNvSpPr>
            <a:spLocks noGrp="1"/>
          </p:cNvSpPr>
          <p:nvPr>
            <p:ph type="body" sz="quarter" idx="36" hasCustomPrompt="1"/>
          </p:nvPr>
        </p:nvSpPr>
        <p:spPr>
          <a:xfrm>
            <a:off x="5191125" y="3546956"/>
            <a:ext cx="2209800" cy="246221"/>
          </a:xfrm>
        </p:spPr>
        <p:txBody>
          <a:bodyPr wrap="square" anchor="ctr">
            <a:spAutoFit/>
          </a:bodyPr>
          <a:lstStyle>
            <a:lvl1pPr marL="3175" marR="0" indent="0" algn="l" defTabSz="914400" rtl="0" eaLnBrk="1" fontAlgn="auto" latinLnBrk="0" hangingPunct="1">
              <a:lnSpc>
                <a:spcPct val="100000"/>
              </a:lnSpc>
              <a:spcBef>
                <a:spcPts val="600"/>
              </a:spcBef>
              <a:spcAft>
                <a:spcPts val="0"/>
              </a:spcAft>
              <a:buClr>
                <a:srgbClr val="E7E6E6">
                  <a:lumMod val="50000"/>
                </a:srgbClr>
              </a:buClr>
              <a:buSzTx/>
              <a:buFontTx/>
              <a:buNone/>
              <a:tabLst/>
              <a:defRPr kumimoji="0" lang="en-US" sz="1600" b="1" i="1" u="none" strike="noStrike" kern="1200" cap="none" spc="0" normalizeH="0" baseline="0" dirty="0">
                <a:ln>
                  <a:noFill/>
                </a:ln>
                <a:solidFill>
                  <a:schemeClr val="bg1"/>
                </a:solidFill>
                <a:effectLst/>
                <a:uLnTx/>
                <a:uFillTx/>
                <a:latin typeface="Calibri" panose="020F0502020204030204"/>
                <a:ea typeface="+mn-ea"/>
                <a:cs typeface="Tahoma" pitchFamily="34" charset="0"/>
              </a:defRPr>
            </a:lvl1pPr>
          </a:lstStyle>
          <a:p>
            <a:pPr lvl="0"/>
            <a:r>
              <a:rPr lang="en-US"/>
              <a:t>Header Text</a:t>
            </a:r>
          </a:p>
        </p:txBody>
      </p:sp>
      <p:sp>
        <p:nvSpPr>
          <p:cNvPr id="39" name="Text Placeholder 10">
            <a:extLst>
              <a:ext uri="{FF2B5EF4-FFF2-40B4-BE49-F238E27FC236}">
                <a16:creationId xmlns:a16="http://schemas.microsoft.com/office/drawing/2014/main" id="{31EE4353-FAFB-F172-E69D-34AC37240C7C}"/>
              </a:ext>
            </a:extLst>
          </p:cNvPr>
          <p:cNvSpPr>
            <a:spLocks noGrp="1"/>
          </p:cNvSpPr>
          <p:nvPr>
            <p:ph type="body" sz="quarter" idx="39" hasCustomPrompt="1"/>
          </p:nvPr>
        </p:nvSpPr>
        <p:spPr>
          <a:xfrm>
            <a:off x="7504160" y="3528391"/>
            <a:ext cx="283350" cy="283350"/>
          </a:xfrm>
          <a:prstGeom prst="roundRect">
            <a:avLst>
              <a:gd name="adj" fmla="val 50000"/>
            </a:avLst>
          </a:prstGeom>
          <a:blipFill>
            <a:blip r:embed="rId10">
              <a:extLst>
                <a:ext uri="{96DAC541-7B7A-43D3-8B79-37D633B846F1}">
                  <asvg:svgBlip xmlns:asvg="http://schemas.microsoft.com/office/drawing/2016/SVG/main" r:embed="rId11"/>
                </a:ext>
              </a:extLst>
            </a:blip>
            <a:stretch>
              <a:fillRect/>
            </a:stretch>
          </a:blipFill>
        </p:spPr>
        <p:txBody>
          <a:bodyPr vert="horz" lIns="91440" tIns="45720" rIns="91440" bIns="45720" rtlCol="0" anchor="ctr">
            <a:noAutofit/>
          </a:bodyPr>
          <a:lstStyle>
            <a:lvl1pPr marL="0" indent="0">
              <a:buNone/>
              <a:defRPr lang="en-IN" sz="1600" b="1" i="1" dirty="0">
                <a:solidFill>
                  <a:schemeClr val="bg1"/>
                </a:solidFill>
                <a:latin typeface="Calibri" panose="020F0502020204030204"/>
              </a:defRPr>
            </a:lvl1pPr>
          </a:lstStyle>
          <a:p>
            <a:pPr marL="3175" lvl="0">
              <a:buClr>
                <a:srgbClr val="E7E6E6">
                  <a:lumMod val="50000"/>
                </a:srgbClr>
              </a:buClr>
            </a:pPr>
            <a:r>
              <a:rPr lang="en-IN"/>
              <a:t> </a:t>
            </a:r>
          </a:p>
        </p:txBody>
      </p:sp>
      <p:sp>
        <p:nvSpPr>
          <p:cNvPr id="8" name="Text Placeholder 10">
            <a:extLst>
              <a:ext uri="{FF2B5EF4-FFF2-40B4-BE49-F238E27FC236}">
                <a16:creationId xmlns:a16="http://schemas.microsoft.com/office/drawing/2014/main" id="{BF3DB875-734D-4EA3-398E-07D9035B067C}"/>
              </a:ext>
            </a:extLst>
          </p:cNvPr>
          <p:cNvSpPr>
            <a:spLocks noGrp="1"/>
          </p:cNvSpPr>
          <p:nvPr>
            <p:ph type="body" sz="quarter" idx="25"/>
          </p:nvPr>
        </p:nvSpPr>
        <p:spPr>
          <a:xfrm>
            <a:off x="695192" y="1722220"/>
            <a:ext cx="4059596"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7E5E3C64-FF6D-2606-AB53-94EA3786C166}"/>
              </a:ext>
            </a:extLst>
          </p:cNvPr>
          <p:cNvSpPr>
            <a:spLocks noGrp="1"/>
          </p:cNvSpPr>
          <p:nvPr>
            <p:ph type="body" sz="quarter" idx="40"/>
          </p:nvPr>
        </p:nvSpPr>
        <p:spPr>
          <a:xfrm>
            <a:off x="692017" y="3907943"/>
            <a:ext cx="4059596"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C6018CA3-A2C8-C9A6-A42A-2565B736431C}"/>
              </a:ext>
            </a:extLst>
          </p:cNvPr>
          <p:cNvSpPr>
            <a:spLocks noGrp="1"/>
          </p:cNvSpPr>
          <p:nvPr>
            <p:ph type="body" sz="quarter" idx="41"/>
          </p:nvPr>
        </p:nvSpPr>
        <p:spPr>
          <a:xfrm>
            <a:off x="5270307" y="1722220"/>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49EA176F-AC25-0F7F-8411-C58BA6CDED01}"/>
              </a:ext>
            </a:extLst>
          </p:cNvPr>
          <p:cNvSpPr>
            <a:spLocks noGrp="1"/>
          </p:cNvSpPr>
          <p:nvPr>
            <p:ph type="body" sz="quarter" idx="42"/>
          </p:nvPr>
        </p:nvSpPr>
        <p:spPr>
          <a:xfrm>
            <a:off x="5270307" y="3906021"/>
            <a:ext cx="2356509" cy="1200329"/>
          </a:xfrm>
          <a:ln>
            <a:noFill/>
          </a:ln>
        </p:spPr>
        <p:txBody>
          <a:bodyPr anchor="t">
            <a:noAutofit/>
          </a:bodyPr>
          <a:lstStyle>
            <a:lvl1pPr>
              <a:defRPr sz="1200">
                <a:solidFill>
                  <a:schemeClr val="tx1"/>
                </a:solidFill>
              </a:defRPr>
            </a:lvl1pPr>
            <a:lvl2pPr>
              <a:defRPr sz="1100">
                <a:solidFill>
                  <a:schemeClr val="tx2"/>
                </a:solidFill>
              </a:defRPr>
            </a:lvl2pPr>
            <a:lvl3pPr>
              <a:defRPr sz="1100">
                <a:solidFill>
                  <a:schemeClr val="bg2">
                    <a:lumMod val="50000"/>
                  </a:schemeClr>
                </a:solidFill>
              </a:defRPr>
            </a:lvl3pPr>
            <a:lvl4pPr>
              <a:defRPr sz="1000">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87235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578224"/>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tx1"/>
                </a:solidFill>
              </a:rPr>
              <a:pPr algn="ctr"/>
              <a:t>‹#›</a:t>
            </a:fld>
            <a:endParaRPr lang="en-US" sz="900">
              <a:solidFill>
                <a:schemeClr val="tx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678510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361308"/>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9" name="Content Placeholder 11"/>
          <p:cNvSpPr>
            <a:spLocks noGrp="1"/>
          </p:cNvSpPr>
          <p:nvPr>
            <p:ph sz="quarter" idx="14"/>
          </p:nvPr>
        </p:nvSpPr>
        <p:spPr>
          <a:xfrm>
            <a:off x="6097109" y="1285337"/>
            <a:ext cx="5485291" cy="3361308"/>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627530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83567" y="1376605"/>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83567" y="3194303"/>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83567" y="4984743"/>
            <a:ext cx="1548882"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a:xfrm>
            <a:off x="609600" y="300578"/>
            <a:ext cx="10972800" cy="800219"/>
          </a:xfrm>
        </p:spPr>
        <p:txBody>
          <a:bodyPr vert="horz" lIns="0" tIns="0" rIns="0" bIns="0" anchor="t"/>
          <a:lst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t">
            <a:noAutofit/>
          </a:bodyPr>
          <a:lstStyle>
            <a:lvl1pPr>
              <a:defRPr>
                <a:solidFill>
                  <a:schemeClr val="tx1"/>
                </a:solidFill>
              </a:defRPr>
            </a:lvl1pPr>
            <a:lvl2pPr>
              <a:defRPr>
                <a:solidFill>
                  <a:schemeClr val="tx2"/>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6947645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3336716858"/>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76114014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7" name="Rectangle 6">
            <a:hlinkClick r:id="rId5"/>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1" name="Rectangle 50">
            <a:hlinkClick r:id="rId5"/>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8"/>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9" cstate="print">
            <a:grayscl/>
            <a:extLs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0"/>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1" cstate="print">
            <a:grayscl/>
            <a:extLst>
              <a:ext uri="{28A0092B-C50C-407E-A947-70E740481C1C}">
                <a14:useLocalDpi xmlns:a14="http://schemas.microsoft.com/office/drawing/2010/main" val="0"/>
              </a:ext>
            </a:extLst>
          </a:blip>
          <a:srcRect/>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2"/>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3" cstate="print">
            <a:grayscl/>
            <a:extLs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51496" y="6405894"/>
            <a:ext cx="152400" cy="330200"/>
          </a:xfrm>
          <a:prstGeom prst="rect">
            <a:avLst/>
          </a:prstGeom>
        </p:spPr>
      </p:pic>
      <p:grpSp>
        <p:nvGrpSpPr>
          <p:cNvPr id="66" name="Group 65">
            <a:extLst>
              <a:ext uri="{FF2B5EF4-FFF2-40B4-BE49-F238E27FC236}">
                <a16:creationId xmlns:a16="http://schemas.microsoft.com/office/drawing/2014/main" id="{76EAD314-1FBB-4CB5-9A1D-83E6CA099C47}"/>
              </a:ext>
            </a:extLst>
          </p:cNvPr>
          <p:cNvGrpSpPr>
            <a:grpSpLocks/>
          </p:cNvGrpSpPr>
          <p:nvPr userDrawn="1"/>
        </p:nvGrpSpPr>
        <p:grpSpPr>
          <a:xfrm>
            <a:off x="2999292" y="3815825"/>
            <a:ext cx="6193416" cy="3042175"/>
            <a:chOff x="571501" y="1987465"/>
            <a:chExt cx="8000999" cy="3891134"/>
          </a:xfrm>
          <a:solidFill>
            <a:srgbClr val="F3F2F2"/>
          </a:solidFill>
        </p:grpSpPr>
        <p:sp>
          <p:nvSpPr>
            <p:cNvPr id="74" name="Freeform 7">
              <a:extLst>
                <a:ext uri="{FF2B5EF4-FFF2-40B4-BE49-F238E27FC236}">
                  <a16:creationId xmlns:a16="http://schemas.microsoft.com/office/drawing/2014/main" id="{663254B2-23E7-4281-A9DE-24C49895315B}"/>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 name="Freeform 9">
              <a:extLst>
                <a:ext uri="{FF2B5EF4-FFF2-40B4-BE49-F238E27FC236}">
                  <a16:creationId xmlns:a16="http://schemas.microsoft.com/office/drawing/2014/main" id="{E056408E-CA85-488F-898C-A12AB071CB31}"/>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11">
              <a:extLst>
                <a:ext uri="{FF2B5EF4-FFF2-40B4-BE49-F238E27FC236}">
                  <a16:creationId xmlns:a16="http://schemas.microsoft.com/office/drawing/2014/main" id="{5F6A418A-F690-4341-9EB8-44857EF0D0FF}"/>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 name="Freeform 13">
              <a:extLst>
                <a:ext uri="{FF2B5EF4-FFF2-40B4-BE49-F238E27FC236}">
                  <a16:creationId xmlns:a16="http://schemas.microsoft.com/office/drawing/2014/main" id="{02A29AC2-6A93-4F91-8909-0BD8FA55F2D8}"/>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 name="Freeform 15">
              <a:extLst>
                <a:ext uri="{FF2B5EF4-FFF2-40B4-BE49-F238E27FC236}">
                  <a16:creationId xmlns:a16="http://schemas.microsoft.com/office/drawing/2014/main" id="{44F9E3A7-EF85-49B5-A382-86A8A45B30F2}"/>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0" name="Freeform 17">
              <a:extLst>
                <a:ext uri="{FF2B5EF4-FFF2-40B4-BE49-F238E27FC236}">
                  <a16:creationId xmlns:a16="http://schemas.microsoft.com/office/drawing/2014/main" id="{67D40441-2608-44DC-A4EB-A4ACF587E895}"/>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1" name="Freeform 19">
              <a:extLst>
                <a:ext uri="{FF2B5EF4-FFF2-40B4-BE49-F238E27FC236}">
                  <a16:creationId xmlns:a16="http://schemas.microsoft.com/office/drawing/2014/main" id="{9D5E61F1-EA51-49AA-9530-15917BC2D744}"/>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2" name="Freeform 21">
              <a:extLst>
                <a:ext uri="{FF2B5EF4-FFF2-40B4-BE49-F238E27FC236}">
                  <a16:creationId xmlns:a16="http://schemas.microsoft.com/office/drawing/2014/main" id="{AD8B6016-B835-426F-8C95-20FDF7487ED4}"/>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3" name="Freeform 23">
              <a:extLst>
                <a:ext uri="{FF2B5EF4-FFF2-40B4-BE49-F238E27FC236}">
                  <a16:creationId xmlns:a16="http://schemas.microsoft.com/office/drawing/2014/main" id="{CCE699DB-94F8-4DFE-896B-D499DB72C99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25">
              <a:extLst>
                <a:ext uri="{FF2B5EF4-FFF2-40B4-BE49-F238E27FC236}">
                  <a16:creationId xmlns:a16="http://schemas.microsoft.com/office/drawing/2014/main" id="{8A2C392D-B6C4-4E2A-8333-B8459082A89D}"/>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 name="Freeform 27">
              <a:extLst>
                <a:ext uri="{FF2B5EF4-FFF2-40B4-BE49-F238E27FC236}">
                  <a16:creationId xmlns:a16="http://schemas.microsoft.com/office/drawing/2014/main" id="{5D3D3563-941C-4937-9AFA-047BA3ABBDE4}"/>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 name="Freeform 29">
              <a:extLst>
                <a:ext uri="{FF2B5EF4-FFF2-40B4-BE49-F238E27FC236}">
                  <a16:creationId xmlns:a16="http://schemas.microsoft.com/office/drawing/2014/main" id="{047E89A7-B979-45AE-8528-DF3D7B883873}"/>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 name="Freeform 31">
              <a:extLst>
                <a:ext uri="{FF2B5EF4-FFF2-40B4-BE49-F238E27FC236}">
                  <a16:creationId xmlns:a16="http://schemas.microsoft.com/office/drawing/2014/main" id="{DE6112E0-3BB9-4042-8317-0B4FF84E8B09}"/>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 name="Freeform 33">
              <a:extLst>
                <a:ext uri="{FF2B5EF4-FFF2-40B4-BE49-F238E27FC236}">
                  <a16:creationId xmlns:a16="http://schemas.microsoft.com/office/drawing/2014/main" id="{B5D95480-AEA7-42E8-9FDD-4349B62A4D0D}"/>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 name="Freeform 35">
              <a:extLst>
                <a:ext uri="{FF2B5EF4-FFF2-40B4-BE49-F238E27FC236}">
                  <a16:creationId xmlns:a16="http://schemas.microsoft.com/office/drawing/2014/main" id="{F9BBA758-2106-4A29-8EF9-4118AA105766}"/>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37">
              <a:extLst>
                <a:ext uri="{FF2B5EF4-FFF2-40B4-BE49-F238E27FC236}">
                  <a16:creationId xmlns:a16="http://schemas.microsoft.com/office/drawing/2014/main" id="{16572115-98E6-4E70-BE7F-F23209ABAB32}"/>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 name="Freeform 39">
              <a:extLst>
                <a:ext uri="{FF2B5EF4-FFF2-40B4-BE49-F238E27FC236}">
                  <a16:creationId xmlns:a16="http://schemas.microsoft.com/office/drawing/2014/main" id="{5BD9F178-A790-4BAA-BA28-21031EF2EBAE}"/>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41">
              <a:extLst>
                <a:ext uri="{FF2B5EF4-FFF2-40B4-BE49-F238E27FC236}">
                  <a16:creationId xmlns:a16="http://schemas.microsoft.com/office/drawing/2014/main" id="{2BFBE1FB-D277-4380-9039-8306B20EC4AA}"/>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 name="Freeform 43">
              <a:extLst>
                <a:ext uri="{FF2B5EF4-FFF2-40B4-BE49-F238E27FC236}">
                  <a16:creationId xmlns:a16="http://schemas.microsoft.com/office/drawing/2014/main" id="{011F907C-A9D5-4313-AF9E-E89959759D7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 name="Freeform 45">
              <a:extLst>
                <a:ext uri="{FF2B5EF4-FFF2-40B4-BE49-F238E27FC236}">
                  <a16:creationId xmlns:a16="http://schemas.microsoft.com/office/drawing/2014/main" id="{32962D00-D3E6-4F09-92F7-807851371136}"/>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 name="Freeform 47">
              <a:extLst>
                <a:ext uri="{FF2B5EF4-FFF2-40B4-BE49-F238E27FC236}">
                  <a16:creationId xmlns:a16="http://schemas.microsoft.com/office/drawing/2014/main" id="{6BD87D53-7DF6-4D4A-A546-62A0C63C01EE}"/>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 name="Freeform 49">
              <a:extLst>
                <a:ext uri="{FF2B5EF4-FFF2-40B4-BE49-F238E27FC236}">
                  <a16:creationId xmlns:a16="http://schemas.microsoft.com/office/drawing/2014/main" id="{8CD0383E-0898-45B8-9AA3-4B966D5090CB}"/>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 name="Freeform 51">
              <a:extLst>
                <a:ext uri="{FF2B5EF4-FFF2-40B4-BE49-F238E27FC236}">
                  <a16:creationId xmlns:a16="http://schemas.microsoft.com/office/drawing/2014/main" id="{707F5954-C2A4-4B72-AF7F-BB7E7CAB8ADC}"/>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 name="Freeform 53">
              <a:extLst>
                <a:ext uri="{FF2B5EF4-FFF2-40B4-BE49-F238E27FC236}">
                  <a16:creationId xmlns:a16="http://schemas.microsoft.com/office/drawing/2014/main" id="{10C14BA0-0465-4C3C-9AD8-AB5C37985A91}"/>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 name="Freeform 55">
              <a:extLst>
                <a:ext uri="{FF2B5EF4-FFF2-40B4-BE49-F238E27FC236}">
                  <a16:creationId xmlns:a16="http://schemas.microsoft.com/office/drawing/2014/main" id="{E615170D-A957-4CBA-84AF-6ABF00539783}"/>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 name="Freeform 57">
              <a:extLst>
                <a:ext uri="{FF2B5EF4-FFF2-40B4-BE49-F238E27FC236}">
                  <a16:creationId xmlns:a16="http://schemas.microsoft.com/office/drawing/2014/main" id="{EAA504D4-75B3-4E13-B7F3-A8D2BAAA6C9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 name="Freeform 59">
              <a:extLst>
                <a:ext uri="{FF2B5EF4-FFF2-40B4-BE49-F238E27FC236}">
                  <a16:creationId xmlns:a16="http://schemas.microsoft.com/office/drawing/2014/main" id="{5B38A8E1-2C70-4916-805B-1A9D447B789D}"/>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 name="Freeform 61">
              <a:extLst>
                <a:ext uri="{FF2B5EF4-FFF2-40B4-BE49-F238E27FC236}">
                  <a16:creationId xmlns:a16="http://schemas.microsoft.com/office/drawing/2014/main" id="{37BE8EA5-57C5-453C-B581-B2F733266920}"/>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3" name="Freeform 63">
              <a:extLst>
                <a:ext uri="{FF2B5EF4-FFF2-40B4-BE49-F238E27FC236}">
                  <a16:creationId xmlns:a16="http://schemas.microsoft.com/office/drawing/2014/main" id="{5677B113-22BF-4FB5-BFCF-D222101DEB38}"/>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65">
              <a:extLst>
                <a:ext uri="{FF2B5EF4-FFF2-40B4-BE49-F238E27FC236}">
                  <a16:creationId xmlns:a16="http://schemas.microsoft.com/office/drawing/2014/main" id="{B3EDBF1B-6E46-4C1A-AC46-2BF448393672}"/>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 name="Freeform 67">
              <a:extLst>
                <a:ext uri="{FF2B5EF4-FFF2-40B4-BE49-F238E27FC236}">
                  <a16:creationId xmlns:a16="http://schemas.microsoft.com/office/drawing/2014/main" id="{2C39FEC3-144F-480F-A926-6738B8852030}"/>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69">
              <a:extLst>
                <a:ext uri="{FF2B5EF4-FFF2-40B4-BE49-F238E27FC236}">
                  <a16:creationId xmlns:a16="http://schemas.microsoft.com/office/drawing/2014/main" id="{1F2951DA-B0A6-47DF-BA0D-93F8B5D5A766}"/>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71">
              <a:extLst>
                <a:ext uri="{FF2B5EF4-FFF2-40B4-BE49-F238E27FC236}">
                  <a16:creationId xmlns:a16="http://schemas.microsoft.com/office/drawing/2014/main" id="{D62BAE07-54A6-4D12-81FA-4537B6ECD9A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73">
              <a:extLst>
                <a:ext uri="{FF2B5EF4-FFF2-40B4-BE49-F238E27FC236}">
                  <a16:creationId xmlns:a16="http://schemas.microsoft.com/office/drawing/2014/main" id="{4DBF453B-E711-49DF-B7AE-31A9BA85AE61}"/>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75">
              <a:extLst>
                <a:ext uri="{FF2B5EF4-FFF2-40B4-BE49-F238E27FC236}">
                  <a16:creationId xmlns:a16="http://schemas.microsoft.com/office/drawing/2014/main" id="{A8DD320B-38E2-4D4B-8AE3-7DD463C59BB0}"/>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0" name="Freeform 77">
              <a:extLst>
                <a:ext uri="{FF2B5EF4-FFF2-40B4-BE49-F238E27FC236}">
                  <a16:creationId xmlns:a16="http://schemas.microsoft.com/office/drawing/2014/main" id="{58DFB1DD-226F-4472-AA6E-39D491442010}"/>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1" name="Freeform 79">
              <a:extLst>
                <a:ext uri="{FF2B5EF4-FFF2-40B4-BE49-F238E27FC236}">
                  <a16:creationId xmlns:a16="http://schemas.microsoft.com/office/drawing/2014/main" id="{AF0CB3C7-D4E7-405F-BE13-70B64BCAACB3}"/>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2" name="Freeform 81">
              <a:extLst>
                <a:ext uri="{FF2B5EF4-FFF2-40B4-BE49-F238E27FC236}">
                  <a16:creationId xmlns:a16="http://schemas.microsoft.com/office/drawing/2014/main" id="{2F20E7C3-E261-4C5E-B920-07576A03DFF6}"/>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3" name="Freeform 83">
              <a:extLst>
                <a:ext uri="{FF2B5EF4-FFF2-40B4-BE49-F238E27FC236}">
                  <a16:creationId xmlns:a16="http://schemas.microsoft.com/office/drawing/2014/main" id="{81E13550-0336-4FA2-BE56-5561A640855F}"/>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4" name="Freeform 85">
              <a:extLst>
                <a:ext uri="{FF2B5EF4-FFF2-40B4-BE49-F238E27FC236}">
                  <a16:creationId xmlns:a16="http://schemas.microsoft.com/office/drawing/2014/main" id="{1A104419-620C-4A1D-8ED2-F87381420CC9}"/>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87">
              <a:extLst>
                <a:ext uri="{FF2B5EF4-FFF2-40B4-BE49-F238E27FC236}">
                  <a16:creationId xmlns:a16="http://schemas.microsoft.com/office/drawing/2014/main" id="{F4E71827-AAD6-4C86-8D85-D9249F52CB5A}"/>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89">
              <a:extLst>
                <a:ext uri="{FF2B5EF4-FFF2-40B4-BE49-F238E27FC236}">
                  <a16:creationId xmlns:a16="http://schemas.microsoft.com/office/drawing/2014/main" id="{C7284C34-72B5-451E-ADCA-99946A318F7C}"/>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91">
              <a:extLst>
                <a:ext uri="{FF2B5EF4-FFF2-40B4-BE49-F238E27FC236}">
                  <a16:creationId xmlns:a16="http://schemas.microsoft.com/office/drawing/2014/main" id="{9F44C1D6-01D4-4241-A80E-DFA0199573D6}"/>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8" name="Freeform 93">
              <a:extLst>
                <a:ext uri="{FF2B5EF4-FFF2-40B4-BE49-F238E27FC236}">
                  <a16:creationId xmlns:a16="http://schemas.microsoft.com/office/drawing/2014/main" id="{F6BD6BED-9B8C-40A4-9E97-E697B3671858}"/>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9" name="Freeform 95">
              <a:extLst>
                <a:ext uri="{FF2B5EF4-FFF2-40B4-BE49-F238E27FC236}">
                  <a16:creationId xmlns:a16="http://schemas.microsoft.com/office/drawing/2014/main" id="{BC4184F9-308F-4DB2-813A-F4464B316B82}"/>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97">
              <a:extLst>
                <a:ext uri="{FF2B5EF4-FFF2-40B4-BE49-F238E27FC236}">
                  <a16:creationId xmlns:a16="http://schemas.microsoft.com/office/drawing/2014/main" id="{45BAF9BC-C1F7-4AC3-9766-D12210776971}"/>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99">
              <a:extLst>
                <a:ext uri="{FF2B5EF4-FFF2-40B4-BE49-F238E27FC236}">
                  <a16:creationId xmlns:a16="http://schemas.microsoft.com/office/drawing/2014/main" id="{AE90907B-33A9-4032-8DAC-57D686BF224B}"/>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101">
              <a:extLst>
                <a:ext uri="{FF2B5EF4-FFF2-40B4-BE49-F238E27FC236}">
                  <a16:creationId xmlns:a16="http://schemas.microsoft.com/office/drawing/2014/main" id="{FBDAC725-79E4-4424-BEA3-A05B4B093458}"/>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103">
              <a:extLst>
                <a:ext uri="{FF2B5EF4-FFF2-40B4-BE49-F238E27FC236}">
                  <a16:creationId xmlns:a16="http://schemas.microsoft.com/office/drawing/2014/main" id="{4E1FDD66-48F6-43CE-8FB1-29AE920F26BD}"/>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4" name="Freeform 105">
              <a:extLst>
                <a:ext uri="{FF2B5EF4-FFF2-40B4-BE49-F238E27FC236}">
                  <a16:creationId xmlns:a16="http://schemas.microsoft.com/office/drawing/2014/main" id="{EA8ECA2B-A277-4C1A-9ED0-9967A366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5" name="Freeform 107">
              <a:extLst>
                <a:ext uri="{FF2B5EF4-FFF2-40B4-BE49-F238E27FC236}">
                  <a16:creationId xmlns:a16="http://schemas.microsoft.com/office/drawing/2014/main" id="{13DA351B-BED9-48FE-AD3D-0DC682273886}"/>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6" name="Freeform 109">
              <a:extLst>
                <a:ext uri="{FF2B5EF4-FFF2-40B4-BE49-F238E27FC236}">
                  <a16:creationId xmlns:a16="http://schemas.microsoft.com/office/drawing/2014/main" id="{8D932769-77AE-4FCA-87EF-C66D2D5AC49D}"/>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7" name="Freeform 111">
              <a:extLst>
                <a:ext uri="{FF2B5EF4-FFF2-40B4-BE49-F238E27FC236}">
                  <a16:creationId xmlns:a16="http://schemas.microsoft.com/office/drawing/2014/main" id="{080846FC-9D3B-4936-B032-4DC2C6CE7473}"/>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8" name="Freeform 113">
              <a:extLst>
                <a:ext uri="{FF2B5EF4-FFF2-40B4-BE49-F238E27FC236}">
                  <a16:creationId xmlns:a16="http://schemas.microsoft.com/office/drawing/2014/main" id="{1E185463-0F4E-4E10-A2DC-0B9B0F15D28E}"/>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9" name="Freeform 115">
              <a:extLst>
                <a:ext uri="{FF2B5EF4-FFF2-40B4-BE49-F238E27FC236}">
                  <a16:creationId xmlns:a16="http://schemas.microsoft.com/office/drawing/2014/main" id="{62C7EA61-3058-4F25-BC8B-8C21B67A39EF}"/>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117">
              <a:extLst>
                <a:ext uri="{FF2B5EF4-FFF2-40B4-BE49-F238E27FC236}">
                  <a16:creationId xmlns:a16="http://schemas.microsoft.com/office/drawing/2014/main" id="{74062FA8-DA72-4752-8A8D-EF8DFCF0BE09}"/>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1" name="Freeform 119">
              <a:extLst>
                <a:ext uri="{FF2B5EF4-FFF2-40B4-BE49-F238E27FC236}">
                  <a16:creationId xmlns:a16="http://schemas.microsoft.com/office/drawing/2014/main" id="{031D4A47-A1DB-460E-8271-17EBD81654B2}"/>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2" name="Freeform 121">
              <a:extLst>
                <a:ext uri="{FF2B5EF4-FFF2-40B4-BE49-F238E27FC236}">
                  <a16:creationId xmlns:a16="http://schemas.microsoft.com/office/drawing/2014/main" id="{BA79A05C-1693-41E3-A7EC-9489039F3487}"/>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3" name="Freeform 123">
              <a:extLst>
                <a:ext uri="{FF2B5EF4-FFF2-40B4-BE49-F238E27FC236}">
                  <a16:creationId xmlns:a16="http://schemas.microsoft.com/office/drawing/2014/main" id="{147A2CCF-892A-430E-8A35-6D763F927C9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 name="Freeform 125">
              <a:extLst>
                <a:ext uri="{FF2B5EF4-FFF2-40B4-BE49-F238E27FC236}">
                  <a16:creationId xmlns:a16="http://schemas.microsoft.com/office/drawing/2014/main" id="{29785A94-0B88-4940-A41C-A6CE0913B63B}"/>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 name="Freeform 127">
              <a:extLst>
                <a:ext uri="{FF2B5EF4-FFF2-40B4-BE49-F238E27FC236}">
                  <a16:creationId xmlns:a16="http://schemas.microsoft.com/office/drawing/2014/main" id="{6DA84B56-58AE-40B0-8C1D-62A52561B87B}"/>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129">
              <a:extLst>
                <a:ext uri="{FF2B5EF4-FFF2-40B4-BE49-F238E27FC236}">
                  <a16:creationId xmlns:a16="http://schemas.microsoft.com/office/drawing/2014/main" id="{9C5EE5EC-417D-4848-A81F-DC8B9B31745D}"/>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7" name="Freeform 131">
              <a:extLst>
                <a:ext uri="{FF2B5EF4-FFF2-40B4-BE49-F238E27FC236}">
                  <a16:creationId xmlns:a16="http://schemas.microsoft.com/office/drawing/2014/main" id="{D82F408F-197E-44E9-8072-3A1D3A390CB3}"/>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 name="Freeform 133">
              <a:extLst>
                <a:ext uri="{FF2B5EF4-FFF2-40B4-BE49-F238E27FC236}">
                  <a16:creationId xmlns:a16="http://schemas.microsoft.com/office/drawing/2014/main" id="{70F5A8AD-0C9B-440F-9956-802E0BD548C6}"/>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9" name="Freeform 135">
              <a:extLst>
                <a:ext uri="{FF2B5EF4-FFF2-40B4-BE49-F238E27FC236}">
                  <a16:creationId xmlns:a16="http://schemas.microsoft.com/office/drawing/2014/main" id="{9BBE1DDE-0D98-45F5-BFC1-241EACF4724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0" name="Freeform 136">
              <a:extLst>
                <a:ext uri="{FF2B5EF4-FFF2-40B4-BE49-F238E27FC236}">
                  <a16:creationId xmlns:a16="http://schemas.microsoft.com/office/drawing/2014/main" id="{B3DAF428-BB11-4598-8F07-85335E6B9F7C}"/>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1" name="Freeform 138">
              <a:extLst>
                <a:ext uri="{FF2B5EF4-FFF2-40B4-BE49-F238E27FC236}">
                  <a16:creationId xmlns:a16="http://schemas.microsoft.com/office/drawing/2014/main" id="{30B60972-8832-450C-A6EB-6125FE9B878C}"/>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140">
              <a:extLst>
                <a:ext uri="{FF2B5EF4-FFF2-40B4-BE49-F238E27FC236}">
                  <a16:creationId xmlns:a16="http://schemas.microsoft.com/office/drawing/2014/main" id="{272A235A-A103-46A4-ABED-110B954385FF}"/>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141">
              <a:extLst>
                <a:ext uri="{FF2B5EF4-FFF2-40B4-BE49-F238E27FC236}">
                  <a16:creationId xmlns:a16="http://schemas.microsoft.com/office/drawing/2014/main" id="{5980AFFE-3063-4552-B37F-7E8E2DFAFE9F}"/>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143">
              <a:extLst>
                <a:ext uri="{FF2B5EF4-FFF2-40B4-BE49-F238E27FC236}">
                  <a16:creationId xmlns:a16="http://schemas.microsoft.com/office/drawing/2014/main" id="{F73374A3-2A80-4F07-BC4F-35CBCDE6532C}"/>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145">
              <a:extLst>
                <a:ext uri="{FF2B5EF4-FFF2-40B4-BE49-F238E27FC236}">
                  <a16:creationId xmlns:a16="http://schemas.microsoft.com/office/drawing/2014/main" id="{3CBB941F-2387-4E06-8A32-447B6234E9BB}"/>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147">
              <a:extLst>
                <a:ext uri="{FF2B5EF4-FFF2-40B4-BE49-F238E27FC236}">
                  <a16:creationId xmlns:a16="http://schemas.microsoft.com/office/drawing/2014/main" id="{4DCAE0CA-8D69-4ABC-9B02-113F4A6AD75B}"/>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149">
              <a:extLst>
                <a:ext uri="{FF2B5EF4-FFF2-40B4-BE49-F238E27FC236}">
                  <a16:creationId xmlns:a16="http://schemas.microsoft.com/office/drawing/2014/main" id="{0C15CE6C-B4B7-456A-B358-31858AD8783B}"/>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8" name="Freeform 151">
              <a:extLst>
                <a:ext uri="{FF2B5EF4-FFF2-40B4-BE49-F238E27FC236}">
                  <a16:creationId xmlns:a16="http://schemas.microsoft.com/office/drawing/2014/main" id="{CE01C3DB-EA38-4F59-BB37-845A9E744B1B}"/>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9" name="Freeform 153">
              <a:extLst>
                <a:ext uri="{FF2B5EF4-FFF2-40B4-BE49-F238E27FC236}">
                  <a16:creationId xmlns:a16="http://schemas.microsoft.com/office/drawing/2014/main" id="{53B2BE04-D1FB-46F7-973F-EBAB0B603FCC}"/>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155">
              <a:extLst>
                <a:ext uri="{FF2B5EF4-FFF2-40B4-BE49-F238E27FC236}">
                  <a16:creationId xmlns:a16="http://schemas.microsoft.com/office/drawing/2014/main" id="{2C0E7EF5-8C9D-4449-AE93-DF43A4963A64}"/>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1" name="Freeform 157">
              <a:extLst>
                <a:ext uri="{FF2B5EF4-FFF2-40B4-BE49-F238E27FC236}">
                  <a16:creationId xmlns:a16="http://schemas.microsoft.com/office/drawing/2014/main" id="{6EA486AC-56D4-441A-8F67-B6F216ECD80B}"/>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159">
              <a:extLst>
                <a:ext uri="{FF2B5EF4-FFF2-40B4-BE49-F238E27FC236}">
                  <a16:creationId xmlns:a16="http://schemas.microsoft.com/office/drawing/2014/main" id="{62460E9A-49BE-40A0-AEE1-9FC972292B52}"/>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161">
              <a:extLst>
                <a:ext uri="{FF2B5EF4-FFF2-40B4-BE49-F238E27FC236}">
                  <a16:creationId xmlns:a16="http://schemas.microsoft.com/office/drawing/2014/main" id="{1A020BCE-9C81-4F25-A961-138AFBDEA424}"/>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 name="Freeform 163">
              <a:extLst>
                <a:ext uri="{FF2B5EF4-FFF2-40B4-BE49-F238E27FC236}">
                  <a16:creationId xmlns:a16="http://schemas.microsoft.com/office/drawing/2014/main" id="{70233644-0091-4120-8A2C-95E335BBCD49}"/>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5" name="Freeform 165">
              <a:extLst>
                <a:ext uri="{FF2B5EF4-FFF2-40B4-BE49-F238E27FC236}">
                  <a16:creationId xmlns:a16="http://schemas.microsoft.com/office/drawing/2014/main" id="{E2FDBB79-E536-4759-9D39-582827AB469E}"/>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167">
              <a:extLst>
                <a:ext uri="{FF2B5EF4-FFF2-40B4-BE49-F238E27FC236}">
                  <a16:creationId xmlns:a16="http://schemas.microsoft.com/office/drawing/2014/main" id="{6142F183-880B-4F7B-917A-4A4EE1D73DB3}"/>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169">
              <a:extLst>
                <a:ext uri="{FF2B5EF4-FFF2-40B4-BE49-F238E27FC236}">
                  <a16:creationId xmlns:a16="http://schemas.microsoft.com/office/drawing/2014/main" id="{5D7E0446-3028-4393-8FE5-8A86923C0CCA}"/>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171">
              <a:extLst>
                <a:ext uri="{FF2B5EF4-FFF2-40B4-BE49-F238E27FC236}">
                  <a16:creationId xmlns:a16="http://schemas.microsoft.com/office/drawing/2014/main" id="{A919673F-3E5A-4D2D-9ABA-6FD6C6A5471B}"/>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173">
              <a:extLst>
                <a:ext uri="{FF2B5EF4-FFF2-40B4-BE49-F238E27FC236}">
                  <a16:creationId xmlns:a16="http://schemas.microsoft.com/office/drawing/2014/main" id="{D52997DA-CB80-4F9E-AA78-52A63301CD16}"/>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0" name="Freeform 175">
              <a:extLst>
                <a:ext uri="{FF2B5EF4-FFF2-40B4-BE49-F238E27FC236}">
                  <a16:creationId xmlns:a16="http://schemas.microsoft.com/office/drawing/2014/main" id="{AAEA2BAD-FEF1-45B6-8E07-4175D95DE49F}"/>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177">
              <a:extLst>
                <a:ext uri="{FF2B5EF4-FFF2-40B4-BE49-F238E27FC236}">
                  <a16:creationId xmlns:a16="http://schemas.microsoft.com/office/drawing/2014/main" id="{6112A44A-335F-4B73-BAEA-4CACB1FB60FB}"/>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179">
              <a:extLst>
                <a:ext uri="{FF2B5EF4-FFF2-40B4-BE49-F238E27FC236}">
                  <a16:creationId xmlns:a16="http://schemas.microsoft.com/office/drawing/2014/main" id="{715656F8-4EEB-4023-9780-802C01877039}"/>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181">
              <a:extLst>
                <a:ext uri="{FF2B5EF4-FFF2-40B4-BE49-F238E27FC236}">
                  <a16:creationId xmlns:a16="http://schemas.microsoft.com/office/drawing/2014/main" id="{C6EC7315-601E-46FD-86BB-3EA57901B836}"/>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183">
              <a:extLst>
                <a:ext uri="{FF2B5EF4-FFF2-40B4-BE49-F238E27FC236}">
                  <a16:creationId xmlns:a16="http://schemas.microsoft.com/office/drawing/2014/main" id="{8E91D79F-3901-44AD-8320-B0A898FFDA4D}"/>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185">
              <a:extLst>
                <a:ext uri="{FF2B5EF4-FFF2-40B4-BE49-F238E27FC236}">
                  <a16:creationId xmlns:a16="http://schemas.microsoft.com/office/drawing/2014/main" id="{9D2524F4-8479-42FB-84D2-0D7FB71DC105}"/>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187">
              <a:extLst>
                <a:ext uri="{FF2B5EF4-FFF2-40B4-BE49-F238E27FC236}">
                  <a16:creationId xmlns:a16="http://schemas.microsoft.com/office/drawing/2014/main" id="{E98ECBA8-55B8-4823-B34F-2C0540EE350A}"/>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189">
              <a:extLst>
                <a:ext uri="{FF2B5EF4-FFF2-40B4-BE49-F238E27FC236}">
                  <a16:creationId xmlns:a16="http://schemas.microsoft.com/office/drawing/2014/main" id="{DE52EE6F-A916-4DA0-AF9A-45CA9DBD0737}"/>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191">
              <a:extLst>
                <a:ext uri="{FF2B5EF4-FFF2-40B4-BE49-F238E27FC236}">
                  <a16:creationId xmlns:a16="http://schemas.microsoft.com/office/drawing/2014/main" id="{735ABB14-CFAE-4FFA-97BD-6413E5A59946}"/>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193">
              <a:extLst>
                <a:ext uri="{FF2B5EF4-FFF2-40B4-BE49-F238E27FC236}">
                  <a16:creationId xmlns:a16="http://schemas.microsoft.com/office/drawing/2014/main" id="{1ADF7794-E522-4612-BA91-FFCB8B55227A}"/>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195">
              <a:extLst>
                <a:ext uri="{FF2B5EF4-FFF2-40B4-BE49-F238E27FC236}">
                  <a16:creationId xmlns:a16="http://schemas.microsoft.com/office/drawing/2014/main" id="{D2CCD40D-183A-4C03-9BE0-87F16EEE6D53}"/>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197">
              <a:extLst>
                <a:ext uri="{FF2B5EF4-FFF2-40B4-BE49-F238E27FC236}">
                  <a16:creationId xmlns:a16="http://schemas.microsoft.com/office/drawing/2014/main" id="{AF0F44B0-BAE2-4A86-9326-F0EF27D97A13}"/>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199">
              <a:extLst>
                <a:ext uri="{FF2B5EF4-FFF2-40B4-BE49-F238E27FC236}">
                  <a16:creationId xmlns:a16="http://schemas.microsoft.com/office/drawing/2014/main" id="{72C70C40-A0C6-4798-AB2D-C5EFC9FA9297}"/>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3" name="Freeform 201">
              <a:extLst>
                <a:ext uri="{FF2B5EF4-FFF2-40B4-BE49-F238E27FC236}">
                  <a16:creationId xmlns:a16="http://schemas.microsoft.com/office/drawing/2014/main" id="{8C56CAD5-6EE1-4261-A7E5-294EEE36D4E4}"/>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4" name="Freeform 203">
              <a:extLst>
                <a:ext uri="{FF2B5EF4-FFF2-40B4-BE49-F238E27FC236}">
                  <a16:creationId xmlns:a16="http://schemas.microsoft.com/office/drawing/2014/main" id="{5651E49C-8CD8-4626-B972-04C76B2B8015}"/>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205">
              <a:extLst>
                <a:ext uri="{FF2B5EF4-FFF2-40B4-BE49-F238E27FC236}">
                  <a16:creationId xmlns:a16="http://schemas.microsoft.com/office/drawing/2014/main" id="{21FCCF8F-91E0-46E5-820A-C5CDBCF09926}"/>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208">
              <a:extLst>
                <a:ext uri="{FF2B5EF4-FFF2-40B4-BE49-F238E27FC236}">
                  <a16:creationId xmlns:a16="http://schemas.microsoft.com/office/drawing/2014/main" id="{EC48CBA0-0CF8-4143-B7A9-A005C7200B11}"/>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210">
              <a:extLst>
                <a:ext uri="{FF2B5EF4-FFF2-40B4-BE49-F238E27FC236}">
                  <a16:creationId xmlns:a16="http://schemas.microsoft.com/office/drawing/2014/main" id="{552F1385-1EAB-4C32-8F56-3DDE8417BF7A}"/>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213">
              <a:extLst>
                <a:ext uri="{FF2B5EF4-FFF2-40B4-BE49-F238E27FC236}">
                  <a16:creationId xmlns:a16="http://schemas.microsoft.com/office/drawing/2014/main" id="{5DBE25D9-2EFA-4704-A893-87DB5F7B8010}"/>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 name="Freeform 215">
              <a:extLst>
                <a:ext uri="{FF2B5EF4-FFF2-40B4-BE49-F238E27FC236}">
                  <a16:creationId xmlns:a16="http://schemas.microsoft.com/office/drawing/2014/main" id="{29B620F7-0074-46F2-818A-E372DD46E9B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217">
              <a:extLst>
                <a:ext uri="{FF2B5EF4-FFF2-40B4-BE49-F238E27FC236}">
                  <a16:creationId xmlns:a16="http://schemas.microsoft.com/office/drawing/2014/main" id="{F3CAC812-50E7-4B95-990D-92F16851921E}"/>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219">
              <a:extLst>
                <a:ext uri="{FF2B5EF4-FFF2-40B4-BE49-F238E27FC236}">
                  <a16:creationId xmlns:a16="http://schemas.microsoft.com/office/drawing/2014/main" id="{9F74C8B0-94F2-48B7-A12C-87822D0C0896}"/>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221">
              <a:extLst>
                <a:ext uri="{FF2B5EF4-FFF2-40B4-BE49-F238E27FC236}">
                  <a16:creationId xmlns:a16="http://schemas.microsoft.com/office/drawing/2014/main" id="{2E12C447-8365-4CDD-B414-4713C9F3312F}"/>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223">
              <a:extLst>
                <a:ext uri="{FF2B5EF4-FFF2-40B4-BE49-F238E27FC236}">
                  <a16:creationId xmlns:a16="http://schemas.microsoft.com/office/drawing/2014/main" id="{0FAECF81-15AA-462F-9551-9676A33F3B81}"/>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225">
              <a:extLst>
                <a:ext uri="{FF2B5EF4-FFF2-40B4-BE49-F238E27FC236}">
                  <a16:creationId xmlns:a16="http://schemas.microsoft.com/office/drawing/2014/main" id="{F56D0D12-139F-4C10-B577-98C2F79104BF}"/>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227">
              <a:extLst>
                <a:ext uri="{FF2B5EF4-FFF2-40B4-BE49-F238E27FC236}">
                  <a16:creationId xmlns:a16="http://schemas.microsoft.com/office/drawing/2014/main" id="{CA784634-F767-42DC-9FB5-945BC614F07C}"/>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229">
              <a:extLst>
                <a:ext uri="{FF2B5EF4-FFF2-40B4-BE49-F238E27FC236}">
                  <a16:creationId xmlns:a16="http://schemas.microsoft.com/office/drawing/2014/main" id="{CA63FD32-14AA-47FC-B09F-75444D0BAF02}"/>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231">
              <a:extLst>
                <a:ext uri="{FF2B5EF4-FFF2-40B4-BE49-F238E27FC236}">
                  <a16:creationId xmlns:a16="http://schemas.microsoft.com/office/drawing/2014/main" id="{04237488-F960-4B21-B6B0-320649307880}"/>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233">
              <a:extLst>
                <a:ext uri="{FF2B5EF4-FFF2-40B4-BE49-F238E27FC236}">
                  <a16:creationId xmlns:a16="http://schemas.microsoft.com/office/drawing/2014/main" id="{7B8DB531-273B-45F3-8BE0-BA83C12F90E7}"/>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235">
              <a:extLst>
                <a:ext uri="{FF2B5EF4-FFF2-40B4-BE49-F238E27FC236}">
                  <a16:creationId xmlns:a16="http://schemas.microsoft.com/office/drawing/2014/main" id="{669D55B3-0142-40D5-99DE-C45DB7631CEA}"/>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237">
              <a:extLst>
                <a:ext uri="{FF2B5EF4-FFF2-40B4-BE49-F238E27FC236}">
                  <a16:creationId xmlns:a16="http://schemas.microsoft.com/office/drawing/2014/main" id="{04E93950-36C0-4067-B760-3199B0DD239B}"/>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239">
              <a:extLst>
                <a:ext uri="{FF2B5EF4-FFF2-40B4-BE49-F238E27FC236}">
                  <a16:creationId xmlns:a16="http://schemas.microsoft.com/office/drawing/2014/main" id="{0AD94A6C-E319-4953-AAA3-57E4494D0090}"/>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241">
              <a:extLst>
                <a:ext uri="{FF2B5EF4-FFF2-40B4-BE49-F238E27FC236}">
                  <a16:creationId xmlns:a16="http://schemas.microsoft.com/office/drawing/2014/main" id="{E7E7E5D4-4A66-4135-9814-DE09944A66A9}"/>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243">
              <a:extLst>
                <a:ext uri="{FF2B5EF4-FFF2-40B4-BE49-F238E27FC236}">
                  <a16:creationId xmlns:a16="http://schemas.microsoft.com/office/drawing/2014/main" id="{35290ABB-7037-4330-B66F-01176C819103}"/>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4" name="Rectangle 223">
            <a:extLst>
              <a:ext uri="{FF2B5EF4-FFF2-40B4-BE49-F238E27FC236}">
                <a16:creationId xmlns:a16="http://schemas.microsoft.com/office/drawing/2014/main" id="{C69EC4AE-281A-46D9-873E-07BB1E51B05A}"/>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225" name="Title 1">
            <a:extLst>
              <a:ext uri="{FF2B5EF4-FFF2-40B4-BE49-F238E27FC236}">
                <a16:creationId xmlns:a16="http://schemas.microsoft.com/office/drawing/2014/main" id="{35737774-FF6C-4629-B50A-18CFF24C5375}"/>
              </a:ext>
            </a:extLst>
          </p:cNvPr>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226" name="Text Placeholder 12">
            <a:extLst>
              <a:ext uri="{FF2B5EF4-FFF2-40B4-BE49-F238E27FC236}">
                <a16:creationId xmlns:a16="http://schemas.microsoft.com/office/drawing/2014/main" id="{763DFA56-A75B-4906-9775-8AAB400E4C31}"/>
              </a:ext>
            </a:extLst>
          </p:cNvPr>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7" name="Text Placeholder 12">
            <a:extLst>
              <a:ext uri="{FF2B5EF4-FFF2-40B4-BE49-F238E27FC236}">
                <a16:creationId xmlns:a16="http://schemas.microsoft.com/office/drawing/2014/main" id="{1F8CE907-3C90-41EB-91C7-DA18FA106401}"/>
              </a:ext>
            </a:extLst>
          </p:cNvPr>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8" name="Text Placeholder 12">
            <a:extLst>
              <a:ext uri="{FF2B5EF4-FFF2-40B4-BE49-F238E27FC236}">
                <a16:creationId xmlns:a16="http://schemas.microsoft.com/office/drawing/2014/main" id="{B4D241AA-6FF3-4200-BFC4-3729D0603CFF}"/>
              </a:ext>
            </a:extLst>
          </p:cNvPr>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29" name="Text Placeholder 12">
            <a:extLst>
              <a:ext uri="{FF2B5EF4-FFF2-40B4-BE49-F238E27FC236}">
                <a16:creationId xmlns:a16="http://schemas.microsoft.com/office/drawing/2014/main" id="{F6C3451D-9208-4A3A-9A11-2DDE6C330EC8}"/>
              </a:ext>
            </a:extLst>
          </p:cNvPr>
          <p:cNvSpPr>
            <a:spLocks noGrp="1"/>
          </p:cNvSpPr>
          <p:nvPr>
            <p:ph type="body" sz="quarter" idx="26" hasCustomPrompt="1"/>
          </p:nvPr>
        </p:nvSpPr>
        <p:spPr>
          <a:xfrm>
            <a:off x="1929251" y="4531191"/>
            <a:ext cx="3504407" cy="220414"/>
          </a:xfrm>
        </p:spPr>
        <p:txBody>
          <a:bodyPr anchor="ctr">
            <a:noAutofit/>
          </a:bodyPr>
          <a:lstStyle>
            <a:lvl1pPr algn="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0" name="Text Placeholder 12">
            <a:extLst>
              <a:ext uri="{FF2B5EF4-FFF2-40B4-BE49-F238E27FC236}">
                <a16:creationId xmlns:a16="http://schemas.microsoft.com/office/drawing/2014/main" id="{6E2907FF-2C7C-460B-B05F-BE4B56F1C815}"/>
              </a:ext>
            </a:extLst>
          </p:cNvPr>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231" name="Text Placeholder 12">
            <a:extLst>
              <a:ext uri="{FF2B5EF4-FFF2-40B4-BE49-F238E27FC236}">
                <a16:creationId xmlns:a16="http://schemas.microsoft.com/office/drawing/2014/main" id="{78719E91-891E-4FAB-9142-5F2DD1E252F5}"/>
              </a:ext>
            </a:extLst>
          </p:cNvPr>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232" name="Text Placeholder 12">
            <a:extLst>
              <a:ext uri="{FF2B5EF4-FFF2-40B4-BE49-F238E27FC236}">
                <a16:creationId xmlns:a16="http://schemas.microsoft.com/office/drawing/2014/main" id="{7F77393C-C96C-4DF6-9050-4B3C3FB2C5EF}"/>
              </a:ext>
            </a:extLst>
          </p:cNvPr>
          <p:cNvSpPr>
            <a:spLocks noGrp="1"/>
          </p:cNvSpPr>
          <p:nvPr>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233" name="Text Placeholder 12">
            <a:extLst>
              <a:ext uri="{FF2B5EF4-FFF2-40B4-BE49-F238E27FC236}">
                <a16:creationId xmlns:a16="http://schemas.microsoft.com/office/drawing/2014/main" id="{BA4218A5-F5D0-4116-B615-8D1922502525}"/>
              </a:ext>
            </a:extLst>
          </p:cNvPr>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4" name="Text Placeholder 12">
            <a:extLst>
              <a:ext uri="{FF2B5EF4-FFF2-40B4-BE49-F238E27FC236}">
                <a16:creationId xmlns:a16="http://schemas.microsoft.com/office/drawing/2014/main" id="{8722B1D3-D916-4E16-8E31-739781F5F3B5}"/>
              </a:ext>
            </a:extLst>
          </p:cNvPr>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5" name="Text Placeholder 12">
            <a:extLst>
              <a:ext uri="{FF2B5EF4-FFF2-40B4-BE49-F238E27FC236}">
                <a16:creationId xmlns:a16="http://schemas.microsoft.com/office/drawing/2014/main" id="{F0A13DB8-9044-4579-A67C-3278A2ADBB21}"/>
              </a:ext>
            </a:extLst>
          </p:cNvPr>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6" name="Text Placeholder 12">
            <a:extLst>
              <a:ext uri="{FF2B5EF4-FFF2-40B4-BE49-F238E27FC236}">
                <a16:creationId xmlns:a16="http://schemas.microsoft.com/office/drawing/2014/main" id="{DBE8D341-5191-4133-94BC-B8AFA2172D62}"/>
              </a:ext>
            </a:extLst>
          </p:cNvPr>
          <p:cNvSpPr>
            <a:spLocks noGrp="1"/>
          </p:cNvSpPr>
          <p:nvPr>
            <p:ph type="body" sz="quarter" idx="31" hasCustomPrompt="1"/>
          </p:nvPr>
        </p:nvSpPr>
        <p:spPr>
          <a:xfrm>
            <a:off x="6806051" y="4531191"/>
            <a:ext cx="3504407" cy="220414"/>
          </a:xfrm>
        </p:spPr>
        <p:txBody>
          <a:bodyPr anchor="ctr">
            <a:noAutofit/>
          </a:bodyPr>
          <a:lstStyle>
            <a:lvl1pPr>
              <a:buNone/>
              <a:defRPr sz="1100">
                <a:solidFill>
                  <a:schemeClr val="tx2"/>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237" name="Text Placeholder 12">
            <a:extLst>
              <a:ext uri="{FF2B5EF4-FFF2-40B4-BE49-F238E27FC236}">
                <a16:creationId xmlns:a16="http://schemas.microsoft.com/office/drawing/2014/main" id="{E0D9B687-E5AC-4EB2-8E32-52C6A7BC273A}"/>
              </a:ext>
            </a:extLst>
          </p:cNvPr>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238" name="Text Placeholder 12">
            <a:extLst>
              <a:ext uri="{FF2B5EF4-FFF2-40B4-BE49-F238E27FC236}">
                <a16:creationId xmlns:a16="http://schemas.microsoft.com/office/drawing/2014/main" id="{B72450F8-D29A-4586-A330-65D7B8850D1A}"/>
              </a:ext>
            </a:extLst>
          </p:cNvPr>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239" name="Text Placeholder 12">
            <a:extLst>
              <a:ext uri="{FF2B5EF4-FFF2-40B4-BE49-F238E27FC236}">
                <a16:creationId xmlns:a16="http://schemas.microsoft.com/office/drawing/2014/main" id="{580A7465-6C73-4C3D-85E5-58D1DFF9741D}"/>
              </a:ext>
            </a:extLst>
          </p:cNvPr>
          <p:cNvSpPr>
            <a:spLocks noGrp="1"/>
          </p:cNvSpPr>
          <p:nvPr>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240" name="Text Placeholder 12">
            <a:extLst>
              <a:ext uri="{FF2B5EF4-FFF2-40B4-BE49-F238E27FC236}">
                <a16:creationId xmlns:a16="http://schemas.microsoft.com/office/drawing/2014/main" id="{3981ACA2-061D-42E5-84B6-56462232FC2D}"/>
              </a:ext>
            </a:extLst>
          </p:cNvPr>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grpSp>
        <p:nvGrpSpPr>
          <p:cNvPr id="2" name="Group 1">
            <a:extLst>
              <a:ext uri="{FF2B5EF4-FFF2-40B4-BE49-F238E27FC236}">
                <a16:creationId xmlns:a16="http://schemas.microsoft.com/office/drawing/2014/main" id="{DB9F30B6-DF89-1762-7679-92C83D8EC1B8}"/>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14AF95AC-A041-2120-6470-824591C6F158}"/>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0AA41FEB-DAEA-49CC-1E4C-EB286F735838}"/>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35" name="Group 34">
            <a:extLst>
              <a:ext uri="{FF2B5EF4-FFF2-40B4-BE49-F238E27FC236}">
                <a16:creationId xmlns:a16="http://schemas.microsoft.com/office/drawing/2014/main" id="{615B14D5-E45B-DD0B-8A90-B77E6773B7B9}"/>
              </a:ext>
            </a:extLst>
          </p:cNvPr>
          <p:cNvGrpSpPr/>
          <p:nvPr userDrawn="1"/>
        </p:nvGrpSpPr>
        <p:grpSpPr>
          <a:xfrm>
            <a:off x="1419076" y="5725874"/>
            <a:ext cx="951309" cy="341297"/>
            <a:chOff x="1419076" y="6371773"/>
            <a:chExt cx="951309" cy="341297"/>
          </a:xfrm>
        </p:grpSpPr>
        <p:sp>
          <p:nvSpPr>
            <p:cNvPr id="36" name="Shape 2452">
              <a:extLst>
                <a:ext uri="{FF2B5EF4-FFF2-40B4-BE49-F238E27FC236}">
                  <a16:creationId xmlns:a16="http://schemas.microsoft.com/office/drawing/2014/main" id="{5985CE1B-A8DE-2791-691C-74AB5AB551B7}"/>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7" name="TextBox 36">
              <a:extLst>
                <a:ext uri="{FF2B5EF4-FFF2-40B4-BE49-F238E27FC236}">
                  <a16:creationId xmlns:a16="http://schemas.microsoft.com/office/drawing/2014/main" id="{31C51F9D-F912-B335-BC5C-EE36F6AEFBC5}"/>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44" name="Group 43">
            <a:extLst>
              <a:ext uri="{FF2B5EF4-FFF2-40B4-BE49-F238E27FC236}">
                <a16:creationId xmlns:a16="http://schemas.microsoft.com/office/drawing/2014/main" id="{30A16698-4CC1-817F-2E21-7D413FED1EE6}"/>
              </a:ext>
            </a:extLst>
          </p:cNvPr>
          <p:cNvGrpSpPr/>
          <p:nvPr userDrawn="1"/>
        </p:nvGrpSpPr>
        <p:grpSpPr>
          <a:xfrm>
            <a:off x="2470784" y="5725874"/>
            <a:ext cx="951309" cy="341297"/>
            <a:chOff x="2470784" y="6371773"/>
            <a:chExt cx="951309" cy="341297"/>
          </a:xfrm>
        </p:grpSpPr>
        <p:sp>
          <p:nvSpPr>
            <p:cNvPr id="45" name="Shape 2452">
              <a:extLst>
                <a:ext uri="{FF2B5EF4-FFF2-40B4-BE49-F238E27FC236}">
                  <a16:creationId xmlns:a16="http://schemas.microsoft.com/office/drawing/2014/main" id="{F590BB96-8911-EDB7-62F8-767AE73FC0D4}"/>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6" name="TextBox 45">
              <a:extLst>
                <a:ext uri="{FF2B5EF4-FFF2-40B4-BE49-F238E27FC236}">
                  <a16:creationId xmlns:a16="http://schemas.microsoft.com/office/drawing/2014/main" id="{D63CD3C3-9455-1520-3768-3288A1BC4AED}"/>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47" name="Group 46">
            <a:extLst>
              <a:ext uri="{FF2B5EF4-FFF2-40B4-BE49-F238E27FC236}">
                <a16:creationId xmlns:a16="http://schemas.microsoft.com/office/drawing/2014/main" id="{050252AC-6335-832D-AC27-C9EEF2700BC0}"/>
              </a:ext>
            </a:extLst>
          </p:cNvPr>
          <p:cNvGrpSpPr/>
          <p:nvPr userDrawn="1"/>
        </p:nvGrpSpPr>
        <p:grpSpPr>
          <a:xfrm>
            <a:off x="5625908" y="5725874"/>
            <a:ext cx="951309" cy="341297"/>
            <a:chOff x="5625908" y="6371773"/>
            <a:chExt cx="951309" cy="341297"/>
          </a:xfrm>
        </p:grpSpPr>
        <p:sp>
          <p:nvSpPr>
            <p:cNvPr id="48" name="Shape 2452">
              <a:extLst>
                <a:ext uri="{FF2B5EF4-FFF2-40B4-BE49-F238E27FC236}">
                  <a16:creationId xmlns:a16="http://schemas.microsoft.com/office/drawing/2014/main" id="{5DFB239C-A55B-4B96-F168-E0A6A4BEC60A}"/>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50" name="TextBox 49">
              <a:extLst>
                <a:ext uri="{FF2B5EF4-FFF2-40B4-BE49-F238E27FC236}">
                  <a16:creationId xmlns:a16="http://schemas.microsoft.com/office/drawing/2014/main" id="{855306DA-489E-C9AC-3665-8C63AC75922D}"/>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52" name="Group 51">
            <a:extLst>
              <a:ext uri="{FF2B5EF4-FFF2-40B4-BE49-F238E27FC236}">
                <a16:creationId xmlns:a16="http://schemas.microsoft.com/office/drawing/2014/main" id="{D3C30A7A-006B-1E46-EE5E-60E6CE4C1E04}"/>
              </a:ext>
            </a:extLst>
          </p:cNvPr>
          <p:cNvGrpSpPr/>
          <p:nvPr userDrawn="1"/>
        </p:nvGrpSpPr>
        <p:grpSpPr>
          <a:xfrm>
            <a:off x="9832740" y="5725874"/>
            <a:ext cx="951309" cy="341297"/>
            <a:chOff x="9832740" y="6371773"/>
            <a:chExt cx="951309" cy="341297"/>
          </a:xfrm>
        </p:grpSpPr>
        <p:sp>
          <p:nvSpPr>
            <p:cNvPr id="54" name="Shape 2452">
              <a:extLst>
                <a:ext uri="{FF2B5EF4-FFF2-40B4-BE49-F238E27FC236}">
                  <a16:creationId xmlns:a16="http://schemas.microsoft.com/office/drawing/2014/main" id="{EB45FF2F-D800-0371-9D79-42CF70843CD7}"/>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56" name="TextBox 55">
              <a:extLst>
                <a:ext uri="{FF2B5EF4-FFF2-40B4-BE49-F238E27FC236}">
                  <a16:creationId xmlns:a16="http://schemas.microsoft.com/office/drawing/2014/main" id="{27C7C02A-57B5-2FD9-16FA-1866A17FAE9C}"/>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57" name="Group 56">
            <a:extLst>
              <a:ext uri="{FF2B5EF4-FFF2-40B4-BE49-F238E27FC236}">
                <a16:creationId xmlns:a16="http://schemas.microsoft.com/office/drawing/2014/main" id="{26767756-A20B-A02E-FD5B-72FDC0BB91E3}"/>
              </a:ext>
            </a:extLst>
          </p:cNvPr>
          <p:cNvGrpSpPr/>
          <p:nvPr userDrawn="1"/>
        </p:nvGrpSpPr>
        <p:grpSpPr>
          <a:xfrm>
            <a:off x="7729324" y="5725874"/>
            <a:ext cx="951309" cy="341297"/>
            <a:chOff x="7729324" y="5725874"/>
            <a:chExt cx="951309" cy="341297"/>
          </a:xfrm>
        </p:grpSpPr>
        <p:sp>
          <p:nvSpPr>
            <p:cNvPr id="58" name="TextBox 57">
              <a:extLst>
                <a:ext uri="{FF2B5EF4-FFF2-40B4-BE49-F238E27FC236}">
                  <a16:creationId xmlns:a16="http://schemas.microsoft.com/office/drawing/2014/main" id="{72F9C6CE-F70E-833E-1BB7-1C8F1DCA37E7}"/>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59" name="Shape 2452">
              <a:extLst>
                <a:ext uri="{FF2B5EF4-FFF2-40B4-BE49-F238E27FC236}">
                  <a16:creationId xmlns:a16="http://schemas.microsoft.com/office/drawing/2014/main" id="{48E720C1-09C7-D199-59F5-47D28055041C}"/>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60" name="Group 59">
            <a:extLst>
              <a:ext uri="{FF2B5EF4-FFF2-40B4-BE49-F238E27FC236}">
                <a16:creationId xmlns:a16="http://schemas.microsoft.com/office/drawing/2014/main" id="{18B1E878-87CB-AEF4-C457-DBEE9AF1D1FE}"/>
              </a:ext>
            </a:extLst>
          </p:cNvPr>
          <p:cNvGrpSpPr/>
          <p:nvPr userDrawn="1"/>
        </p:nvGrpSpPr>
        <p:grpSpPr>
          <a:xfrm>
            <a:off x="6677616" y="5725874"/>
            <a:ext cx="951309" cy="341297"/>
            <a:chOff x="6677616" y="5725874"/>
            <a:chExt cx="951309" cy="341297"/>
          </a:xfrm>
        </p:grpSpPr>
        <p:sp>
          <p:nvSpPr>
            <p:cNvPr id="61" name="Shape 2452">
              <a:extLst>
                <a:ext uri="{FF2B5EF4-FFF2-40B4-BE49-F238E27FC236}">
                  <a16:creationId xmlns:a16="http://schemas.microsoft.com/office/drawing/2014/main" id="{1E2971BA-A131-BDFE-BE81-A6CD1AB1B9B0}"/>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62" name="TextBox 61">
              <a:extLst>
                <a:ext uri="{FF2B5EF4-FFF2-40B4-BE49-F238E27FC236}">
                  <a16:creationId xmlns:a16="http://schemas.microsoft.com/office/drawing/2014/main" id="{CB4A05A2-09C0-FAF2-861A-20D9048A37C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63" name="Group 62">
            <a:extLst>
              <a:ext uri="{FF2B5EF4-FFF2-40B4-BE49-F238E27FC236}">
                <a16:creationId xmlns:a16="http://schemas.microsoft.com/office/drawing/2014/main" id="{CD5339AF-4A3A-171E-55C8-CAF44EB8C981}"/>
              </a:ext>
            </a:extLst>
          </p:cNvPr>
          <p:cNvGrpSpPr/>
          <p:nvPr userDrawn="1"/>
        </p:nvGrpSpPr>
        <p:grpSpPr>
          <a:xfrm>
            <a:off x="8781032" y="5725874"/>
            <a:ext cx="951309" cy="341297"/>
            <a:chOff x="8781032" y="6371773"/>
            <a:chExt cx="951309" cy="341297"/>
          </a:xfrm>
        </p:grpSpPr>
        <p:sp>
          <p:nvSpPr>
            <p:cNvPr id="65" name="Shape 2452">
              <a:extLst>
                <a:ext uri="{FF2B5EF4-FFF2-40B4-BE49-F238E27FC236}">
                  <a16:creationId xmlns:a16="http://schemas.microsoft.com/office/drawing/2014/main" id="{DB060A30-71EE-AAA9-CECC-CE31F66A7C7E}"/>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67" name="TextBox 66">
              <a:extLst>
                <a:ext uri="{FF2B5EF4-FFF2-40B4-BE49-F238E27FC236}">
                  <a16:creationId xmlns:a16="http://schemas.microsoft.com/office/drawing/2014/main" id="{2BD68742-E44C-4D53-4FCE-6CC36B61013C}"/>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68" name="Group 67">
            <a:extLst>
              <a:ext uri="{FF2B5EF4-FFF2-40B4-BE49-F238E27FC236}">
                <a16:creationId xmlns:a16="http://schemas.microsoft.com/office/drawing/2014/main" id="{9B7B5779-AE47-57F2-B872-D35098B4C0A9}"/>
              </a:ext>
            </a:extLst>
          </p:cNvPr>
          <p:cNvGrpSpPr/>
          <p:nvPr userDrawn="1"/>
        </p:nvGrpSpPr>
        <p:grpSpPr>
          <a:xfrm>
            <a:off x="3522492" y="5725874"/>
            <a:ext cx="951309" cy="341297"/>
            <a:chOff x="3522492" y="6371773"/>
            <a:chExt cx="951309" cy="341297"/>
          </a:xfrm>
        </p:grpSpPr>
        <p:sp>
          <p:nvSpPr>
            <p:cNvPr id="69" name="TextBox 68">
              <a:extLst>
                <a:ext uri="{FF2B5EF4-FFF2-40B4-BE49-F238E27FC236}">
                  <a16:creationId xmlns:a16="http://schemas.microsoft.com/office/drawing/2014/main" id="{ECA45C61-9282-422B-BECB-C7E2EC28EE8C}"/>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70" name="Shape 2452">
              <a:extLst>
                <a:ext uri="{FF2B5EF4-FFF2-40B4-BE49-F238E27FC236}">
                  <a16:creationId xmlns:a16="http://schemas.microsoft.com/office/drawing/2014/main" id="{B693884A-B083-8581-D747-028FDFF22DB0}"/>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71" name="Group 70">
            <a:extLst>
              <a:ext uri="{FF2B5EF4-FFF2-40B4-BE49-F238E27FC236}">
                <a16:creationId xmlns:a16="http://schemas.microsoft.com/office/drawing/2014/main" id="{EA616A0A-90B7-2E87-3CFD-340C49FC782C}"/>
              </a:ext>
            </a:extLst>
          </p:cNvPr>
          <p:cNvGrpSpPr/>
          <p:nvPr userDrawn="1"/>
        </p:nvGrpSpPr>
        <p:grpSpPr>
          <a:xfrm>
            <a:off x="4574200" y="5725874"/>
            <a:ext cx="951309" cy="341297"/>
            <a:chOff x="4574200" y="6371773"/>
            <a:chExt cx="951309" cy="341297"/>
          </a:xfrm>
        </p:grpSpPr>
        <p:sp>
          <p:nvSpPr>
            <p:cNvPr id="72" name="Shape 2452">
              <a:extLst>
                <a:ext uri="{FF2B5EF4-FFF2-40B4-BE49-F238E27FC236}">
                  <a16:creationId xmlns:a16="http://schemas.microsoft.com/office/drawing/2014/main" id="{A86B73BD-7A41-724C-DBB4-ADD739B2A3BD}"/>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73" name="TextBox 72">
              <a:extLst>
                <a:ext uri="{FF2B5EF4-FFF2-40B4-BE49-F238E27FC236}">
                  <a16:creationId xmlns:a16="http://schemas.microsoft.com/office/drawing/2014/main" id="{3D741C62-88EF-CA5A-EE8A-1577FEE61D9C}"/>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75" name="Group 74">
            <a:extLst>
              <a:ext uri="{FF2B5EF4-FFF2-40B4-BE49-F238E27FC236}">
                <a16:creationId xmlns:a16="http://schemas.microsoft.com/office/drawing/2014/main" id="{F2DB4799-6867-3FB9-47CA-484D46A1CE0C}"/>
              </a:ext>
            </a:extLst>
          </p:cNvPr>
          <p:cNvGrpSpPr/>
          <p:nvPr userDrawn="1"/>
        </p:nvGrpSpPr>
        <p:grpSpPr>
          <a:xfrm>
            <a:off x="10884444" y="5725874"/>
            <a:ext cx="951309" cy="341297"/>
            <a:chOff x="10884444" y="6371773"/>
            <a:chExt cx="951309" cy="341297"/>
          </a:xfrm>
        </p:grpSpPr>
        <p:sp>
          <p:nvSpPr>
            <p:cNvPr id="85" name="TextBox 84">
              <a:extLst>
                <a:ext uri="{FF2B5EF4-FFF2-40B4-BE49-F238E27FC236}">
                  <a16:creationId xmlns:a16="http://schemas.microsoft.com/office/drawing/2014/main" id="{3CE03958-D72C-4FD5-5323-79A5DE9C88BE}"/>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86" name="Shape 2452">
              <a:extLst>
                <a:ext uri="{FF2B5EF4-FFF2-40B4-BE49-F238E27FC236}">
                  <a16:creationId xmlns:a16="http://schemas.microsoft.com/office/drawing/2014/main" id="{2C68EC04-1FA6-29D6-3AC6-97E221C51C69}"/>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
        <p:nvSpPr>
          <p:cNvPr id="5" name="Rectangle 7">
            <a:extLst>
              <a:ext uri="{FF2B5EF4-FFF2-40B4-BE49-F238E27FC236}">
                <a16:creationId xmlns:a16="http://schemas.microsoft.com/office/drawing/2014/main" id="{09A8FE08-DEAB-9BD1-400F-ED8ABA5653B6}"/>
              </a:ext>
            </a:extLst>
          </p:cNvPr>
          <p:cNvSpPr/>
          <p:nvPr userDrawn="1"/>
        </p:nvSpPr>
        <p:spPr>
          <a:xfrm>
            <a:off x="8568451" y="0"/>
            <a:ext cx="3623549" cy="2658017"/>
          </a:xfrm>
          <a:custGeom>
            <a:avLst/>
            <a:gdLst>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2658017 h 2658017"/>
              <a:gd name="connsiteX4" fmla="*/ 0 w 3623549"/>
              <a:gd name="connsiteY4"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67238"/>
              <a:gd name="connsiteX1" fmla="*/ 3623549 w 3623549"/>
              <a:gd name="connsiteY1" fmla="*/ 0 h 2667238"/>
              <a:gd name="connsiteX2" fmla="*/ 3623549 w 3623549"/>
              <a:gd name="connsiteY2" fmla="*/ 2658017 h 2667238"/>
              <a:gd name="connsiteX3" fmla="*/ 0 w 3623549"/>
              <a:gd name="connsiteY3" fmla="*/ 0 h 2667238"/>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 name="connsiteX0" fmla="*/ 0 w 3623549"/>
              <a:gd name="connsiteY0" fmla="*/ 0 h 2658017"/>
              <a:gd name="connsiteX1" fmla="*/ 3623549 w 3623549"/>
              <a:gd name="connsiteY1" fmla="*/ 0 h 2658017"/>
              <a:gd name="connsiteX2" fmla="*/ 3623549 w 3623549"/>
              <a:gd name="connsiteY2" fmla="*/ 2658017 h 2658017"/>
              <a:gd name="connsiteX3" fmla="*/ 0 w 3623549"/>
              <a:gd name="connsiteY3" fmla="*/ 0 h 2658017"/>
            </a:gdLst>
            <a:ahLst/>
            <a:cxnLst>
              <a:cxn ang="0">
                <a:pos x="connsiteX0" y="connsiteY0"/>
              </a:cxn>
              <a:cxn ang="0">
                <a:pos x="connsiteX1" y="connsiteY1"/>
              </a:cxn>
              <a:cxn ang="0">
                <a:pos x="connsiteX2" y="connsiteY2"/>
              </a:cxn>
              <a:cxn ang="0">
                <a:pos x="connsiteX3" y="connsiteY3"/>
              </a:cxn>
            </a:cxnLst>
            <a:rect l="l" t="t" r="r" b="b"/>
            <a:pathLst>
              <a:path w="3623549" h="2658017">
                <a:moveTo>
                  <a:pt x="0" y="0"/>
                </a:moveTo>
                <a:lnTo>
                  <a:pt x="3623549" y="0"/>
                </a:lnTo>
                <a:lnTo>
                  <a:pt x="3623549" y="2658017"/>
                </a:lnTo>
                <a:cubicBezTo>
                  <a:pt x="1659920" y="2229211"/>
                  <a:pt x="2159572" y="512781"/>
                  <a:pt x="0" y="0"/>
                </a:cubicBezTo>
                <a:close/>
              </a:path>
            </a:pathLst>
          </a:custGeom>
          <a:gradFill flip="none" rotWithShape="1">
            <a:gsLst>
              <a:gs pos="0">
                <a:srgbClr val="27AAE1"/>
              </a:gs>
              <a:gs pos="50000">
                <a:srgbClr val="5573B1"/>
              </a:gs>
              <a:gs pos="99000">
                <a:srgbClr val="5C5DA7"/>
              </a:gs>
            </a:gsLst>
            <a:lin ang="0" scaled="1"/>
            <a:tileRect/>
          </a:gradFill>
          <a:effectLst>
            <a:innerShdw blurRad="88900" dist="50800" dir="2700000">
              <a:prstClr val="black">
                <a:alpha val="25000"/>
              </a:prstClr>
            </a:innerShdw>
          </a:effectLst>
        </p:spPr>
        <p:txBody>
          <a:bodyPr vert="horz" wrap="square" lIns="90000" tIns="46800" rIns="90000" bIns="46800" rtlCol="0" anchor="ctr">
            <a:noAutofit/>
          </a:bodyPr>
          <a:lstStyle/>
          <a:p>
            <a:pPr marL="127000" lvl="0">
              <a:spcBef>
                <a:spcPts val="1200"/>
              </a:spcBef>
              <a:spcAft>
                <a:spcPts val="1200"/>
              </a:spcAft>
              <a:buClr>
                <a:srgbClr val="E7E6E6">
                  <a:lumMod val="50000"/>
                </a:srgbClr>
              </a:buClr>
              <a:buSzPct val="100000"/>
            </a:pPr>
            <a:endParaRPr lang="en-IN" sz="2000">
              <a:solidFill>
                <a:srgbClr val="FFFFFF"/>
              </a:solidFill>
              <a:latin typeface="Calibri" panose="020F0502020204030204"/>
              <a:cs typeface="Tahoma" pitchFamily="34" charset="0"/>
            </a:endParaRPr>
          </a:p>
        </p:txBody>
      </p:sp>
      <p:pic>
        <p:nvPicPr>
          <p:cNvPr id="6" name="Graphic 5">
            <a:extLst>
              <a:ext uri="{FF2B5EF4-FFF2-40B4-BE49-F238E27FC236}">
                <a16:creationId xmlns:a16="http://schemas.microsoft.com/office/drawing/2014/main" id="{7D8D250B-7D9E-AA64-4404-403D9E8F1273}"/>
              </a:ext>
            </a:extLst>
          </p:cNvPr>
          <p:cNvPicPr>
            <a:picLocks noChangeAspect="1"/>
          </p:cNvPicPr>
          <p:nvPr userDrawn="1"/>
        </p:nvPicPr>
        <p:blipFill rotWithShape="1">
          <a:blip r:embed="rId16" cstate="email">
            <a:alphaModFix amt="21000"/>
            <a:extLst>
              <a:ext uri="{28A0092B-C50C-407E-A947-70E740481C1C}">
                <a14:useLocalDpi xmlns:a14="http://schemas.microsoft.com/office/drawing/2010/main" val="0"/>
              </a:ext>
              <a:ext uri="{96DAC541-7B7A-43D3-8B79-37D633B846F1}">
                <asvg:svgBlip xmlns:asvg="http://schemas.microsoft.com/office/drawing/2016/SVG/main" r:embed="rId17"/>
              </a:ext>
            </a:extLst>
          </a:blip>
          <a:srcRect t="-1" b="9697"/>
          <a:stretch/>
        </p:blipFill>
        <p:spPr>
          <a:xfrm>
            <a:off x="10824661" y="329745"/>
            <a:ext cx="1163215" cy="2275928"/>
          </a:xfrm>
          <a:custGeom>
            <a:avLst/>
            <a:gdLst>
              <a:gd name="connsiteX0" fmla="*/ 0 w 1163215"/>
              <a:gd name="connsiteY0" fmla="*/ 0 h 2275928"/>
              <a:gd name="connsiteX1" fmla="*/ 1163215 w 1163215"/>
              <a:gd name="connsiteY1" fmla="*/ 0 h 2275928"/>
              <a:gd name="connsiteX2" fmla="*/ 1163215 w 1163215"/>
              <a:gd name="connsiteY2" fmla="*/ 2275928 h 2275928"/>
              <a:gd name="connsiteX3" fmla="*/ 1026775 w 1163215"/>
              <a:gd name="connsiteY3" fmla="*/ 2233390 h 2275928"/>
              <a:gd name="connsiteX4" fmla="*/ 91775 w 1163215"/>
              <a:gd name="connsiteY4" fmla="*/ 1625060 h 2275928"/>
              <a:gd name="connsiteX5" fmla="*/ 0 w 1163215"/>
              <a:gd name="connsiteY5" fmla="*/ 1518451 h 227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3215" h="2275928">
                <a:moveTo>
                  <a:pt x="0" y="0"/>
                </a:moveTo>
                <a:lnTo>
                  <a:pt x="1163215" y="0"/>
                </a:lnTo>
                <a:lnTo>
                  <a:pt x="1163215" y="2275928"/>
                </a:lnTo>
                <a:lnTo>
                  <a:pt x="1026775" y="2233390"/>
                </a:lnTo>
                <a:cubicBezTo>
                  <a:pt x="607842" y="2088383"/>
                  <a:pt x="322855" y="1872631"/>
                  <a:pt x="91775" y="1625060"/>
                </a:cubicBezTo>
                <a:lnTo>
                  <a:pt x="0" y="1518451"/>
                </a:lnTo>
                <a:close/>
              </a:path>
            </a:pathLst>
          </a:custGeom>
        </p:spPr>
      </p:pic>
    </p:spTree>
    <p:extLst>
      <p:ext uri="{BB962C8B-B14F-4D97-AF65-F5344CB8AC3E}">
        <p14:creationId xmlns:p14="http://schemas.microsoft.com/office/powerpoint/2010/main" val="22800849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941166E1-83D4-B383-09BF-71FDDFFB5357}"/>
              </a:ext>
            </a:extLst>
          </p:cNvPr>
          <p:cNvSpPr/>
          <p:nvPr userDrawn="1"/>
        </p:nvSpPr>
        <p:spPr>
          <a:xfrm>
            <a:off x="6746588" y="0"/>
            <a:ext cx="5445412" cy="5580442"/>
          </a:xfrm>
          <a:custGeom>
            <a:avLst/>
            <a:gdLst>
              <a:gd name="connsiteX0" fmla="*/ 3650826 w 5445412"/>
              <a:gd name="connsiteY0" fmla="*/ 2012439 h 5580442"/>
              <a:gd name="connsiteX1" fmla="*/ 3988291 w 5445412"/>
              <a:gd name="connsiteY1" fmla="*/ 2189599 h 5580442"/>
              <a:gd name="connsiteX2" fmla="*/ 3988290 w 5445412"/>
              <a:gd name="connsiteY2" fmla="*/ 2189599 h 5580442"/>
              <a:gd name="connsiteX3" fmla="*/ 3924483 w 5445412"/>
              <a:gd name="connsiteY3" fmla="*/ 2890960 h 5580442"/>
              <a:gd name="connsiteX4" fmla="*/ 835187 w 5445412"/>
              <a:gd name="connsiteY4" fmla="*/ 5465029 h 5580442"/>
              <a:gd name="connsiteX5" fmla="*/ 133827 w 5445412"/>
              <a:gd name="connsiteY5" fmla="*/ 5401221 h 5580442"/>
              <a:gd name="connsiteX6" fmla="*/ 197633 w 5445412"/>
              <a:gd name="connsiteY6" fmla="*/ 4699862 h 5580442"/>
              <a:gd name="connsiteX7" fmla="*/ 3286931 w 5445412"/>
              <a:gd name="connsiteY7" fmla="*/ 2125792 h 5580442"/>
              <a:gd name="connsiteX8" fmla="*/ 3650826 w 5445412"/>
              <a:gd name="connsiteY8" fmla="*/ 2012439 h 5580442"/>
              <a:gd name="connsiteX9" fmla="*/ 5445412 w 5445412"/>
              <a:gd name="connsiteY9" fmla="*/ 1740925 h 5580442"/>
              <a:gd name="connsiteX10" fmla="*/ 5445412 w 5445412"/>
              <a:gd name="connsiteY10" fmla="*/ 3037314 h 5580442"/>
              <a:gd name="connsiteX11" fmla="*/ 2774226 w 5445412"/>
              <a:gd name="connsiteY11" fmla="*/ 5263005 h 5580442"/>
              <a:gd name="connsiteX12" fmla="*/ 2072865 w 5445412"/>
              <a:gd name="connsiteY12" fmla="*/ 5199198 h 5580442"/>
              <a:gd name="connsiteX13" fmla="*/ 2136672 w 5445412"/>
              <a:gd name="connsiteY13" fmla="*/ 4497838 h 5580442"/>
              <a:gd name="connsiteX14" fmla="*/ 5445412 w 5445412"/>
              <a:gd name="connsiteY14" fmla="*/ 327304 h 5580442"/>
              <a:gd name="connsiteX15" fmla="*/ 5445412 w 5445412"/>
              <a:gd name="connsiteY15" fmla="*/ 1623695 h 5580442"/>
              <a:gd name="connsiteX16" fmla="*/ 4801989 w 5445412"/>
              <a:gd name="connsiteY16" fmla="*/ 2159809 h 5580442"/>
              <a:gd name="connsiteX17" fmla="*/ 4100628 w 5445412"/>
              <a:gd name="connsiteY17" fmla="*/ 2096003 h 5580442"/>
              <a:gd name="connsiteX18" fmla="*/ 4164435 w 5445412"/>
              <a:gd name="connsiteY18" fmla="*/ 1394642 h 5580442"/>
              <a:gd name="connsiteX19" fmla="*/ 4144497 w 5445412"/>
              <a:gd name="connsiteY19" fmla="*/ 0 h 5580442"/>
              <a:gd name="connsiteX20" fmla="*/ 5445412 w 5445412"/>
              <a:gd name="connsiteY20" fmla="*/ 0 h 5580442"/>
              <a:gd name="connsiteX21" fmla="*/ 5445412 w 5445412"/>
              <a:gd name="connsiteY21" fmla="*/ 212439 h 5580442"/>
              <a:gd name="connsiteX22" fmla="*/ 835368 w 5445412"/>
              <a:gd name="connsiteY22" fmla="*/ 4053629 h 5580442"/>
              <a:gd name="connsiteX23" fmla="*/ 134007 w 5445412"/>
              <a:gd name="connsiteY23" fmla="*/ 3989822 h 5580442"/>
              <a:gd name="connsiteX24" fmla="*/ 197814 w 5445412"/>
              <a:gd name="connsiteY24" fmla="*/ 3288462 h 5580442"/>
              <a:gd name="connsiteX25" fmla="*/ 2446252 w 5445412"/>
              <a:gd name="connsiteY25" fmla="*/ 0 h 5580442"/>
              <a:gd name="connsiteX26" fmla="*/ 4002128 w 5445412"/>
              <a:gd name="connsiteY26" fmla="*/ 0 h 5580442"/>
              <a:gd name="connsiteX27" fmla="*/ 816775 w 5445412"/>
              <a:gd name="connsiteY27" fmla="*/ 2654107 h 5580442"/>
              <a:gd name="connsiteX28" fmla="*/ 115414 w 5445412"/>
              <a:gd name="connsiteY28" fmla="*/ 2590300 h 5580442"/>
              <a:gd name="connsiteX29" fmla="*/ 179221 w 5445412"/>
              <a:gd name="connsiteY29" fmla="*/ 1888939 h 558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445412" h="5580442">
                <a:moveTo>
                  <a:pt x="3650826" y="2012439"/>
                </a:moveTo>
                <a:cubicBezTo>
                  <a:pt x="3777748" y="2023985"/>
                  <a:pt x="3900263" y="2083951"/>
                  <a:pt x="3988291" y="2189599"/>
                </a:cubicBezTo>
                <a:lnTo>
                  <a:pt x="3988290" y="2189599"/>
                </a:lnTo>
                <a:cubicBezTo>
                  <a:pt x="4164346" y="2400895"/>
                  <a:pt x="4135779" y="2714903"/>
                  <a:pt x="3924483" y="2890960"/>
                </a:cubicBezTo>
                <a:lnTo>
                  <a:pt x="835187" y="5465029"/>
                </a:lnTo>
                <a:cubicBezTo>
                  <a:pt x="623892" y="5641085"/>
                  <a:pt x="309883" y="5612517"/>
                  <a:pt x="133827" y="5401221"/>
                </a:cubicBezTo>
                <a:cubicBezTo>
                  <a:pt x="-42228" y="5189926"/>
                  <a:pt x="-13662" y="4875917"/>
                  <a:pt x="197633" y="4699862"/>
                </a:cubicBezTo>
                <a:cubicBezTo>
                  <a:pt x="1227399" y="3841838"/>
                  <a:pt x="2257165" y="2983816"/>
                  <a:pt x="3286931" y="2125792"/>
                </a:cubicBezTo>
                <a:cubicBezTo>
                  <a:pt x="3392580" y="2037765"/>
                  <a:pt x="3523905" y="2000892"/>
                  <a:pt x="3650826" y="2012439"/>
                </a:cubicBezTo>
                <a:close/>
                <a:moveTo>
                  <a:pt x="5445412" y="1740925"/>
                </a:moveTo>
                <a:lnTo>
                  <a:pt x="5445412" y="3037314"/>
                </a:lnTo>
                <a:lnTo>
                  <a:pt x="2774226" y="5263005"/>
                </a:lnTo>
                <a:cubicBezTo>
                  <a:pt x="2562931" y="5439061"/>
                  <a:pt x="2248921" y="5410494"/>
                  <a:pt x="2072865" y="5199198"/>
                </a:cubicBezTo>
                <a:cubicBezTo>
                  <a:pt x="1896809" y="4987903"/>
                  <a:pt x="1925378" y="4673894"/>
                  <a:pt x="2136672" y="4497838"/>
                </a:cubicBezTo>
                <a:close/>
                <a:moveTo>
                  <a:pt x="5445412" y="327304"/>
                </a:moveTo>
                <a:lnTo>
                  <a:pt x="5445412" y="1623695"/>
                </a:lnTo>
                <a:lnTo>
                  <a:pt x="4801989" y="2159809"/>
                </a:lnTo>
                <a:cubicBezTo>
                  <a:pt x="4590694" y="2335865"/>
                  <a:pt x="4276684" y="2307298"/>
                  <a:pt x="4100628" y="2096003"/>
                </a:cubicBezTo>
                <a:cubicBezTo>
                  <a:pt x="3924572" y="1884707"/>
                  <a:pt x="3953139" y="1570698"/>
                  <a:pt x="4164435" y="1394642"/>
                </a:cubicBezTo>
                <a:close/>
                <a:moveTo>
                  <a:pt x="4144497" y="0"/>
                </a:moveTo>
                <a:lnTo>
                  <a:pt x="5445412" y="0"/>
                </a:lnTo>
                <a:lnTo>
                  <a:pt x="5445412" y="212439"/>
                </a:lnTo>
                <a:lnTo>
                  <a:pt x="835368" y="4053629"/>
                </a:lnTo>
                <a:cubicBezTo>
                  <a:pt x="624073" y="4229685"/>
                  <a:pt x="310063" y="4201118"/>
                  <a:pt x="134007" y="3989822"/>
                </a:cubicBezTo>
                <a:cubicBezTo>
                  <a:pt x="-42048" y="3778527"/>
                  <a:pt x="-13481" y="3464518"/>
                  <a:pt x="197814" y="3288462"/>
                </a:cubicBezTo>
                <a:close/>
                <a:moveTo>
                  <a:pt x="2446252" y="0"/>
                </a:moveTo>
                <a:lnTo>
                  <a:pt x="4002128" y="0"/>
                </a:lnTo>
                <a:lnTo>
                  <a:pt x="816775" y="2654107"/>
                </a:lnTo>
                <a:cubicBezTo>
                  <a:pt x="605479" y="2830163"/>
                  <a:pt x="291470" y="2801595"/>
                  <a:pt x="115414" y="2590300"/>
                </a:cubicBezTo>
                <a:cubicBezTo>
                  <a:pt x="-60641" y="2379005"/>
                  <a:pt x="-32075" y="2064995"/>
                  <a:pt x="179221" y="1888939"/>
                </a:cubicBezTo>
                <a:close/>
              </a:path>
            </a:pathLst>
          </a:cu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11" name="Object 10"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597308" y="2740358"/>
            <a:ext cx="5371689" cy="461665"/>
          </a:xfrm>
          <a:prstGeom prst="rect">
            <a:avLst/>
          </a:prstGeom>
        </p:spPr>
        <p:txBody>
          <a:bodyPr vert="horz" lIns="0" tIns="0" rIns="0" bIns="0" anchor="b" anchorCtr="0"/>
          <a:lstStyle>
            <a:lvl1pPr algn="l" defTabSz="914400" rtl="0" eaLnBrk="1" latinLnBrk="0" hangingPunct="1">
              <a:spcBef>
                <a:spcPct val="0"/>
              </a:spcBef>
              <a:buNone/>
              <a:defRPr lang="en-US" sz="30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a:lstStyle>
          <a:p>
            <a:r>
              <a:rPr lang="en-US"/>
              <a:t>Click to edit Master title style</a:t>
            </a:r>
          </a:p>
        </p:txBody>
      </p:sp>
      <p:sp>
        <p:nvSpPr>
          <p:cNvPr id="3" name="Subtitle 2"/>
          <p:cNvSpPr>
            <a:spLocks noGrp="1"/>
          </p:cNvSpPr>
          <p:nvPr>
            <p:ph type="subTitle" idx="1"/>
          </p:nvPr>
        </p:nvSpPr>
        <p:spPr>
          <a:xfrm>
            <a:off x="597308" y="3302541"/>
            <a:ext cx="5371689" cy="335280"/>
          </a:xfrm>
        </p:spPr>
        <p:txBody>
          <a:bodyPr lIns="0" tIns="0" rIns="0" bIns="0" anchor="b" anchorCtr="0">
            <a:noAutofit/>
          </a:bodyPr>
          <a:lstStyle>
            <a:lvl1pPr marL="0" indent="0" algn="l" defTabSz="914400" rtl="0" eaLnBrk="1" latinLnBrk="0" hangingPunct="1">
              <a:spcBef>
                <a:spcPts val="600"/>
              </a:spcBef>
              <a:buClr>
                <a:schemeClr val="bg2">
                  <a:lumMod val="50000"/>
                </a:schemeClr>
              </a:buClr>
              <a:buFont typeface="Arial" panose="020B0604020202020204" pitchFamily="34" charset="0"/>
              <a:buNone/>
              <a:defRPr lang="en-US" sz="1800" kern="1200" dirty="0">
                <a:solidFill>
                  <a:schemeClr val="tx1"/>
                </a:solidFill>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597308" y="3738344"/>
            <a:ext cx="5371689" cy="304800"/>
          </a:xfrm>
        </p:spPr>
        <p:txBody>
          <a:bodyPr lIns="0" tIns="0" rIns="0" bIns="0" anchor="b" anchorCtr="0">
            <a:noAutofit/>
          </a:bodyPr>
          <a:lstStyle>
            <a:lvl1pPr marL="233045" indent="-229870" algn="l" defTabSz="914400" rtl="0" eaLnBrk="1" latinLnBrk="0" hangingPunct="1">
              <a:spcBef>
                <a:spcPts val="600"/>
              </a:spcBef>
              <a:buClr>
                <a:schemeClr val="bg2">
                  <a:lumMod val="50000"/>
                </a:schemeClr>
              </a:buClr>
              <a:buFontTx/>
              <a:buNone/>
              <a:defRPr lang="en-US" sz="1400" kern="1200" baseline="0" dirty="0">
                <a:solidFill>
                  <a:schemeClr val="tx1"/>
                </a:solidFill>
                <a:latin typeface="+mn-lt"/>
                <a:ea typeface="+mn-ea"/>
                <a:cs typeface="Tahoma"/>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This presentation is provided to you by Trinity, LLC. The presentation is meant to enhance discussions between your organization and Trinity, LLC. </a:t>
            </a:r>
            <a:b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br>
            <a:r>
              <a:rPr kumimoji="0" lang="en-US" sz="700" b="0" i="0" u="none" strike="noStrike" kern="1200" cap="none" spc="0" normalizeH="0" baseline="0" noProof="0">
                <a:ln>
                  <a:noFill/>
                </a:ln>
                <a:solidFill>
                  <a:srgbClr val="E7E6E6">
                    <a:lumMod val="50000"/>
                  </a:srgbClr>
                </a:solidFill>
                <a:effectLst/>
                <a:uLnTx/>
                <a:uFillTx/>
                <a:latin typeface="Calibri" panose="020F0502020204030204"/>
                <a:ea typeface="+mn-ea"/>
                <a:cs typeface="+mn-cs"/>
              </a:rPr>
              <a:t>The substance of this presentation is confidential and may be legally privileged.  This presentation is intended only for those in attendance.</a:t>
            </a:r>
          </a:p>
        </p:txBody>
      </p:sp>
      <p:sp>
        <p:nvSpPr>
          <p:cNvPr id="17" name="Picture Placeholder 16"/>
          <p:cNvSpPr>
            <a:spLocks noGrp="1"/>
          </p:cNvSpPr>
          <p:nvPr>
            <p:ph type="pic" sz="quarter" idx="14" hasCustomPrompt="1"/>
          </p:nvPr>
        </p:nvSpPr>
        <p:spPr>
          <a:xfrm>
            <a:off x="597308" y="783323"/>
            <a:ext cx="5371688" cy="1676400"/>
          </a:xfrm>
        </p:spPr>
        <p:txBody>
          <a:bodyPr anchor="ctr"/>
          <a:lstStyle>
            <a:lvl1pPr marL="3175" indent="0" algn="ctr">
              <a:buNone/>
              <a:defRPr baseline="0"/>
            </a:lvl1pPr>
          </a:lstStyle>
          <a:p>
            <a:r>
              <a:rPr lang="en-US"/>
              <a:t>Placeholder for Client / Trinity Logo</a:t>
            </a:r>
          </a:p>
        </p:txBody>
      </p:sp>
      <p:sp>
        <p:nvSpPr>
          <p:cNvPr id="4" name="Freeform: Shape 3">
            <a:extLst>
              <a:ext uri="{FF2B5EF4-FFF2-40B4-BE49-F238E27FC236}">
                <a16:creationId xmlns:a16="http://schemas.microsoft.com/office/drawing/2014/main" id="{95A42EC8-16B0-D828-9C33-9788F9908295}"/>
              </a:ext>
            </a:extLst>
          </p:cNvPr>
          <p:cNvSpPr/>
          <p:nvPr userDrawn="1"/>
        </p:nvSpPr>
        <p:spPr>
          <a:xfrm rot="16200000">
            <a:off x="1021553" y="4604550"/>
            <a:ext cx="1231897" cy="32750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0" scaled="1"/>
          </a:gradFill>
          <a:ln>
            <a:noFill/>
          </a:ln>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0800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tags" Target="../tags/tag14.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tags" Target="../tags/tag13.xml"/><Relationship Id="rId2" Type="http://schemas.openxmlformats.org/officeDocument/2006/relationships/slideLayout" Target="../slideLayouts/slideLayout11.xml"/><Relationship Id="rId16" Type="http://schemas.openxmlformats.org/officeDocument/2006/relationships/theme" Target="../theme/theme2.xml"/><Relationship Id="rId20" Type="http://schemas.openxmlformats.org/officeDocument/2006/relationships/image" Target="../media/image1.emf"/><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oleObject" Target="../embeddings/oleObject11.bin"/><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7"/>
            </p:custDataLst>
            <p:extLst>
              <p:ext uri="{D42A27DB-BD31-4B8C-83A1-F6EECF244321}">
                <p14:modId xmlns:p14="http://schemas.microsoft.com/office/powerpoint/2010/main" val="280826091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9" imgW="383" imgH="384" progId="TCLayout.ActiveDocument.1">
                  <p:embed/>
                </p:oleObj>
              </mc:Choice>
              <mc:Fallback>
                <p:oleObj name="think-cell Slide" r:id="rId19" imgW="383" imgH="384" progId="TCLayout.ActiveDocument.1">
                  <p:embed/>
                  <p:pic>
                    <p:nvPicPr>
                      <p:cNvPr id="6" name="Object 5" hidden="1"/>
                      <p:cNvPicPr/>
                      <p:nvPr/>
                    </p:nvPicPr>
                    <p:blipFill>
                      <a:blip r:embed="rId20"/>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8"/>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300578"/>
            <a:ext cx="10972800" cy="800219"/>
          </a:xfrm>
          <a:prstGeom prst="rect">
            <a:avLst/>
          </a:prstGeom>
          <a:noFill/>
        </p:spPr>
        <p:txBody>
          <a:bodyPr vert="horz" lIns="0" tIns="0" rIns="0" bIns="0" rtlCol="0" anchor="t">
            <a:sp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105CFA7-2D79-9C6C-A7AC-669EC6993B1B}"/>
              </a:ext>
            </a:extLst>
          </p:cNvPr>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lumMod val="50000"/>
                  </a:schemeClr>
                </a:solidFill>
              </a:rPr>
              <a:pPr algn="ctr"/>
              <a:t>‹#›</a:t>
            </a:fld>
            <a:endParaRPr lang="en-US" sz="900">
              <a:solidFill>
                <a:schemeClr val="bg1">
                  <a:lumMod val="50000"/>
                </a:schemeClr>
              </a:solidFill>
            </a:endParaRPr>
          </a:p>
        </p:txBody>
      </p:sp>
      <p:sp>
        <p:nvSpPr>
          <p:cNvPr id="7" name="Freeform: Shape 6">
            <a:extLst>
              <a:ext uri="{FF2B5EF4-FFF2-40B4-BE49-F238E27FC236}">
                <a16:creationId xmlns:a16="http://schemas.microsoft.com/office/drawing/2014/main" id="{7A5B4747-322E-690F-1005-197546590BBC}"/>
              </a:ext>
            </a:extLst>
          </p:cNvPr>
          <p:cNvSpPr/>
          <p:nvPr userDrawn="1"/>
        </p:nvSpPr>
        <p:spPr>
          <a:xfrm flipH="1">
            <a:off x="11940241" y="2"/>
            <a:ext cx="251758" cy="669301"/>
          </a:xfrm>
          <a:custGeom>
            <a:avLst/>
            <a:gdLst>
              <a:gd name="connsiteX0" fmla="*/ 0 w 644166"/>
              <a:gd name="connsiteY0" fmla="*/ 959703 h 1712517"/>
              <a:gd name="connsiteX1" fmla="*/ 0 w 644166"/>
              <a:gd name="connsiteY1" fmla="*/ 1277158 h 1712517"/>
              <a:gd name="connsiteX2" fmla="*/ 330949 w 644166"/>
              <a:gd name="connsiteY2" fmla="*/ 1676581 h 1712517"/>
              <a:gd name="connsiteX3" fmla="*/ 472926 w 644166"/>
              <a:gd name="connsiteY3" fmla="*/ 1689205 h 1712517"/>
              <a:gd name="connsiteX4" fmla="*/ 486912 w 644166"/>
              <a:gd name="connsiteY4" fmla="*/ 1547354 h 1712517"/>
              <a:gd name="connsiteX5" fmla="*/ 0 w 644166"/>
              <a:gd name="connsiteY5" fmla="*/ 266988 h 1712517"/>
              <a:gd name="connsiteX6" fmla="*/ 0 w 644166"/>
              <a:gd name="connsiteY6" fmla="*/ 584443 h 1712517"/>
              <a:gd name="connsiteX7" fmla="*/ 465455 w 644166"/>
              <a:gd name="connsiteY7" fmla="*/ 1146198 h 1712517"/>
              <a:gd name="connsiteX8" fmla="*/ 607433 w 644166"/>
              <a:gd name="connsiteY8" fmla="*/ 1158823 h 1712517"/>
              <a:gd name="connsiteX9" fmla="*/ 621416 w 644166"/>
              <a:gd name="connsiteY9" fmla="*/ 1016975 h 1712517"/>
              <a:gd name="connsiteX10" fmla="*/ 352745 w 644166"/>
              <a:gd name="connsiteY10" fmla="*/ 0 h 1712517"/>
              <a:gd name="connsiteX11" fmla="*/ 89711 w 644166"/>
              <a:gd name="connsiteY11" fmla="*/ 0 h 1712517"/>
              <a:gd name="connsiteX12" fmla="*/ 383081 w 644166"/>
              <a:gd name="connsiteY12" fmla="*/ 354069 h 1712517"/>
              <a:gd name="connsiteX13" fmla="*/ 525058 w 644166"/>
              <a:gd name="connsiteY13" fmla="*/ 366693 h 1712517"/>
              <a:gd name="connsiteX14" fmla="*/ 539044 w 644166"/>
              <a:gd name="connsiteY14" fmla="*/ 224844 h 171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166" h="1712517">
                <a:moveTo>
                  <a:pt x="0" y="959703"/>
                </a:moveTo>
                <a:lnTo>
                  <a:pt x="0" y="1277158"/>
                </a:lnTo>
                <a:lnTo>
                  <a:pt x="330949" y="1676581"/>
                </a:lnTo>
                <a:cubicBezTo>
                  <a:pt x="366107" y="1719011"/>
                  <a:pt x="430088" y="1724700"/>
                  <a:pt x="472926" y="1689205"/>
                </a:cubicBezTo>
                <a:cubicBezTo>
                  <a:pt x="515767" y="1653708"/>
                  <a:pt x="522070" y="1589786"/>
                  <a:pt x="486912" y="1547354"/>
                </a:cubicBezTo>
                <a:close/>
                <a:moveTo>
                  <a:pt x="0" y="266988"/>
                </a:moveTo>
                <a:lnTo>
                  <a:pt x="0" y="584443"/>
                </a:lnTo>
                <a:lnTo>
                  <a:pt x="465455" y="1146198"/>
                </a:lnTo>
                <a:cubicBezTo>
                  <a:pt x="500613" y="1188631"/>
                  <a:pt x="564590" y="1194320"/>
                  <a:pt x="607433" y="1158823"/>
                </a:cubicBezTo>
                <a:cubicBezTo>
                  <a:pt x="650273" y="1123328"/>
                  <a:pt x="656572" y="1059406"/>
                  <a:pt x="621416" y="1016975"/>
                </a:cubicBezTo>
                <a:close/>
                <a:moveTo>
                  <a:pt x="352745" y="0"/>
                </a:moveTo>
                <a:lnTo>
                  <a:pt x="89711" y="0"/>
                </a:lnTo>
                <a:lnTo>
                  <a:pt x="383081" y="354069"/>
                </a:lnTo>
                <a:cubicBezTo>
                  <a:pt x="418239" y="396501"/>
                  <a:pt x="482218" y="402189"/>
                  <a:pt x="525058" y="366693"/>
                </a:cubicBezTo>
                <a:cubicBezTo>
                  <a:pt x="567899" y="331198"/>
                  <a:pt x="574202" y="267274"/>
                  <a:pt x="539044" y="224844"/>
                </a:cubicBezTo>
                <a:close/>
              </a:path>
            </a:pathLst>
          </a:custGeom>
          <a:gradFill>
            <a:gsLst>
              <a:gs pos="0">
                <a:srgbClr val="32A7DA"/>
              </a:gs>
              <a:gs pos="53000">
                <a:srgbClr val="5C5FA5">
                  <a:lumMod val="98000"/>
                </a:srgbClr>
              </a:gs>
              <a:gs pos="100000">
                <a:srgbClr val="5C5FA5">
                  <a:lumMod val="87000"/>
                </a:srgbClr>
              </a:gs>
            </a:gsLst>
            <a:lin ang="18900000" scaled="1"/>
          </a:gra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41807821"/>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Lst>
  <p:hf hdr="0" ftr="0" dt="0"/>
  <p:txStyles>
    <p:titleStyle>
      <a:lvl1pPr marL="0" algn="l" defTabSz="914400" rtl="0" eaLnBrk="1" latinLnBrk="0" hangingPunct="1">
        <a:spcBef>
          <a:spcPct val="0"/>
        </a:spcBef>
        <a:buNone/>
        <a:defRPr lang="en-US" sz="2600" b="1" i="0" kern="1200" spc="0" baseline="0" dirty="0">
          <a:gradFill flip="none" rotWithShape="1">
            <a:gsLst>
              <a:gs pos="0">
                <a:srgbClr val="32A7DA"/>
              </a:gs>
              <a:gs pos="53000">
                <a:srgbClr val="5C5FA5">
                  <a:lumMod val="98000"/>
                </a:srgbClr>
              </a:gs>
              <a:gs pos="100000">
                <a:srgbClr val="5C5FA5">
                  <a:lumMod val="87000"/>
                </a:srgbClr>
              </a:gs>
            </a:gsLst>
            <a:lin ang="0" scaled="1"/>
            <a:tileRect/>
          </a:gra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tx2"/>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24.xml"/><Relationship Id="rId1" Type="http://schemas.openxmlformats.org/officeDocument/2006/relationships/tags" Target="../tags/tag27.xml"/><Relationship Id="rId6" Type="http://schemas.openxmlformats.org/officeDocument/2006/relationships/image" Target="../media/image7.png"/><Relationship Id="rId5" Type="http://schemas.openxmlformats.org/officeDocument/2006/relationships/image" Target="../media/image29.emf"/><Relationship Id="rId4" Type="http://schemas.openxmlformats.org/officeDocument/2006/relationships/oleObject" Target="../embeddings/oleObject2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407B-C44D-9436-7414-19479F71D9A0}"/>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9BEA0EBA-6B01-5724-4CDA-F983D7EE8FA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9BEA0EBA-6B01-5724-4CDA-F983D7EE8FA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FF1A54E-10F0-3322-751E-C44A7E69ED9D}"/>
              </a:ext>
            </a:extLst>
          </p:cNvPr>
          <p:cNvSpPr>
            <a:spLocks noGrp="1"/>
          </p:cNvSpPr>
          <p:nvPr>
            <p:ph type="ctrTitle"/>
          </p:nvPr>
        </p:nvSpPr>
        <p:spPr/>
        <p:txBody>
          <a:bodyPr vert="horz"/>
          <a:lstStyle/>
          <a:p>
            <a:r>
              <a:rPr lang="en-US"/>
              <a:t>Semantic Layer </a:t>
            </a:r>
            <a:r>
              <a:rPr lang="en-US" dirty="0"/>
              <a:t>POV</a:t>
            </a:r>
          </a:p>
        </p:txBody>
      </p:sp>
      <p:pic>
        <p:nvPicPr>
          <p:cNvPr id="14" name="Graphic 13">
            <a:extLst>
              <a:ext uri="{FF2B5EF4-FFF2-40B4-BE49-F238E27FC236}">
                <a16:creationId xmlns:a16="http://schemas.microsoft.com/office/drawing/2014/main" id="{698F2407-422F-73D0-CE90-ECF10A5619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2970" y="1387877"/>
            <a:ext cx="3952053" cy="951420"/>
          </a:xfrm>
          <a:prstGeom prst="rect">
            <a:avLst/>
          </a:prstGeom>
        </p:spPr>
      </p:pic>
      <p:sp>
        <p:nvSpPr>
          <p:cNvPr id="7" name="Text Placeholder 6">
            <a:extLst>
              <a:ext uri="{FF2B5EF4-FFF2-40B4-BE49-F238E27FC236}">
                <a16:creationId xmlns:a16="http://schemas.microsoft.com/office/drawing/2014/main" id="{ECAED702-46A0-1538-4D29-E906397D4411}"/>
              </a:ext>
            </a:extLst>
          </p:cNvPr>
          <p:cNvSpPr>
            <a:spLocks noGrp="1"/>
          </p:cNvSpPr>
          <p:nvPr>
            <p:ph type="body" sz="quarter" idx="13"/>
          </p:nvPr>
        </p:nvSpPr>
        <p:spPr/>
        <p:txBody>
          <a:bodyPr/>
          <a:lstStyle/>
          <a:p>
            <a:r>
              <a:rPr lang="en-IN" dirty="0"/>
              <a:t>Apr, 2025</a:t>
            </a:r>
          </a:p>
        </p:txBody>
      </p:sp>
    </p:spTree>
    <p:extLst>
      <p:ext uri="{BB962C8B-B14F-4D97-AF65-F5344CB8AC3E}">
        <p14:creationId xmlns:p14="http://schemas.microsoft.com/office/powerpoint/2010/main" val="2671440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DF7C2C-957B-349C-7291-46550758E029}"/>
              </a:ext>
            </a:extLst>
          </p:cNvPr>
          <p:cNvSpPr>
            <a:spLocks noGrp="1"/>
          </p:cNvSpPr>
          <p:nvPr>
            <p:ph type="title"/>
          </p:nvPr>
        </p:nvSpPr>
        <p:spPr/>
        <p:txBody>
          <a:bodyPr/>
          <a:lstStyle/>
          <a:p>
            <a:r>
              <a:rPr lang="en-US"/>
              <a:t>Agenda</a:t>
            </a:r>
            <a:endParaRPr lang="en-IN"/>
          </a:p>
        </p:txBody>
      </p:sp>
      <p:sp>
        <p:nvSpPr>
          <p:cNvPr id="8" name="Text Placeholder 1">
            <a:extLst>
              <a:ext uri="{FF2B5EF4-FFF2-40B4-BE49-F238E27FC236}">
                <a16:creationId xmlns:a16="http://schemas.microsoft.com/office/drawing/2014/main" id="{DFE3864C-C11E-D4BE-D06B-580577BA9240}"/>
              </a:ext>
            </a:extLst>
          </p:cNvPr>
          <p:cNvSpPr txBox="1">
            <a:spLocks/>
          </p:cNvSpPr>
          <p:nvPr/>
        </p:nvSpPr>
        <p:spPr>
          <a:xfrm>
            <a:off x="5664200" y="1009403"/>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tx1">
                    <a:lumMod val="50000"/>
                  </a:schemeClr>
                </a:solidFill>
              </a:rPr>
              <a:t>Background</a:t>
            </a:r>
          </a:p>
        </p:txBody>
      </p:sp>
      <p:sp>
        <p:nvSpPr>
          <p:cNvPr id="9" name="Text Placeholder 1">
            <a:extLst>
              <a:ext uri="{FF2B5EF4-FFF2-40B4-BE49-F238E27FC236}">
                <a16:creationId xmlns:a16="http://schemas.microsoft.com/office/drawing/2014/main" id="{912D8D05-AEEA-7EEE-6290-9CF12DA2A2D5}"/>
              </a:ext>
            </a:extLst>
          </p:cNvPr>
          <p:cNvSpPr txBox="1">
            <a:spLocks/>
          </p:cNvSpPr>
          <p:nvPr/>
        </p:nvSpPr>
        <p:spPr>
          <a:xfrm>
            <a:off x="5664200" y="2499800"/>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tx1">
                    <a:lumMod val="50000"/>
                  </a:schemeClr>
                </a:solidFill>
              </a:rPr>
              <a:t>Products Capabilities &amp; Comparison</a:t>
            </a:r>
          </a:p>
        </p:txBody>
      </p:sp>
      <p:sp>
        <p:nvSpPr>
          <p:cNvPr id="10" name="Text Placeholder 1">
            <a:extLst>
              <a:ext uri="{FF2B5EF4-FFF2-40B4-BE49-F238E27FC236}">
                <a16:creationId xmlns:a16="http://schemas.microsoft.com/office/drawing/2014/main" id="{1849FEBA-6E3B-754A-3608-26C2F3D12F79}"/>
              </a:ext>
            </a:extLst>
          </p:cNvPr>
          <p:cNvSpPr txBox="1">
            <a:spLocks/>
          </p:cNvSpPr>
          <p:nvPr/>
        </p:nvSpPr>
        <p:spPr>
          <a:xfrm>
            <a:off x="5673344" y="4058451"/>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tx1">
                    <a:lumMod val="50000"/>
                  </a:schemeClr>
                </a:solidFill>
              </a:rPr>
              <a:t>Fitment into IRIS</a:t>
            </a:r>
          </a:p>
        </p:txBody>
      </p:sp>
      <p:sp>
        <p:nvSpPr>
          <p:cNvPr id="3" name="Text Placeholder 1">
            <a:extLst>
              <a:ext uri="{FF2B5EF4-FFF2-40B4-BE49-F238E27FC236}">
                <a16:creationId xmlns:a16="http://schemas.microsoft.com/office/drawing/2014/main" id="{5D2F5933-7F9F-17EA-F078-5B98D09CCAD1}"/>
              </a:ext>
            </a:extLst>
          </p:cNvPr>
          <p:cNvSpPr txBox="1">
            <a:spLocks/>
          </p:cNvSpPr>
          <p:nvPr/>
        </p:nvSpPr>
        <p:spPr>
          <a:xfrm>
            <a:off x="5673344" y="3308643"/>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dirty="0">
                <a:solidFill>
                  <a:schemeClr val="tx1">
                    <a:lumMod val="50000"/>
                  </a:schemeClr>
                </a:solidFill>
              </a:rPr>
              <a:t>Products and Price Comparison</a:t>
            </a:r>
          </a:p>
        </p:txBody>
      </p:sp>
      <p:sp>
        <p:nvSpPr>
          <p:cNvPr id="2" name="Text Placeholder 1">
            <a:extLst>
              <a:ext uri="{FF2B5EF4-FFF2-40B4-BE49-F238E27FC236}">
                <a16:creationId xmlns:a16="http://schemas.microsoft.com/office/drawing/2014/main" id="{59F84AFC-1721-D633-289F-B186D08CCC48}"/>
              </a:ext>
            </a:extLst>
          </p:cNvPr>
          <p:cNvSpPr txBox="1">
            <a:spLocks/>
          </p:cNvSpPr>
          <p:nvPr/>
        </p:nvSpPr>
        <p:spPr>
          <a:xfrm>
            <a:off x="5664200" y="1754965"/>
            <a:ext cx="5772150" cy="543623"/>
          </a:xfrm>
          <a:prstGeom prst="roundRect">
            <a:avLst>
              <a:gd name="adj" fmla="val 49986"/>
            </a:avLst>
          </a:prstGeom>
          <a:solidFill>
            <a:schemeClr val="tx2">
              <a:lumMod val="10000"/>
              <a:lumOff val="90000"/>
            </a:schemeClr>
          </a:solidFill>
        </p:spPr>
        <p:txBody>
          <a:bodyPr vert="horz" wrap="square" lIns="90000" tIns="46800" rIns="90000" bIns="46800" rtlCol="0" anchor="ctr">
            <a:noAutofit/>
          </a:bodyPr>
          <a:lstStyle>
            <a:lvl1pPr marL="190500" indent="-187325" algn="l" defTabSz="914400" rtl="0" eaLnBrk="1" latinLnBrk="0" hangingPunct="1">
              <a:spcBef>
                <a:spcPts val="1200"/>
              </a:spcBef>
              <a:spcAft>
                <a:spcPts val="1200"/>
              </a:spcAft>
              <a:buClr>
                <a:schemeClr val="bg2">
                  <a:lumMod val="50000"/>
                </a:schemeClr>
              </a:buClr>
              <a:buSzPct val="100000"/>
              <a:buFont typeface="Arial" charset="0"/>
              <a:buChar char="•"/>
              <a:defRPr sz="2000" kern="1200">
                <a:solidFill>
                  <a:schemeClr val="tx1"/>
                </a:solidFill>
                <a:latin typeface="+mn-lt"/>
                <a:ea typeface="+mn-ea"/>
                <a:cs typeface="Tahoma" pitchFamily="34" charset="0"/>
              </a:defRPr>
            </a:lvl1pPr>
            <a:lvl2pPr marL="439738" indent="-250825" algn="l" defTabSz="914400" rtl="0" eaLnBrk="1" latinLnBrk="0" hangingPunct="1">
              <a:spcBef>
                <a:spcPts val="600"/>
              </a:spcBef>
              <a:spcAft>
                <a:spcPts val="600"/>
              </a:spcAft>
              <a:buClr>
                <a:schemeClr val="bg2">
                  <a:lumMod val="50000"/>
                </a:schemeClr>
              </a:buClr>
              <a:buFont typeface="Courier New" pitchFamily="49" charset="0"/>
              <a:buChar char="­"/>
              <a:defRPr sz="1800" kern="1200">
                <a:solidFill>
                  <a:schemeClr val="accent1"/>
                </a:solidFill>
                <a:latin typeface="+mn-lt"/>
                <a:ea typeface="+mn-ea"/>
                <a:cs typeface="Tahoma" pitchFamily="34" charset="0"/>
              </a:defRPr>
            </a:lvl2pPr>
            <a:lvl3pPr marL="652463" indent="-217488" algn="l" defTabSz="914400" rtl="0" eaLnBrk="1" latinLnBrk="0" hangingPunct="1">
              <a:spcBef>
                <a:spcPts val="600"/>
              </a:spcBef>
              <a:spcAft>
                <a:spcPts val="600"/>
              </a:spcAft>
              <a:buClr>
                <a:schemeClr val="bg2">
                  <a:lumMod val="50000"/>
                </a:schemeClr>
              </a:buClr>
              <a:buFont typeface="Arial" panose="020B0604020202020204" pitchFamily="34" charset="0"/>
              <a:buChar char="•"/>
              <a:defRPr sz="16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0" indent="0">
              <a:buFont typeface="Arial" charset="0"/>
              <a:buNone/>
            </a:pPr>
            <a:r>
              <a:rPr lang="en-US" b="1">
                <a:solidFill>
                  <a:schemeClr val="tx1">
                    <a:lumMod val="50000"/>
                  </a:schemeClr>
                </a:solidFill>
              </a:rPr>
              <a:t>Solution Overview</a:t>
            </a:r>
            <a:endParaRPr lang="en-US" b="1" dirty="0">
              <a:solidFill>
                <a:schemeClr val="tx1">
                  <a:lumMod val="50000"/>
                </a:schemeClr>
              </a:solidFill>
            </a:endParaRPr>
          </a:p>
        </p:txBody>
      </p:sp>
    </p:spTree>
    <p:extLst>
      <p:ext uri="{BB962C8B-B14F-4D97-AF65-F5344CB8AC3E}">
        <p14:creationId xmlns:p14="http://schemas.microsoft.com/office/powerpoint/2010/main" val="3393482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628E9-57BD-0974-1CCC-636D05428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94A84-B99F-BA26-C575-174ADF3C83F8}"/>
              </a:ext>
            </a:extLst>
          </p:cNvPr>
          <p:cNvSpPr>
            <a:spLocks noGrp="1"/>
          </p:cNvSpPr>
          <p:nvPr>
            <p:ph type="title"/>
          </p:nvPr>
        </p:nvSpPr>
        <p:spPr>
          <a:xfrm>
            <a:off x="609600" y="300578"/>
            <a:ext cx="10972800" cy="400110"/>
          </a:xfrm>
        </p:spPr>
        <p:txBody>
          <a:bodyPr/>
          <a:lstStyle/>
          <a:p>
            <a:r>
              <a:rPr lang="en-IN" dirty="0"/>
              <a:t>Background</a:t>
            </a:r>
          </a:p>
        </p:txBody>
      </p:sp>
      <p:sp>
        <p:nvSpPr>
          <p:cNvPr id="3" name="Text Placeholder 2">
            <a:extLst>
              <a:ext uri="{FF2B5EF4-FFF2-40B4-BE49-F238E27FC236}">
                <a16:creationId xmlns:a16="http://schemas.microsoft.com/office/drawing/2014/main" id="{CA68BEA1-F021-7703-6D23-BB5F94D22627}"/>
              </a:ext>
            </a:extLst>
          </p:cNvPr>
          <p:cNvSpPr>
            <a:spLocks noGrp="1"/>
          </p:cNvSpPr>
          <p:nvPr>
            <p:ph type="body" sz="quarter" idx="14"/>
          </p:nvPr>
        </p:nvSpPr>
        <p:spPr>
          <a:xfrm>
            <a:off x="609600" y="5569320"/>
            <a:ext cx="10972800" cy="301625"/>
          </a:xfrm>
        </p:spPr>
        <p:txBody>
          <a:bodyPr/>
          <a:lstStyle/>
          <a:p>
            <a:endParaRPr lang="en-IN"/>
          </a:p>
        </p:txBody>
      </p:sp>
      <p:sp>
        <p:nvSpPr>
          <p:cNvPr id="4" name="TextBox 3">
            <a:extLst>
              <a:ext uri="{FF2B5EF4-FFF2-40B4-BE49-F238E27FC236}">
                <a16:creationId xmlns:a16="http://schemas.microsoft.com/office/drawing/2014/main" id="{8AB40EF1-00D7-9045-7827-762E700283BD}"/>
              </a:ext>
            </a:extLst>
          </p:cNvPr>
          <p:cNvSpPr txBox="1"/>
          <p:nvPr/>
        </p:nvSpPr>
        <p:spPr>
          <a:xfrm>
            <a:off x="2221992" y="1229307"/>
            <a:ext cx="9180576" cy="922067"/>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1203325" lvl="2" indent="-285750">
              <a:spcBef>
                <a:spcPts val="100"/>
              </a:spcBef>
              <a:spcAft>
                <a:spcPts val="100"/>
              </a:spcAft>
              <a:buClr>
                <a:schemeClr val="bg2">
                  <a:lumMod val="50000"/>
                </a:schemeClr>
              </a:buClr>
              <a:buFont typeface="Arial" panose="020B0604020202020204" pitchFamily="34" charset="0"/>
              <a:buChar char="•"/>
            </a:pPr>
            <a:r>
              <a:rPr lang="en-US" sz="1400" dirty="0">
                <a:solidFill>
                  <a:schemeClr val="tx1">
                    <a:lumMod val="50000"/>
                  </a:schemeClr>
                </a:solidFill>
                <a:cs typeface="Tahoma" pitchFamily="34" charset="0"/>
              </a:rPr>
              <a:t>To analyze Semantic Layer significance, how that will add value to IRIS, what are the Products/tools available in the market which offers Semantic layer and their benefits and comparison</a:t>
            </a:r>
          </a:p>
        </p:txBody>
      </p:sp>
      <p:sp>
        <p:nvSpPr>
          <p:cNvPr id="5" name="TextBox 4">
            <a:extLst>
              <a:ext uri="{FF2B5EF4-FFF2-40B4-BE49-F238E27FC236}">
                <a16:creationId xmlns:a16="http://schemas.microsoft.com/office/drawing/2014/main" id="{04517C6F-9840-09BD-D0AF-BF7EC74A79D5}"/>
              </a:ext>
            </a:extLst>
          </p:cNvPr>
          <p:cNvSpPr txBox="1"/>
          <p:nvPr/>
        </p:nvSpPr>
        <p:spPr>
          <a:xfrm>
            <a:off x="554737" y="1124215"/>
            <a:ext cx="1987296"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ea typeface="+mn-ea"/>
                <a:cs typeface="+mn-cs"/>
              </a:rPr>
              <a:t>Ask</a:t>
            </a:r>
          </a:p>
        </p:txBody>
      </p:sp>
      <p:sp>
        <p:nvSpPr>
          <p:cNvPr id="8" name="TextBox 7">
            <a:extLst>
              <a:ext uri="{FF2B5EF4-FFF2-40B4-BE49-F238E27FC236}">
                <a16:creationId xmlns:a16="http://schemas.microsoft.com/office/drawing/2014/main" id="{616E1BBC-50C3-AE0F-8298-7C440A819472}"/>
              </a:ext>
            </a:extLst>
          </p:cNvPr>
          <p:cNvSpPr txBox="1"/>
          <p:nvPr/>
        </p:nvSpPr>
        <p:spPr>
          <a:xfrm>
            <a:off x="2276855" y="3688429"/>
            <a:ext cx="9125713" cy="1194467"/>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1203325" lvl="2" indent="-285750">
              <a:spcBef>
                <a:spcPts val="100"/>
              </a:spcBef>
              <a:spcAft>
                <a:spcPts val="100"/>
              </a:spcAft>
              <a:buClr>
                <a:schemeClr val="bg2">
                  <a:lumMod val="50000"/>
                </a:schemeClr>
              </a:buClr>
              <a:buFont typeface="Arial" panose="020B0604020202020204" pitchFamily="34" charset="0"/>
              <a:buChar char="•"/>
            </a:pPr>
            <a:r>
              <a:rPr lang="en-US" sz="1400" dirty="0">
                <a:solidFill>
                  <a:schemeClr val="tx1">
                    <a:lumMod val="50000"/>
                  </a:schemeClr>
                </a:solidFill>
                <a:cs typeface="Tahoma" pitchFamily="34" charset="0"/>
              </a:rPr>
              <a:t>Currently IRIS don’t have any layer or place where the user can refer the details on the Data and their hierarchy.</a:t>
            </a:r>
          </a:p>
          <a:p>
            <a:pPr marL="1203325" lvl="2" indent="-285750">
              <a:spcBef>
                <a:spcPts val="100"/>
              </a:spcBef>
              <a:spcAft>
                <a:spcPts val="100"/>
              </a:spcAft>
              <a:buClr>
                <a:schemeClr val="bg2">
                  <a:lumMod val="50000"/>
                </a:schemeClr>
              </a:buClr>
              <a:buFont typeface="Arial" panose="020B0604020202020204" pitchFamily="34" charset="0"/>
              <a:buChar char="•"/>
            </a:pPr>
            <a:r>
              <a:rPr lang="en-US" sz="1400" dirty="0">
                <a:solidFill>
                  <a:schemeClr val="tx1">
                    <a:lumMod val="50000"/>
                  </a:schemeClr>
                </a:solidFill>
                <a:cs typeface="Tahoma" pitchFamily="34" charset="0"/>
              </a:rPr>
              <a:t>There is no single uniform model structure where the users can refer and pick the same data in an unified way across the various data sources. </a:t>
            </a:r>
          </a:p>
        </p:txBody>
      </p:sp>
      <p:sp>
        <p:nvSpPr>
          <p:cNvPr id="9" name="TextBox 8">
            <a:extLst>
              <a:ext uri="{FF2B5EF4-FFF2-40B4-BE49-F238E27FC236}">
                <a16:creationId xmlns:a16="http://schemas.microsoft.com/office/drawing/2014/main" id="{484E6ED0-4041-3532-1952-884D64535A56}"/>
              </a:ext>
            </a:extLst>
          </p:cNvPr>
          <p:cNvSpPr txBox="1"/>
          <p:nvPr/>
        </p:nvSpPr>
        <p:spPr>
          <a:xfrm>
            <a:off x="563880" y="3514224"/>
            <a:ext cx="1987296"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FFFFFF"/>
                </a:solidFill>
              </a:rPr>
              <a:t>Current State</a:t>
            </a:r>
            <a:endParaRPr kumimoji="0" lang="en-US" sz="1600" b="1" i="0" u="none" strike="noStrike" kern="120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1368859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9BB1-67B2-8E92-0D2E-65D034BA1EA4}"/>
              </a:ext>
            </a:extLst>
          </p:cNvPr>
          <p:cNvSpPr>
            <a:spLocks noGrp="1"/>
          </p:cNvSpPr>
          <p:nvPr>
            <p:ph type="title"/>
          </p:nvPr>
        </p:nvSpPr>
        <p:spPr>
          <a:xfrm>
            <a:off x="609600" y="300578"/>
            <a:ext cx="10972800" cy="400110"/>
          </a:xfrm>
        </p:spPr>
        <p:txBody>
          <a:bodyPr/>
          <a:lstStyle/>
          <a:p>
            <a:r>
              <a:rPr lang="en-IN" dirty="0"/>
              <a:t>Solution Overview - IRIS Overall Flow – To Be</a:t>
            </a:r>
          </a:p>
        </p:txBody>
      </p:sp>
      <p:sp>
        <p:nvSpPr>
          <p:cNvPr id="3" name="Text Placeholder 2">
            <a:extLst>
              <a:ext uri="{FF2B5EF4-FFF2-40B4-BE49-F238E27FC236}">
                <a16:creationId xmlns:a16="http://schemas.microsoft.com/office/drawing/2014/main" id="{881787EA-4C11-F964-AFE7-F649247C1749}"/>
              </a:ext>
            </a:extLst>
          </p:cNvPr>
          <p:cNvSpPr>
            <a:spLocks noGrp="1"/>
          </p:cNvSpPr>
          <p:nvPr>
            <p:ph type="body" sz="quarter" idx="14"/>
          </p:nvPr>
        </p:nvSpPr>
        <p:spPr/>
        <p:txBody>
          <a:bodyPr/>
          <a:lstStyle/>
          <a:p>
            <a:endParaRPr lang="en-IN"/>
          </a:p>
        </p:txBody>
      </p:sp>
      <p:sp>
        <p:nvSpPr>
          <p:cNvPr id="4" name="Rectangle: Rounded Corners 3">
            <a:extLst>
              <a:ext uri="{FF2B5EF4-FFF2-40B4-BE49-F238E27FC236}">
                <a16:creationId xmlns:a16="http://schemas.microsoft.com/office/drawing/2014/main" id="{90248B11-1E5F-90B4-2CC6-912B831F5E72}"/>
              </a:ext>
            </a:extLst>
          </p:cNvPr>
          <p:cNvSpPr/>
          <p:nvPr/>
        </p:nvSpPr>
        <p:spPr>
          <a:xfrm>
            <a:off x="1481328" y="2359152"/>
            <a:ext cx="1280160" cy="4754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Source 1</a:t>
            </a:r>
          </a:p>
        </p:txBody>
      </p:sp>
      <p:sp>
        <p:nvSpPr>
          <p:cNvPr id="5" name="Rectangle: Rounded Corners 4">
            <a:extLst>
              <a:ext uri="{FF2B5EF4-FFF2-40B4-BE49-F238E27FC236}">
                <a16:creationId xmlns:a16="http://schemas.microsoft.com/office/drawing/2014/main" id="{AFEA84E9-BB55-7F0C-9BCE-B89C785B1E5B}"/>
              </a:ext>
            </a:extLst>
          </p:cNvPr>
          <p:cNvSpPr/>
          <p:nvPr/>
        </p:nvSpPr>
        <p:spPr>
          <a:xfrm>
            <a:off x="1481328" y="5430694"/>
            <a:ext cx="1280160" cy="4754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Source n</a:t>
            </a:r>
          </a:p>
        </p:txBody>
      </p:sp>
      <p:sp>
        <p:nvSpPr>
          <p:cNvPr id="6" name="Rectangle: Rounded Corners 5">
            <a:extLst>
              <a:ext uri="{FF2B5EF4-FFF2-40B4-BE49-F238E27FC236}">
                <a16:creationId xmlns:a16="http://schemas.microsoft.com/office/drawing/2014/main" id="{18E4B74D-9BCC-C717-20E2-C127CB1D0EFF}"/>
              </a:ext>
            </a:extLst>
          </p:cNvPr>
          <p:cNvSpPr/>
          <p:nvPr/>
        </p:nvSpPr>
        <p:spPr>
          <a:xfrm>
            <a:off x="1481328" y="3047062"/>
            <a:ext cx="1280160" cy="4754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Source 2</a:t>
            </a:r>
          </a:p>
        </p:txBody>
      </p:sp>
      <p:sp>
        <p:nvSpPr>
          <p:cNvPr id="7" name="Rectangle: Rounded Corners 6">
            <a:extLst>
              <a:ext uri="{FF2B5EF4-FFF2-40B4-BE49-F238E27FC236}">
                <a16:creationId xmlns:a16="http://schemas.microsoft.com/office/drawing/2014/main" id="{C614FD4B-0867-3F40-C812-413BAB0D6582}"/>
              </a:ext>
            </a:extLst>
          </p:cNvPr>
          <p:cNvSpPr/>
          <p:nvPr/>
        </p:nvSpPr>
        <p:spPr>
          <a:xfrm>
            <a:off x="1481328" y="3703320"/>
            <a:ext cx="1280160" cy="4754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Source 3</a:t>
            </a:r>
          </a:p>
        </p:txBody>
      </p:sp>
      <p:cxnSp>
        <p:nvCxnSpPr>
          <p:cNvPr id="9" name="Straight Connector 8">
            <a:extLst>
              <a:ext uri="{FF2B5EF4-FFF2-40B4-BE49-F238E27FC236}">
                <a16:creationId xmlns:a16="http://schemas.microsoft.com/office/drawing/2014/main" id="{A6A6B575-6DE4-EA52-BEE6-BA9BF09D7559}"/>
              </a:ext>
            </a:extLst>
          </p:cNvPr>
          <p:cNvCxnSpPr>
            <a:cxnSpLocks/>
          </p:cNvCxnSpPr>
          <p:nvPr/>
        </p:nvCxnSpPr>
        <p:spPr>
          <a:xfrm>
            <a:off x="2125472" y="4341290"/>
            <a:ext cx="0" cy="806846"/>
          </a:xfrm>
          <a:prstGeom prst="line">
            <a:avLst/>
          </a:prstGeom>
          <a:ln w="25400">
            <a:prstDash val="dashDot"/>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A63C3CF-ACDF-807C-23D0-682B3F11B9BA}"/>
              </a:ext>
            </a:extLst>
          </p:cNvPr>
          <p:cNvCxnSpPr>
            <a:cxnSpLocks/>
          </p:cNvCxnSpPr>
          <p:nvPr/>
        </p:nvCxnSpPr>
        <p:spPr>
          <a:xfrm>
            <a:off x="3730752" y="4034614"/>
            <a:ext cx="7315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1B0F56-33FB-77CC-0855-FFF1F8151136}"/>
              </a:ext>
            </a:extLst>
          </p:cNvPr>
          <p:cNvCxnSpPr/>
          <p:nvPr/>
        </p:nvCxnSpPr>
        <p:spPr>
          <a:xfrm>
            <a:off x="3730752" y="2613010"/>
            <a:ext cx="0" cy="3009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4D0F59-2392-7FC9-2F9D-291FFA42EA98}"/>
              </a:ext>
            </a:extLst>
          </p:cNvPr>
          <p:cNvCxnSpPr>
            <a:cxnSpLocks/>
          </p:cNvCxnSpPr>
          <p:nvPr/>
        </p:nvCxnSpPr>
        <p:spPr>
          <a:xfrm>
            <a:off x="2761488" y="2606040"/>
            <a:ext cx="9692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005D168-C006-5EF3-D968-67AD4AD816C6}"/>
              </a:ext>
            </a:extLst>
          </p:cNvPr>
          <p:cNvCxnSpPr>
            <a:cxnSpLocks/>
          </p:cNvCxnSpPr>
          <p:nvPr/>
        </p:nvCxnSpPr>
        <p:spPr>
          <a:xfrm>
            <a:off x="2761488" y="3284806"/>
            <a:ext cx="9692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8CD4363-02FE-86A0-AEE5-A0AE83A52CD1}"/>
              </a:ext>
            </a:extLst>
          </p:cNvPr>
          <p:cNvCxnSpPr>
            <a:cxnSpLocks/>
          </p:cNvCxnSpPr>
          <p:nvPr/>
        </p:nvCxnSpPr>
        <p:spPr>
          <a:xfrm>
            <a:off x="2761488" y="3941064"/>
            <a:ext cx="9692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AD0C17-FBE8-4675-4773-7BDE2B1BB894}"/>
              </a:ext>
            </a:extLst>
          </p:cNvPr>
          <p:cNvCxnSpPr>
            <a:cxnSpLocks/>
          </p:cNvCxnSpPr>
          <p:nvPr/>
        </p:nvCxnSpPr>
        <p:spPr>
          <a:xfrm>
            <a:off x="2761488" y="5622718"/>
            <a:ext cx="969264"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EC10527A-A36D-9BF8-CCAD-64AA1077786F}"/>
              </a:ext>
            </a:extLst>
          </p:cNvPr>
          <p:cNvSpPr/>
          <p:nvPr/>
        </p:nvSpPr>
        <p:spPr>
          <a:xfrm>
            <a:off x="4462272" y="3246344"/>
            <a:ext cx="1124711" cy="1366101"/>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500" dirty="0"/>
              <a:t>Semantic Layer</a:t>
            </a:r>
          </a:p>
        </p:txBody>
      </p:sp>
      <p:sp>
        <p:nvSpPr>
          <p:cNvPr id="23" name="TextBox 22">
            <a:extLst>
              <a:ext uri="{FF2B5EF4-FFF2-40B4-BE49-F238E27FC236}">
                <a16:creationId xmlns:a16="http://schemas.microsoft.com/office/drawing/2014/main" id="{9AAB4A65-1E84-D002-5DB3-0BD73AB233A2}"/>
              </a:ext>
            </a:extLst>
          </p:cNvPr>
          <p:cNvSpPr txBox="1"/>
          <p:nvPr/>
        </p:nvSpPr>
        <p:spPr>
          <a:xfrm>
            <a:off x="4286504" y="4588093"/>
            <a:ext cx="1448816" cy="1203268"/>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IN" sz="1600" dirty="0">
                <a:solidFill>
                  <a:srgbClr val="002240"/>
                </a:solidFill>
                <a:cs typeface="Tahoma" pitchFamily="34" charset="0"/>
              </a:rPr>
              <a:t>Unified Data Model – Business Layer (Cloud)</a:t>
            </a:r>
          </a:p>
        </p:txBody>
      </p:sp>
      <p:cxnSp>
        <p:nvCxnSpPr>
          <p:cNvPr id="24" name="Straight Arrow Connector 23">
            <a:extLst>
              <a:ext uri="{FF2B5EF4-FFF2-40B4-BE49-F238E27FC236}">
                <a16:creationId xmlns:a16="http://schemas.microsoft.com/office/drawing/2014/main" id="{25152CE7-2A0A-6142-B92B-CC6A1446AF38}"/>
              </a:ext>
            </a:extLst>
          </p:cNvPr>
          <p:cNvCxnSpPr>
            <a:cxnSpLocks/>
          </p:cNvCxnSpPr>
          <p:nvPr/>
        </p:nvCxnSpPr>
        <p:spPr>
          <a:xfrm>
            <a:off x="5586983" y="3941064"/>
            <a:ext cx="7315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27DE8582-7407-ABE0-B454-63148CD419DD}"/>
              </a:ext>
            </a:extLst>
          </p:cNvPr>
          <p:cNvSpPr/>
          <p:nvPr/>
        </p:nvSpPr>
        <p:spPr>
          <a:xfrm>
            <a:off x="6345938" y="3231593"/>
            <a:ext cx="1152137" cy="1365639"/>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600" dirty="0"/>
              <a:t>Workflows</a:t>
            </a:r>
          </a:p>
        </p:txBody>
      </p:sp>
      <p:cxnSp>
        <p:nvCxnSpPr>
          <p:cNvPr id="26" name="Straight Arrow Connector 25">
            <a:extLst>
              <a:ext uri="{FF2B5EF4-FFF2-40B4-BE49-F238E27FC236}">
                <a16:creationId xmlns:a16="http://schemas.microsoft.com/office/drawing/2014/main" id="{336E2421-90DF-22CB-C78A-6E383CAA6034}"/>
              </a:ext>
            </a:extLst>
          </p:cNvPr>
          <p:cNvCxnSpPr>
            <a:cxnSpLocks/>
          </p:cNvCxnSpPr>
          <p:nvPr/>
        </p:nvCxnSpPr>
        <p:spPr>
          <a:xfrm>
            <a:off x="7507222" y="3901440"/>
            <a:ext cx="7315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EAFAF979-3462-83F1-4ED6-62EFABF9738F}"/>
              </a:ext>
            </a:extLst>
          </p:cNvPr>
          <p:cNvSpPr/>
          <p:nvPr/>
        </p:nvSpPr>
        <p:spPr>
          <a:xfrm>
            <a:off x="8247887" y="3231593"/>
            <a:ext cx="1014986" cy="135649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Target</a:t>
            </a:r>
          </a:p>
        </p:txBody>
      </p:sp>
      <p:sp>
        <p:nvSpPr>
          <p:cNvPr id="30" name="TextBox 29">
            <a:extLst>
              <a:ext uri="{FF2B5EF4-FFF2-40B4-BE49-F238E27FC236}">
                <a16:creationId xmlns:a16="http://schemas.microsoft.com/office/drawing/2014/main" id="{51C3E798-319F-1832-D393-BB273E64A116}"/>
              </a:ext>
            </a:extLst>
          </p:cNvPr>
          <p:cNvSpPr txBox="1"/>
          <p:nvPr/>
        </p:nvSpPr>
        <p:spPr>
          <a:xfrm>
            <a:off x="1837943" y="1109577"/>
            <a:ext cx="9180576" cy="500722"/>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1203325" lvl="2" indent="-285750">
              <a:spcBef>
                <a:spcPts val="100"/>
              </a:spcBef>
              <a:spcAft>
                <a:spcPts val="100"/>
              </a:spcAft>
              <a:buClr>
                <a:schemeClr val="bg2">
                  <a:lumMod val="50000"/>
                </a:schemeClr>
              </a:buClr>
              <a:buFont typeface="Arial" panose="020B0604020202020204" pitchFamily="34" charset="0"/>
              <a:buChar char="•"/>
            </a:pPr>
            <a:r>
              <a:rPr lang="en-US" sz="1400" dirty="0">
                <a:solidFill>
                  <a:schemeClr val="tx1">
                    <a:lumMod val="50000"/>
                  </a:schemeClr>
                </a:solidFill>
                <a:cs typeface="Tahoma" pitchFamily="34" charset="0"/>
              </a:rPr>
              <a:t>From the various Sources, Semantic Layer can be created for Uniform Data Model</a:t>
            </a:r>
          </a:p>
          <a:p>
            <a:pPr marL="1203325" lvl="2" indent="-285750">
              <a:spcBef>
                <a:spcPts val="100"/>
              </a:spcBef>
              <a:spcAft>
                <a:spcPts val="100"/>
              </a:spcAft>
              <a:buClr>
                <a:schemeClr val="bg2">
                  <a:lumMod val="50000"/>
                </a:schemeClr>
              </a:buClr>
              <a:buFont typeface="Arial" panose="020B0604020202020204" pitchFamily="34" charset="0"/>
              <a:buChar char="•"/>
            </a:pPr>
            <a:r>
              <a:rPr lang="en-US" sz="1400" dirty="0">
                <a:solidFill>
                  <a:schemeClr val="tx1">
                    <a:lumMod val="50000"/>
                  </a:schemeClr>
                </a:solidFill>
                <a:cs typeface="Tahoma" pitchFamily="34" charset="0"/>
              </a:rPr>
              <a:t>For the Workflows, Semantic Layer Model will be the interacting point to access the Source data</a:t>
            </a:r>
          </a:p>
        </p:txBody>
      </p:sp>
      <p:sp>
        <p:nvSpPr>
          <p:cNvPr id="31" name="TextBox 30">
            <a:extLst>
              <a:ext uri="{FF2B5EF4-FFF2-40B4-BE49-F238E27FC236}">
                <a16:creationId xmlns:a16="http://schemas.microsoft.com/office/drawing/2014/main" id="{A6C57E70-844B-8C89-59E2-77BF1908F791}"/>
              </a:ext>
            </a:extLst>
          </p:cNvPr>
          <p:cNvSpPr txBox="1"/>
          <p:nvPr/>
        </p:nvSpPr>
        <p:spPr>
          <a:xfrm>
            <a:off x="487680" y="967381"/>
            <a:ext cx="1987296" cy="340735"/>
          </a:xfrm>
          <a:prstGeom prst="rect">
            <a:avLst/>
          </a:prstGeom>
          <a:gradFill flip="none" rotWithShape="1">
            <a:gsLst>
              <a:gs pos="0">
                <a:srgbClr val="27AAE1"/>
              </a:gs>
              <a:gs pos="50000">
                <a:srgbClr val="5573B1"/>
              </a:gs>
              <a:gs pos="99000">
                <a:srgbClr val="5C5DA7"/>
              </a:gs>
            </a:gsLst>
            <a:lin ang="0" scaled="1"/>
            <a:tileRect/>
          </a:gradFill>
        </p:spPr>
        <p:txBody>
          <a:bodyPr wrap="square" lIns="90000" tIns="46800" rIns="90000" bIns="46800" rtlCol="0" anchor="ctr">
            <a:spAutoFit/>
          </a:bodyPr>
          <a:lstStyle>
            <a:defPPr>
              <a:defRPr lang="en-US"/>
            </a:defPPr>
            <a:lvl1pPr algn="ctr">
              <a:defRPr sz="2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ea typeface="+mn-ea"/>
                <a:cs typeface="+mn-cs"/>
              </a:rPr>
              <a:t>Solution</a:t>
            </a:r>
          </a:p>
        </p:txBody>
      </p:sp>
    </p:spTree>
    <p:extLst>
      <p:ext uri="{BB962C8B-B14F-4D97-AF65-F5344CB8AC3E}">
        <p14:creationId xmlns:p14="http://schemas.microsoft.com/office/powerpoint/2010/main" val="1872566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8E9FF-EB70-8333-15CF-67FA57779B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CC49C1-B00E-6898-9037-9685D70D8FA9}"/>
              </a:ext>
            </a:extLst>
          </p:cNvPr>
          <p:cNvSpPr>
            <a:spLocks noGrp="1"/>
          </p:cNvSpPr>
          <p:nvPr>
            <p:ph type="title"/>
          </p:nvPr>
        </p:nvSpPr>
        <p:spPr>
          <a:xfrm>
            <a:off x="609600" y="300578"/>
            <a:ext cx="10972800" cy="400110"/>
          </a:xfrm>
        </p:spPr>
        <p:txBody>
          <a:bodyPr/>
          <a:lstStyle/>
          <a:p>
            <a:r>
              <a:rPr lang="en-US" dirty="0"/>
              <a:t>Products and Comparison</a:t>
            </a:r>
            <a:endParaRPr lang="en-IN" sz="1800" dirty="0">
              <a:solidFill>
                <a:schemeClr val="tx2"/>
              </a:solidFill>
            </a:endParaRPr>
          </a:p>
        </p:txBody>
      </p:sp>
      <p:sp>
        <p:nvSpPr>
          <p:cNvPr id="8" name="Rectangle: Rounded Corners 7">
            <a:extLst>
              <a:ext uri="{FF2B5EF4-FFF2-40B4-BE49-F238E27FC236}">
                <a16:creationId xmlns:a16="http://schemas.microsoft.com/office/drawing/2014/main" id="{A55F9BB3-7F10-9CA1-9442-D7DB0ACCE1DD}"/>
              </a:ext>
            </a:extLst>
          </p:cNvPr>
          <p:cNvSpPr/>
          <p:nvPr/>
        </p:nvSpPr>
        <p:spPr>
          <a:xfrm>
            <a:off x="985775" y="873523"/>
            <a:ext cx="2443225" cy="260334"/>
          </a:xfrm>
          <a:prstGeom prst="roundRect">
            <a:avLst>
              <a:gd name="adj" fmla="val 50000"/>
            </a:avLst>
          </a:prstGeom>
          <a:solidFill>
            <a:schemeClr val="bg1"/>
          </a:solidFill>
          <a:ln>
            <a:noFill/>
          </a:ln>
          <a:effectLst>
            <a:outerShdw blurRad="88900" dist="50800" dir="5400000" algn="t" rotWithShape="0">
              <a:prstClr val="black">
                <a:alpha val="25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spcBef>
                <a:spcPct val="0"/>
              </a:spcBef>
              <a:buClr>
                <a:schemeClr val="accent2"/>
              </a:buClr>
              <a:buSzPct val="80000"/>
            </a:pPr>
            <a:r>
              <a:rPr lang="it-IT" sz="1600" b="1" dirty="0">
                <a:gradFill flip="none" rotWithShape="1">
                  <a:gsLst>
                    <a:gs pos="0">
                      <a:srgbClr val="32A7DA"/>
                    </a:gs>
                    <a:gs pos="53000">
                      <a:srgbClr val="5C5FA5">
                        <a:lumMod val="98000"/>
                      </a:srgbClr>
                    </a:gs>
                    <a:gs pos="100000">
                      <a:srgbClr val="5C5FA5">
                        <a:lumMod val="87000"/>
                      </a:srgbClr>
                    </a:gs>
                  </a:gsLst>
                  <a:lin ang="0" scaled="1"/>
                  <a:tileRect/>
                </a:gradFill>
                <a:ea typeface="+mj-ea"/>
                <a:cs typeface="Tahoma" pitchFamily="34" charset="0"/>
              </a:rPr>
              <a:t>Cube Dev</a:t>
            </a:r>
          </a:p>
        </p:txBody>
      </p:sp>
      <p:sp>
        <p:nvSpPr>
          <p:cNvPr id="11" name="TextBox 10">
            <a:extLst>
              <a:ext uri="{FF2B5EF4-FFF2-40B4-BE49-F238E27FC236}">
                <a16:creationId xmlns:a16="http://schemas.microsoft.com/office/drawing/2014/main" id="{8537AF9C-0038-F955-BFF1-B2417A73C0D3}"/>
              </a:ext>
            </a:extLst>
          </p:cNvPr>
          <p:cNvSpPr txBox="1"/>
          <p:nvPr/>
        </p:nvSpPr>
        <p:spPr>
          <a:xfrm>
            <a:off x="228601" y="1133857"/>
            <a:ext cx="3917950" cy="5016758"/>
          </a:xfrm>
          <a:prstGeom prst="rect">
            <a:avLst/>
          </a:prstGeom>
          <a:noFill/>
          <a:ln>
            <a:solidFill>
              <a:schemeClr val="tx2"/>
            </a:solidFill>
          </a:ln>
        </p:spPr>
        <p:txBody>
          <a:bodyPr wrap="square" lIns="0" tIns="0" rIns="0" bIns="0" rtlCol="0">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0" cap="none" spc="0" baseline="0" dirty="0">
                <a:solidFill>
                  <a:srgbClr val="000000"/>
                </a:solidFill>
                <a:uFillTx/>
                <a:latin typeface="Aptos Narrow"/>
              </a:rPr>
              <a:t>Capabilities: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Data modeling</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Data Access Controls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Caching &amp; Query Performance</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Data APIs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Security</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Semantic Catalog &amp; AI Assistant</a:t>
            </a:r>
          </a:p>
          <a:p>
            <a:pPr>
              <a:defRPr sz="1800" b="0" i="0" u="none" strike="noStrike" kern="0" cap="none" spc="0" baseline="0">
                <a:solidFill>
                  <a:srgbClr val="000000"/>
                </a:solidFill>
                <a:uFillTx/>
              </a:defRPr>
            </a:pPr>
            <a:endParaRPr lang="en-IN" sz="1200" kern="0" dirty="0">
              <a:solidFill>
                <a:srgbClr val="000000"/>
              </a:solidFill>
              <a:latin typeface="Aptos Narrow"/>
            </a:endParaRPr>
          </a:p>
          <a:p>
            <a:pPr>
              <a:defRPr sz="1800" b="0" i="0" u="none" strike="noStrike" kern="0" cap="none" spc="0" baseline="0">
                <a:solidFill>
                  <a:srgbClr val="000000"/>
                </a:solidFill>
                <a:uFillTx/>
              </a:defRPr>
            </a:pPr>
            <a:r>
              <a:rPr lang="en-IN" sz="1200" b="1" i="0" u="none" strike="noStrike" kern="0" cap="none" spc="0" baseline="0" dirty="0">
                <a:solidFill>
                  <a:srgbClr val="000000"/>
                </a:solidFill>
                <a:uFillTx/>
                <a:latin typeface="Aptos Narrow"/>
              </a:rPr>
              <a:t>Key Points:</a:t>
            </a:r>
          </a:p>
          <a:p>
            <a:pPr marR="0" lvl="0"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endParaRPr lang="en-IN" sz="1200" kern="0" dirty="0">
              <a:solidFill>
                <a:srgbClr val="000000"/>
              </a:solidFill>
              <a:latin typeface="Aptos Narrow"/>
            </a:endParaRP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Integrated Data Model for the BI tools across the Organizations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Faster Analytics - Robust Data Model, Caching Layer for Speed, Centralized Access Controls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Lineage and Catalog - Entities, relationships, dimensions and facts. </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Conversation Assistant - Text to SQL, Preview of Charts for Insights from Data</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Real Time Streaming</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No Free Plan</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Best for Small and Medium Scale deployments </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200" kern="0" dirty="0">
              <a:solidFill>
                <a:srgbClr val="000000"/>
              </a:solidFill>
              <a:latin typeface="Aptos Narrow"/>
            </a:endParaRP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200" b="1" i="0" u="none" strike="noStrike" kern="0" cap="none" spc="0" baseline="0" dirty="0">
                <a:solidFill>
                  <a:srgbClr val="000000"/>
                </a:solidFill>
                <a:uFillTx/>
                <a:latin typeface="Aptos Narrow"/>
              </a:rPr>
              <a:t>Platforms Supported:</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Supports majority of the data warehouses Snowflake, Databricks, Google Big Query, Amazon Redshift, MS Fabric</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Supports all the major Cloud Platforms</a:t>
            </a:r>
            <a:endParaRPr lang="en-US" sz="1200" dirty="0">
              <a:solidFill>
                <a:srgbClr val="002240"/>
              </a:solidFill>
              <a:cs typeface="Tahoma" pitchFamily="34" charset="0"/>
            </a:endParaRPr>
          </a:p>
        </p:txBody>
      </p:sp>
      <p:sp>
        <p:nvSpPr>
          <p:cNvPr id="2" name="Rectangle: Rounded Corners 1">
            <a:extLst>
              <a:ext uri="{FF2B5EF4-FFF2-40B4-BE49-F238E27FC236}">
                <a16:creationId xmlns:a16="http://schemas.microsoft.com/office/drawing/2014/main" id="{8853D072-492A-8BDF-B45D-BBD6DDB47AD7}"/>
              </a:ext>
            </a:extLst>
          </p:cNvPr>
          <p:cNvSpPr/>
          <p:nvPr/>
        </p:nvSpPr>
        <p:spPr>
          <a:xfrm>
            <a:off x="4923791" y="873523"/>
            <a:ext cx="2443225" cy="260334"/>
          </a:xfrm>
          <a:prstGeom prst="roundRect">
            <a:avLst>
              <a:gd name="adj" fmla="val 50000"/>
            </a:avLst>
          </a:prstGeom>
          <a:solidFill>
            <a:schemeClr val="bg1"/>
          </a:solidFill>
          <a:ln>
            <a:noFill/>
          </a:ln>
          <a:effectLst>
            <a:outerShdw blurRad="88900" dist="50800" dir="5400000" algn="t" rotWithShape="0">
              <a:prstClr val="black">
                <a:alpha val="25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spcBef>
                <a:spcPct val="0"/>
              </a:spcBef>
              <a:buClr>
                <a:schemeClr val="accent2"/>
              </a:buClr>
              <a:buSzPct val="80000"/>
            </a:pPr>
            <a:r>
              <a:rPr lang="it-IT" sz="1600" b="1" dirty="0">
                <a:gradFill flip="none" rotWithShape="1">
                  <a:gsLst>
                    <a:gs pos="0">
                      <a:srgbClr val="32A7DA"/>
                    </a:gs>
                    <a:gs pos="53000">
                      <a:srgbClr val="5C5FA5">
                        <a:lumMod val="98000"/>
                      </a:srgbClr>
                    </a:gs>
                    <a:gs pos="100000">
                      <a:srgbClr val="5C5FA5">
                        <a:lumMod val="87000"/>
                      </a:srgbClr>
                    </a:gs>
                  </a:gsLst>
                  <a:lin ang="0" scaled="1"/>
                  <a:tileRect/>
                </a:gradFill>
                <a:ea typeface="+mj-ea"/>
                <a:cs typeface="Tahoma" pitchFamily="34" charset="0"/>
              </a:rPr>
              <a:t>Kyvos</a:t>
            </a:r>
          </a:p>
        </p:txBody>
      </p:sp>
      <p:sp>
        <p:nvSpPr>
          <p:cNvPr id="5" name="TextBox 4">
            <a:extLst>
              <a:ext uri="{FF2B5EF4-FFF2-40B4-BE49-F238E27FC236}">
                <a16:creationId xmlns:a16="http://schemas.microsoft.com/office/drawing/2014/main" id="{F6D2506F-6A5B-6812-0B3C-85C1181DC7AA}"/>
              </a:ext>
            </a:extLst>
          </p:cNvPr>
          <p:cNvSpPr txBox="1"/>
          <p:nvPr/>
        </p:nvSpPr>
        <p:spPr>
          <a:xfrm>
            <a:off x="4309872" y="1133857"/>
            <a:ext cx="3834384" cy="4585871"/>
          </a:xfrm>
          <a:prstGeom prst="rect">
            <a:avLst/>
          </a:prstGeom>
          <a:noFill/>
          <a:ln>
            <a:solidFill>
              <a:schemeClr val="tx2"/>
            </a:solidFill>
          </a:ln>
        </p:spPr>
        <p:txBody>
          <a:bodyPr wrap="square" lIns="0" tIns="0" rIns="0" bIns="0" rtlCol="0">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0" cap="none" spc="0" baseline="0" dirty="0">
                <a:solidFill>
                  <a:srgbClr val="000000"/>
                </a:solidFill>
                <a:uFillTx/>
                <a:latin typeface="Aptos Narrow"/>
              </a:rPr>
              <a:t>Capabilities: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kern="0" dirty="0">
                <a:solidFill>
                  <a:srgbClr val="000000"/>
                </a:solidFill>
                <a:latin typeface="Aptos Narrow"/>
              </a:rPr>
              <a:t>S</a:t>
            </a:r>
            <a:r>
              <a:rPr lang="en-IN" sz="1200" b="0" i="0" u="none" strike="noStrike" kern="0" cap="none" spc="0" baseline="0" dirty="0">
                <a:solidFill>
                  <a:srgbClr val="000000"/>
                </a:solidFill>
                <a:uFillTx/>
                <a:latin typeface="Aptos Narrow"/>
              </a:rPr>
              <a:t>emantic Performance Layer (Semantic Lakehouse)</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Rich Data models -</a:t>
            </a:r>
            <a:r>
              <a:rPr lang="en-IN" sz="2000" b="0" i="0" u="none" strike="noStrike" kern="0" cap="none" spc="0" baseline="0" dirty="0">
                <a:solidFill>
                  <a:srgbClr val="000000"/>
                </a:solidFill>
                <a:uFillTx/>
                <a:latin typeface="Aptos Narrow"/>
              </a:rPr>
              <a:t> </a:t>
            </a:r>
            <a:r>
              <a:rPr lang="en-IN" sz="1200" b="0" i="0" u="none" strike="noStrike" kern="0" cap="none" spc="0" baseline="0" dirty="0">
                <a:solidFill>
                  <a:srgbClr val="000000"/>
                </a:solidFill>
                <a:uFillTx/>
                <a:latin typeface="Aptos Narrow"/>
              </a:rPr>
              <a:t>100s of precalculated fields, detailed description of the fields, hierarchies etc </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Executive Dashboards &amp; High Speed Analytics platform </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1" i="0" u="none" strike="noStrike" kern="0" cap="none" spc="0" baseline="0" dirty="0" err="1">
                <a:solidFill>
                  <a:srgbClr val="000000"/>
                </a:solidFill>
                <a:uFillTx/>
                <a:latin typeface="Aptos Narrow"/>
              </a:rPr>
              <a:t>Kyvos</a:t>
            </a:r>
            <a:r>
              <a:rPr lang="en-IN" sz="1200" b="1" i="0" u="none" strike="noStrike" kern="0" cap="none" spc="0" baseline="0" dirty="0">
                <a:solidFill>
                  <a:srgbClr val="000000"/>
                </a:solidFill>
                <a:uFillTx/>
                <a:latin typeface="Aptos Narrow"/>
              </a:rPr>
              <a:t> Dialogs</a:t>
            </a:r>
            <a:r>
              <a:rPr lang="en-IN" sz="1200" b="0" i="0" u="none" strike="noStrike" kern="0" cap="none" spc="0" baseline="0" dirty="0">
                <a:solidFill>
                  <a:srgbClr val="000000"/>
                </a:solidFill>
                <a:uFillTx/>
                <a:latin typeface="Aptos Narrow"/>
              </a:rPr>
              <a:t> - Provides contextual answers to the questions based on the understanding of the Data (AI powered)</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1" i="0" u="none" strike="noStrike" kern="0" cap="none" spc="0" baseline="0" dirty="0" err="1">
                <a:solidFill>
                  <a:srgbClr val="000000"/>
                </a:solidFill>
                <a:uFillTx/>
                <a:latin typeface="Aptos Narrow"/>
              </a:rPr>
              <a:t>Kyvos</a:t>
            </a:r>
            <a:r>
              <a:rPr lang="en-IN" sz="1200" b="1" i="0" u="none" strike="noStrike" kern="0" cap="none" spc="0" baseline="0" dirty="0">
                <a:solidFill>
                  <a:srgbClr val="000000"/>
                </a:solidFill>
                <a:uFillTx/>
                <a:latin typeface="Aptos Narrow"/>
              </a:rPr>
              <a:t> BI</a:t>
            </a:r>
            <a:r>
              <a:rPr lang="en-IN" sz="1200" b="0" i="0" u="none" strike="noStrike" kern="0" cap="none" spc="0" baseline="0" dirty="0">
                <a:solidFill>
                  <a:srgbClr val="000000"/>
                </a:solidFill>
                <a:uFillTx/>
                <a:latin typeface="Aptos Narrow"/>
              </a:rPr>
              <a:t> - </a:t>
            </a:r>
            <a:r>
              <a:rPr lang="en-IN" sz="1200" b="0" i="0" u="none" strike="noStrike" kern="0" cap="none" spc="0" baseline="0" dirty="0" err="1">
                <a:solidFill>
                  <a:srgbClr val="000000"/>
                </a:solidFill>
                <a:uFillTx/>
                <a:latin typeface="Aptos Narrow"/>
              </a:rPr>
              <a:t>Intellicus</a:t>
            </a:r>
            <a:r>
              <a:rPr lang="en-IN" sz="1200" b="0" i="0" u="none" strike="noStrike" kern="0" cap="none" spc="0" baseline="0" dirty="0">
                <a:solidFill>
                  <a:srgbClr val="000000"/>
                </a:solidFill>
                <a:uFillTx/>
                <a:latin typeface="Aptos Narrow"/>
              </a:rPr>
              <a:t> is the BI and Data integration platform from </a:t>
            </a:r>
            <a:r>
              <a:rPr lang="en-IN" sz="1200" b="0" i="0" u="none" strike="noStrike" kern="0" cap="none" spc="0" baseline="0" dirty="0" err="1">
                <a:solidFill>
                  <a:srgbClr val="000000"/>
                </a:solidFill>
                <a:uFillTx/>
                <a:latin typeface="Aptos Narrow"/>
              </a:rPr>
              <a:t>Kyvos</a:t>
            </a:r>
            <a:endParaRPr lang="en-IN" sz="1200" b="0" i="0" u="none" strike="noStrike" kern="0" cap="none" spc="0" baseline="0" dirty="0">
              <a:solidFill>
                <a:srgbClr val="000000"/>
              </a:solidFill>
              <a:uFillTx/>
              <a:latin typeface="Aptos Narrow"/>
            </a:endParaRPr>
          </a:p>
          <a:p>
            <a:pPr>
              <a:defRPr sz="1800" b="0" i="0" u="none" strike="noStrike" kern="0" cap="none" spc="0" baseline="0">
                <a:solidFill>
                  <a:srgbClr val="000000"/>
                </a:solidFill>
                <a:uFillTx/>
              </a:defRPr>
            </a:pPr>
            <a:endParaRPr lang="en-IN" sz="1200" kern="0" dirty="0">
              <a:solidFill>
                <a:srgbClr val="000000"/>
              </a:solidFill>
              <a:latin typeface="Aptos Narrow"/>
            </a:endParaRPr>
          </a:p>
          <a:p>
            <a:pPr>
              <a:defRPr sz="1800" b="0" i="0" u="none" strike="noStrike" kern="0" cap="none" spc="0" baseline="0">
                <a:solidFill>
                  <a:srgbClr val="000000"/>
                </a:solidFill>
                <a:uFillTx/>
              </a:defRPr>
            </a:pPr>
            <a:r>
              <a:rPr lang="en-IN" sz="1200" b="1" i="0" u="none" strike="noStrike" kern="0" cap="none" spc="0" baseline="0" dirty="0">
                <a:solidFill>
                  <a:srgbClr val="000000"/>
                </a:solidFill>
                <a:uFillTx/>
                <a:latin typeface="Aptos Narrow"/>
              </a:rPr>
              <a:t>Key Points:</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200" kern="0" dirty="0">
              <a:solidFill>
                <a:srgbClr val="000000"/>
              </a:solidFill>
              <a:latin typeface="Aptos Narrow"/>
            </a:endParaRP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Effective for Big Data Environments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Real Time Streaming </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Performance and Scalability are higher than others and mainly used for large scale deployments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Does not Support Text to SQL Assistant</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No Free Plan</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200" kern="0" dirty="0">
              <a:solidFill>
                <a:srgbClr val="000000"/>
              </a:solidFill>
              <a:latin typeface="Aptos Narrow"/>
            </a:endParaRP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200" b="1" i="0" u="none" strike="noStrike" kern="0" cap="none" spc="0" baseline="0" dirty="0">
                <a:solidFill>
                  <a:srgbClr val="000000"/>
                </a:solidFill>
                <a:uFillTx/>
                <a:latin typeface="Aptos Narrow"/>
              </a:rPr>
              <a:t>Platforms Supported:</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Supports majority of the data warehouses Snowflake, Databricks, Google Big Query, Amazon Redshift, </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Supports all the major Cloud Platforms</a:t>
            </a:r>
            <a:endParaRPr lang="en-US" sz="1200" dirty="0">
              <a:solidFill>
                <a:srgbClr val="002240"/>
              </a:solidFill>
              <a:cs typeface="Tahoma" pitchFamily="34" charset="0"/>
            </a:endParaRPr>
          </a:p>
        </p:txBody>
      </p:sp>
      <p:sp>
        <p:nvSpPr>
          <p:cNvPr id="6" name="Rectangle: Rounded Corners 5">
            <a:extLst>
              <a:ext uri="{FF2B5EF4-FFF2-40B4-BE49-F238E27FC236}">
                <a16:creationId xmlns:a16="http://schemas.microsoft.com/office/drawing/2014/main" id="{6F024DC4-7230-35C8-916E-6D036C6414D8}"/>
              </a:ext>
            </a:extLst>
          </p:cNvPr>
          <p:cNvSpPr/>
          <p:nvPr/>
        </p:nvSpPr>
        <p:spPr>
          <a:xfrm>
            <a:off x="8863078" y="873523"/>
            <a:ext cx="2443225" cy="260334"/>
          </a:xfrm>
          <a:prstGeom prst="roundRect">
            <a:avLst>
              <a:gd name="adj" fmla="val 50000"/>
            </a:avLst>
          </a:prstGeom>
          <a:solidFill>
            <a:schemeClr val="bg1"/>
          </a:solidFill>
          <a:ln>
            <a:noFill/>
          </a:ln>
          <a:effectLst>
            <a:outerShdw blurRad="88900" dist="50800" dir="5400000" algn="t" rotWithShape="0">
              <a:prstClr val="black">
                <a:alpha val="25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spcBef>
                <a:spcPct val="0"/>
              </a:spcBef>
              <a:buClr>
                <a:schemeClr val="accent2"/>
              </a:buClr>
              <a:buSzPct val="80000"/>
            </a:pPr>
            <a:r>
              <a:rPr lang="it-IT" sz="1600" b="1" dirty="0">
                <a:gradFill flip="none" rotWithShape="1">
                  <a:gsLst>
                    <a:gs pos="0">
                      <a:srgbClr val="32A7DA"/>
                    </a:gs>
                    <a:gs pos="53000">
                      <a:srgbClr val="5C5FA5">
                        <a:lumMod val="98000"/>
                      </a:srgbClr>
                    </a:gs>
                    <a:gs pos="100000">
                      <a:srgbClr val="5C5FA5">
                        <a:lumMod val="87000"/>
                      </a:srgbClr>
                    </a:gs>
                  </a:gsLst>
                  <a:lin ang="0" scaled="1"/>
                  <a:tileRect/>
                </a:gradFill>
                <a:ea typeface="+mj-ea"/>
                <a:cs typeface="Tahoma" pitchFamily="34" charset="0"/>
              </a:rPr>
              <a:t>Dbt Labs</a:t>
            </a:r>
          </a:p>
        </p:txBody>
      </p:sp>
      <p:sp>
        <p:nvSpPr>
          <p:cNvPr id="10" name="TextBox 9">
            <a:extLst>
              <a:ext uri="{FF2B5EF4-FFF2-40B4-BE49-F238E27FC236}">
                <a16:creationId xmlns:a16="http://schemas.microsoft.com/office/drawing/2014/main" id="{A484768D-CC50-B7B9-CDC2-9CB0FCF21426}"/>
              </a:ext>
            </a:extLst>
          </p:cNvPr>
          <p:cNvSpPr txBox="1"/>
          <p:nvPr/>
        </p:nvSpPr>
        <p:spPr>
          <a:xfrm>
            <a:off x="8249159" y="1133857"/>
            <a:ext cx="3834384" cy="3908762"/>
          </a:xfrm>
          <a:prstGeom prst="rect">
            <a:avLst/>
          </a:prstGeom>
          <a:noFill/>
          <a:ln>
            <a:solidFill>
              <a:schemeClr val="tx2"/>
            </a:solidFill>
          </a:ln>
        </p:spPr>
        <p:txBody>
          <a:bodyPr wrap="square" lIns="0" tIns="0" rIns="0" bIns="0" rtlCol="0">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1" i="0" u="none" strike="noStrike" kern="0" cap="none" spc="0" baseline="0" dirty="0">
                <a:solidFill>
                  <a:srgbClr val="000000"/>
                </a:solidFill>
                <a:uFillTx/>
                <a:latin typeface="Aptos Narrow"/>
              </a:rPr>
              <a:t>Capabilities: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err="1">
                <a:solidFill>
                  <a:srgbClr val="000000"/>
                </a:solidFill>
                <a:uFillTx/>
                <a:latin typeface="Aptos Narrow"/>
              </a:rPr>
              <a:t>dbt</a:t>
            </a:r>
            <a:r>
              <a:rPr lang="en-IN" sz="1200" b="0" i="0" u="none" strike="noStrike" kern="0" cap="none" spc="0" baseline="0" dirty="0">
                <a:solidFill>
                  <a:srgbClr val="000000"/>
                </a:solidFill>
                <a:uFillTx/>
                <a:latin typeface="Aptos Narrow"/>
              </a:rPr>
              <a:t> Cloud - Semantic Layer</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Governance</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Provides relationships, lineage on the data, semantic model building, automated data testing, Natural Language queries</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Security</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Integration with major BI and analytics tools for Business insights</a:t>
            </a:r>
          </a:p>
          <a:p>
            <a:pPr>
              <a:defRPr sz="1800" b="0" i="0" u="none" strike="noStrike" kern="0" cap="none" spc="0" baseline="0">
                <a:solidFill>
                  <a:srgbClr val="000000"/>
                </a:solidFill>
                <a:uFillTx/>
              </a:defRPr>
            </a:pPr>
            <a:endParaRPr lang="en-IN" sz="1200" kern="0" dirty="0">
              <a:solidFill>
                <a:srgbClr val="000000"/>
              </a:solidFill>
              <a:latin typeface="Aptos Narrow"/>
            </a:endParaRPr>
          </a:p>
          <a:p>
            <a:pPr>
              <a:defRPr sz="1800" b="0" i="0" u="none" strike="noStrike" kern="0" cap="none" spc="0" baseline="0">
                <a:solidFill>
                  <a:srgbClr val="000000"/>
                </a:solidFill>
                <a:uFillTx/>
              </a:defRPr>
            </a:pPr>
            <a:r>
              <a:rPr lang="en-IN" sz="1200" b="1" i="0" u="none" strike="noStrike" kern="0" cap="none" spc="0" baseline="0" dirty="0">
                <a:solidFill>
                  <a:srgbClr val="000000"/>
                </a:solidFill>
                <a:uFillTx/>
                <a:latin typeface="Aptos Narrow"/>
              </a:rPr>
              <a:t>Key Points:</a:t>
            </a:r>
          </a:p>
          <a:p>
            <a:pPr marR="0" lvl="0"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endParaRPr lang="en-IN" sz="1200" kern="0" dirty="0">
              <a:solidFill>
                <a:srgbClr val="000000"/>
              </a:solidFill>
              <a:latin typeface="Aptos Narrow"/>
            </a:endParaRP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Does not support Text to SQL Assistant</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Offers free plan for developer to explore</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1" i="0" u="none" strike="noStrike" kern="0" cap="none" spc="0" baseline="0" dirty="0" err="1">
                <a:solidFill>
                  <a:srgbClr val="000000"/>
                </a:solidFill>
                <a:uFillTx/>
                <a:latin typeface="Aptos Narrow"/>
              </a:rPr>
              <a:t>dbt</a:t>
            </a:r>
            <a:r>
              <a:rPr lang="en-IN" sz="1200" b="1" i="0" u="none" strike="noStrike" kern="0" cap="none" spc="0" baseline="0" dirty="0">
                <a:solidFill>
                  <a:srgbClr val="000000"/>
                </a:solidFill>
                <a:uFillTx/>
                <a:latin typeface="Aptos Narrow"/>
              </a:rPr>
              <a:t> Copilot </a:t>
            </a:r>
            <a:r>
              <a:rPr lang="en-IN" sz="1200" b="0" i="0" u="none" strike="noStrike" kern="0" cap="none" spc="0" baseline="0" dirty="0">
                <a:solidFill>
                  <a:srgbClr val="000000"/>
                </a:solidFill>
                <a:uFillTx/>
                <a:latin typeface="Aptos Narrow"/>
              </a:rPr>
              <a:t>- AI powered data assistant</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1" i="0" u="none" strike="noStrike" kern="0" cap="none" spc="0" baseline="0" dirty="0" err="1">
                <a:solidFill>
                  <a:srgbClr val="000000"/>
                </a:solidFill>
                <a:uFillTx/>
                <a:latin typeface="Aptos Narrow"/>
              </a:rPr>
              <a:t>dbt</a:t>
            </a:r>
            <a:r>
              <a:rPr lang="en-IN" sz="1200" b="1" i="0" u="none" strike="noStrike" kern="0" cap="none" spc="0" baseline="0" dirty="0">
                <a:solidFill>
                  <a:srgbClr val="000000"/>
                </a:solidFill>
                <a:uFillTx/>
                <a:latin typeface="Aptos Narrow"/>
              </a:rPr>
              <a:t> Explorer</a:t>
            </a:r>
            <a:r>
              <a:rPr lang="en-IN" sz="1200" b="0" i="0" u="none" strike="noStrike" kern="0" cap="none" spc="0" baseline="0" dirty="0">
                <a:solidFill>
                  <a:srgbClr val="000000"/>
                </a:solidFill>
                <a:uFillTx/>
                <a:latin typeface="Aptos Narrow"/>
              </a:rPr>
              <a:t> - Catalog and Lineage</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200" kern="0" dirty="0">
              <a:solidFill>
                <a:srgbClr val="000000"/>
              </a:solidFill>
              <a:latin typeface="Aptos Narrow"/>
            </a:endParaRP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200" b="1" i="0" u="none" strike="noStrike" kern="0" cap="none" spc="0" baseline="0" dirty="0">
                <a:solidFill>
                  <a:srgbClr val="000000"/>
                </a:solidFill>
                <a:uFillTx/>
                <a:latin typeface="Aptos Narrow"/>
              </a:rPr>
              <a:t>Platforms Supported:</a:t>
            </a: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Supports majority of the data warehouses Snowflake, Databricks, Google Big Query, Amazon Redshift, MS Fabric, </a:t>
            </a:r>
            <a:r>
              <a:rPr lang="en-IN" sz="1200" b="0" i="0" u="none" strike="noStrike" kern="0" cap="none" spc="0" baseline="0" dirty="0" err="1">
                <a:solidFill>
                  <a:srgbClr val="000000"/>
                </a:solidFill>
                <a:uFillTx/>
                <a:latin typeface="Aptos Narrow"/>
              </a:rPr>
              <a:t>Fivetran</a:t>
            </a:r>
            <a:endParaRPr lang="en-IN" sz="1200" b="0" i="0" u="none" strike="noStrike" kern="0" cap="none" spc="0" baseline="0" dirty="0">
              <a:solidFill>
                <a:srgbClr val="000000"/>
              </a:solidFill>
              <a:uFillTx/>
              <a:latin typeface="Aptos Narrow"/>
            </a:endParaRPr>
          </a:p>
          <a:p>
            <a:pPr marL="171450" marR="0" lvl="0" indent="-1714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200" b="0" i="0" u="none" strike="noStrike" kern="0" cap="none" spc="0" baseline="0" dirty="0">
                <a:solidFill>
                  <a:srgbClr val="000000"/>
                </a:solidFill>
                <a:uFillTx/>
                <a:latin typeface="Aptos Narrow"/>
              </a:rPr>
              <a:t>Supports all the major Cloud Platforms</a:t>
            </a:r>
            <a:endParaRPr lang="en-US" sz="1200" dirty="0">
              <a:solidFill>
                <a:srgbClr val="002240"/>
              </a:solidFill>
              <a:cs typeface="Tahoma" pitchFamily="34" charset="0"/>
            </a:endParaRPr>
          </a:p>
        </p:txBody>
      </p:sp>
    </p:spTree>
    <p:extLst>
      <p:ext uri="{BB962C8B-B14F-4D97-AF65-F5344CB8AC3E}">
        <p14:creationId xmlns:p14="http://schemas.microsoft.com/office/powerpoint/2010/main" val="2552991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EA4F4-693E-5D42-4643-39409D6C27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E87B4FD-C2FD-5687-86A5-21113430C04E}"/>
              </a:ext>
            </a:extLst>
          </p:cNvPr>
          <p:cNvSpPr>
            <a:spLocks noGrp="1"/>
          </p:cNvSpPr>
          <p:nvPr>
            <p:ph type="title"/>
          </p:nvPr>
        </p:nvSpPr>
        <p:spPr>
          <a:xfrm>
            <a:off x="609600" y="300578"/>
            <a:ext cx="10972800" cy="400110"/>
          </a:xfrm>
        </p:spPr>
        <p:txBody>
          <a:bodyPr/>
          <a:lstStyle/>
          <a:p>
            <a:r>
              <a:rPr lang="en-US" dirty="0"/>
              <a:t>Price Comparison</a:t>
            </a:r>
            <a:endParaRPr lang="en-IN" sz="1800" dirty="0">
              <a:solidFill>
                <a:schemeClr val="tx2"/>
              </a:solidFill>
            </a:endParaRPr>
          </a:p>
        </p:txBody>
      </p:sp>
      <p:sp>
        <p:nvSpPr>
          <p:cNvPr id="8" name="Rectangle: Rounded Corners 7">
            <a:extLst>
              <a:ext uri="{FF2B5EF4-FFF2-40B4-BE49-F238E27FC236}">
                <a16:creationId xmlns:a16="http://schemas.microsoft.com/office/drawing/2014/main" id="{58ADFD3F-E746-543B-DFA1-2D7192216138}"/>
              </a:ext>
            </a:extLst>
          </p:cNvPr>
          <p:cNvSpPr/>
          <p:nvPr/>
        </p:nvSpPr>
        <p:spPr>
          <a:xfrm>
            <a:off x="985775" y="873523"/>
            <a:ext cx="2443225" cy="260334"/>
          </a:xfrm>
          <a:prstGeom prst="roundRect">
            <a:avLst>
              <a:gd name="adj" fmla="val 50000"/>
            </a:avLst>
          </a:prstGeom>
          <a:solidFill>
            <a:schemeClr val="bg1"/>
          </a:solidFill>
          <a:ln>
            <a:noFill/>
          </a:ln>
          <a:effectLst>
            <a:outerShdw blurRad="88900" dist="50800" dir="5400000" algn="t" rotWithShape="0">
              <a:prstClr val="black">
                <a:alpha val="25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spcBef>
                <a:spcPct val="0"/>
              </a:spcBef>
              <a:buClr>
                <a:schemeClr val="accent2"/>
              </a:buClr>
              <a:buSzPct val="80000"/>
            </a:pPr>
            <a:r>
              <a:rPr lang="it-IT" sz="1600" b="1" dirty="0">
                <a:gradFill flip="none" rotWithShape="1">
                  <a:gsLst>
                    <a:gs pos="0">
                      <a:srgbClr val="32A7DA"/>
                    </a:gs>
                    <a:gs pos="53000">
                      <a:srgbClr val="5C5FA5">
                        <a:lumMod val="98000"/>
                      </a:srgbClr>
                    </a:gs>
                    <a:gs pos="100000">
                      <a:srgbClr val="5C5FA5">
                        <a:lumMod val="87000"/>
                      </a:srgbClr>
                    </a:gs>
                  </a:gsLst>
                  <a:lin ang="0" scaled="1"/>
                  <a:tileRect/>
                </a:gradFill>
                <a:ea typeface="+mj-ea"/>
                <a:cs typeface="Tahoma" pitchFamily="34" charset="0"/>
              </a:rPr>
              <a:t>Cube Dev</a:t>
            </a:r>
          </a:p>
        </p:txBody>
      </p:sp>
      <p:sp>
        <p:nvSpPr>
          <p:cNvPr id="11" name="TextBox 10">
            <a:extLst>
              <a:ext uri="{FF2B5EF4-FFF2-40B4-BE49-F238E27FC236}">
                <a16:creationId xmlns:a16="http://schemas.microsoft.com/office/drawing/2014/main" id="{C4FF7E42-37DF-40B9-66BE-2534BE8E3880}"/>
              </a:ext>
            </a:extLst>
          </p:cNvPr>
          <p:cNvSpPr txBox="1"/>
          <p:nvPr/>
        </p:nvSpPr>
        <p:spPr>
          <a:xfrm>
            <a:off x="508506" y="1133857"/>
            <a:ext cx="3375917" cy="3462486"/>
          </a:xfrm>
          <a:prstGeom prst="rect">
            <a:avLst/>
          </a:prstGeom>
          <a:noFill/>
          <a:ln>
            <a:solidFill>
              <a:schemeClr val="tx2"/>
            </a:solidFill>
          </a:ln>
        </p:spPr>
        <p:txBody>
          <a:bodyPr wrap="square" lIns="0" tIns="0" rIns="0" bIns="0" rtlCol="0">
            <a:spAutoFit/>
          </a:bodyPr>
          <a:lstStyle/>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Free Version - The free version of Cube Cloud includes two developer instances and 1k query limit per day.</a:t>
            </a: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endParaRPr lang="en-IN" sz="1500" b="0" i="0" u="none" strike="noStrike" kern="0" cap="none" spc="0" baseline="0" dirty="0">
              <a:solidFill>
                <a:srgbClr val="000000"/>
              </a:solidFill>
              <a:uFillTx/>
              <a:latin typeface="Aptos Narrow"/>
            </a:endParaRP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Starter - $0.15 per </a:t>
            </a:r>
            <a:r>
              <a:rPr lang="en-IN" sz="1500" b="0" i="0" u="none" strike="noStrike" kern="0" cap="none" spc="0" baseline="0" dirty="0">
                <a:solidFill>
                  <a:srgbClr val="000000"/>
                </a:solidFill>
                <a:uFillTx/>
                <a:latin typeface="Aptos Narrow"/>
                <a:hlinkClick r:id="" action="ppaction://noaction">
                  <a:extLst>
                    <a:ext uri="{A12FA001-AC4F-418D-AE19-62706E023703}">
                      <ahyp:hlinkClr xmlns:ahyp="http://schemas.microsoft.com/office/drawing/2018/hyperlinkcolor" val="tx"/>
                    </a:ext>
                  </a:extLst>
                </a:hlinkClick>
              </a:rPr>
              <a:t>Cube Consumption Unit</a:t>
            </a:r>
            <a:endParaRPr lang="en-IN" sz="1500" b="0" i="0" u="none" strike="noStrike" kern="0" cap="none" spc="0" baseline="0" dirty="0">
              <a:solidFill>
                <a:srgbClr val="000000"/>
              </a:solidFill>
              <a:uFillTx/>
              <a:latin typeface="Aptos Narrow"/>
            </a:endParaRP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 </a:t>
            </a: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Premium - $0.30 per </a:t>
            </a:r>
            <a:r>
              <a:rPr lang="en-IN" sz="1500" b="0" i="0" u="none" strike="noStrike" kern="0" cap="none" spc="0" baseline="0" dirty="0">
                <a:solidFill>
                  <a:srgbClr val="000000"/>
                </a:solidFill>
                <a:uFillTx/>
                <a:latin typeface="Aptos Narrow"/>
                <a:hlinkClick r:id="" action="ppaction://noaction">
                  <a:extLst>
                    <a:ext uri="{A12FA001-AC4F-418D-AE19-62706E023703}">
                      <ahyp:hlinkClr xmlns:ahyp="http://schemas.microsoft.com/office/drawing/2018/hyperlinkcolor" val="tx"/>
                    </a:ext>
                  </a:extLst>
                </a:hlinkClick>
              </a:rPr>
              <a:t>Cube Consumption Unit</a:t>
            </a:r>
            <a:endParaRPr lang="en-IN" sz="1500" b="0" i="0" u="none" strike="noStrike" kern="0" cap="none" spc="0" baseline="0" dirty="0">
              <a:solidFill>
                <a:srgbClr val="000000"/>
              </a:solidFill>
              <a:uFillTx/>
              <a:latin typeface="Aptos Narrow"/>
            </a:endParaRP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endParaRPr lang="en-IN" sz="1500" b="0" i="0" u="none" strike="noStrike" kern="0" cap="none" spc="0" baseline="0" dirty="0">
              <a:solidFill>
                <a:srgbClr val="000000"/>
              </a:solidFill>
              <a:uFillTx/>
              <a:latin typeface="Aptos Narrow"/>
            </a:endParaRP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Enterprise - Customized pricing based on your specific business needs</a:t>
            </a: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endParaRPr lang="en-IN" sz="1500" b="0" i="0" u="none" strike="noStrike" kern="0" cap="none" spc="0" baseline="0" dirty="0">
              <a:solidFill>
                <a:srgbClr val="000000"/>
              </a:solidFill>
              <a:uFillTx/>
              <a:latin typeface="Aptos Narrow"/>
            </a:endParaRP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Enterprise Premier- Customized pricing based on your specific business needs</a:t>
            </a:r>
          </a:p>
        </p:txBody>
      </p:sp>
      <p:sp>
        <p:nvSpPr>
          <p:cNvPr id="2" name="Rectangle: Rounded Corners 1">
            <a:extLst>
              <a:ext uri="{FF2B5EF4-FFF2-40B4-BE49-F238E27FC236}">
                <a16:creationId xmlns:a16="http://schemas.microsoft.com/office/drawing/2014/main" id="{094862D3-B962-BE6B-DC06-B481FD1A1E0D}"/>
              </a:ext>
            </a:extLst>
          </p:cNvPr>
          <p:cNvSpPr/>
          <p:nvPr/>
        </p:nvSpPr>
        <p:spPr>
          <a:xfrm>
            <a:off x="4923791" y="873523"/>
            <a:ext cx="2443225" cy="260334"/>
          </a:xfrm>
          <a:prstGeom prst="roundRect">
            <a:avLst>
              <a:gd name="adj" fmla="val 50000"/>
            </a:avLst>
          </a:prstGeom>
          <a:solidFill>
            <a:schemeClr val="bg1"/>
          </a:solidFill>
          <a:ln>
            <a:noFill/>
          </a:ln>
          <a:effectLst>
            <a:outerShdw blurRad="88900" dist="50800" dir="5400000" algn="t" rotWithShape="0">
              <a:prstClr val="black">
                <a:alpha val="25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spcBef>
                <a:spcPct val="0"/>
              </a:spcBef>
              <a:buClr>
                <a:schemeClr val="accent2"/>
              </a:buClr>
              <a:buSzPct val="80000"/>
            </a:pPr>
            <a:r>
              <a:rPr lang="it-IT" sz="1600" b="1" dirty="0">
                <a:gradFill flip="none" rotWithShape="1">
                  <a:gsLst>
                    <a:gs pos="0">
                      <a:srgbClr val="32A7DA"/>
                    </a:gs>
                    <a:gs pos="53000">
                      <a:srgbClr val="5C5FA5">
                        <a:lumMod val="98000"/>
                      </a:srgbClr>
                    </a:gs>
                    <a:gs pos="100000">
                      <a:srgbClr val="5C5FA5">
                        <a:lumMod val="87000"/>
                      </a:srgbClr>
                    </a:gs>
                  </a:gsLst>
                  <a:lin ang="0" scaled="1"/>
                  <a:tileRect/>
                </a:gradFill>
                <a:ea typeface="+mj-ea"/>
                <a:cs typeface="Tahoma" pitchFamily="34" charset="0"/>
              </a:rPr>
              <a:t>Kyvos</a:t>
            </a:r>
          </a:p>
        </p:txBody>
      </p:sp>
      <p:sp>
        <p:nvSpPr>
          <p:cNvPr id="5" name="TextBox 4">
            <a:extLst>
              <a:ext uri="{FF2B5EF4-FFF2-40B4-BE49-F238E27FC236}">
                <a16:creationId xmlns:a16="http://schemas.microsoft.com/office/drawing/2014/main" id="{E8B9DE0C-34F8-70BE-81DB-A59858F3EAAD}"/>
              </a:ext>
            </a:extLst>
          </p:cNvPr>
          <p:cNvSpPr txBox="1"/>
          <p:nvPr/>
        </p:nvSpPr>
        <p:spPr>
          <a:xfrm>
            <a:off x="4407408" y="1133857"/>
            <a:ext cx="3638044" cy="2539157"/>
          </a:xfrm>
          <a:prstGeom prst="rect">
            <a:avLst/>
          </a:prstGeom>
          <a:noFill/>
          <a:ln>
            <a:solidFill>
              <a:schemeClr val="tx2"/>
            </a:solidFill>
          </a:ln>
        </p:spPr>
        <p:txBody>
          <a:bodyPr wrap="square" lIns="0" tIns="0" rIns="0" bIns="0" rtlCol="0">
            <a:spAutoFit/>
          </a:bodyPr>
          <a:lstStyle/>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On Cloud Marketplace - $0.41 per core hour for the time period you use </a:t>
            </a:r>
            <a:r>
              <a:rPr lang="en-IN" sz="1500" b="0" i="0" u="none" strike="noStrike" kern="0" cap="none" spc="0" baseline="0" dirty="0" err="1">
                <a:solidFill>
                  <a:srgbClr val="000000"/>
                </a:solidFill>
                <a:uFillTx/>
                <a:latin typeface="Aptos Narrow"/>
              </a:rPr>
              <a:t>Kyvos</a:t>
            </a:r>
            <a:r>
              <a:rPr lang="en-IN" sz="1500" b="0" i="0" u="none" strike="noStrike" kern="0" cap="none" spc="0" baseline="0" dirty="0">
                <a:solidFill>
                  <a:srgbClr val="000000"/>
                </a:solidFill>
                <a:uFillTx/>
                <a:latin typeface="Aptos Narrow"/>
              </a:rPr>
              <a:t> (in seconds)</a:t>
            </a: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endParaRPr lang="en-IN" sz="1500" b="0" i="0" u="none" strike="noStrike" kern="0" cap="none" spc="0" baseline="0" dirty="0">
              <a:solidFill>
                <a:srgbClr val="000000"/>
              </a:solidFill>
              <a:uFillTx/>
              <a:latin typeface="Aptos Narrow"/>
            </a:endParaRP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Managed Service - $0.61 per core hour for the time period you use </a:t>
            </a:r>
            <a:r>
              <a:rPr lang="en-IN" sz="1500" b="0" i="0" u="none" strike="noStrike" kern="0" cap="none" spc="0" baseline="0" dirty="0" err="1">
                <a:solidFill>
                  <a:srgbClr val="000000"/>
                </a:solidFill>
                <a:uFillTx/>
                <a:latin typeface="Aptos Narrow"/>
              </a:rPr>
              <a:t>Kyvos</a:t>
            </a:r>
            <a:r>
              <a:rPr lang="en-IN" sz="1500" b="0" i="0" u="none" strike="noStrike" kern="0" cap="none" spc="0" baseline="0" dirty="0">
                <a:solidFill>
                  <a:srgbClr val="000000"/>
                </a:solidFill>
                <a:uFillTx/>
                <a:latin typeface="Aptos Narrow"/>
              </a:rPr>
              <a:t> (in seconds)</a:t>
            </a: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endParaRPr lang="en-IN" sz="1500" b="0" i="0" u="none" strike="noStrike" kern="0" cap="none" spc="0" baseline="0" dirty="0">
              <a:solidFill>
                <a:srgbClr val="000000"/>
              </a:solidFill>
              <a:uFillTx/>
              <a:latin typeface="Aptos Narrow"/>
            </a:endParaRP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On Premise - Annual subscription starts at $48K</a:t>
            </a: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Pay per use at $0.41 per core hour for the time period you use </a:t>
            </a:r>
            <a:r>
              <a:rPr lang="en-IN" sz="1500" b="0" i="0" u="none" strike="noStrike" kern="0" cap="none" spc="0" baseline="0" dirty="0" err="1">
                <a:solidFill>
                  <a:srgbClr val="000000"/>
                </a:solidFill>
                <a:uFillTx/>
                <a:latin typeface="Aptos Narrow"/>
              </a:rPr>
              <a:t>Kyvos</a:t>
            </a:r>
            <a:r>
              <a:rPr lang="en-IN" sz="1500" b="0" i="0" u="none" strike="noStrike" kern="0" cap="none" spc="0" baseline="0" dirty="0">
                <a:solidFill>
                  <a:srgbClr val="000000"/>
                </a:solidFill>
                <a:uFillTx/>
                <a:latin typeface="Aptos Narrow"/>
              </a:rPr>
              <a:t> (in seconds)</a:t>
            </a:r>
          </a:p>
        </p:txBody>
      </p:sp>
      <p:sp>
        <p:nvSpPr>
          <p:cNvPr id="6" name="Rectangle: Rounded Corners 5">
            <a:extLst>
              <a:ext uri="{FF2B5EF4-FFF2-40B4-BE49-F238E27FC236}">
                <a16:creationId xmlns:a16="http://schemas.microsoft.com/office/drawing/2014/main" id="{F82D16E3-9A5C-191F-A574-0386FBC94DF3}"/>
              </a:ext>
            </a:extLst>
          </p:cNvPr>
          <p:cNvSpPr/>
          <p:nvPr/>
        </p:nvSpPr>
        <p:spPr>
          <a:xfrm>
            <a:off x="8808214" y="873523"/>
            <a:ext cx="2443225" cy="260334"/>
          </a:xfrm>
          <a:prstGeom prst="roundRect">
            <a:avLst>
              <a:gd name="adj" fmla="val 50000"/>
            </a:avLst>
          </a:prstGeom>
          <a:solidFill>
            <a:schemeClr val="bg1"/>
          </a:solidFill>
          <a:ln>
            <a:noFill/>
          </a:ln>
          <a:effectLst>
            <a:outerShdw blurRad="88900" dist="50800" dir="5400000" algn="t" rotWithShape="0">
              <a:prstClr val="black">
                <a:alpha val="25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spcBef>
                <a:spcPct val="0"/>
              </a:spcBef>
              <a:buClr>
                <a:schemeClr val="accent2"/>
              </a:buClr>
              <a:buSzPct val="80000"/>
            </a:pPr>
            <a:r>
              <a:rPr lang="it-IT" sz="1600" b="1" dirty="0">
                <a:gradFill flip="none" rotWithShape="1">
                  <a:gsLst>
                    <a:gs pos="0">
                      <a:srgbClr val="32A7DA"/>
                    </a:gs>
                    <a:gs pos="53000">
                      <a:srgbClr val="5C5FA5">
                        <a:lumMod val="98000"/>
                      </a:srgbClr>
                    </a:gs>
                    <a:gs pos="100000">
                      <a:srgbClr val="5C5FA5">
                        <a:lumMod val="87000"/>
                      </a:srgbClr>
                    </a:gs>
                  </a:gsLst>
                  <a:lin ang="0" scaled="1"/>
                  <a:tileRect/>
                </a:gradFill>
                <a:ea typeface="+mj-ea"/>
                <a:cs typeface="Tahoma" pitchFamily="34" charset="0"/>
              </a:rPr>
              <a:t>Dbt Labs</a:t>
            </a:r>
          </a:p>
        </p:txBody>
      </p:sp>
      <p:sp>
        <p:nvSpPr>
          <p:cNvPr id="10" name="TextBox 9">
            <a:extLst>
              <a:ext uri="{FF2B5EF4-FFF2-40B4-BE49-F238E27FC236}">
                <a16:creationId xmlns:a16="http://schemas.microsoft.com/office/drawing/2014/main" id="{FD7B1AE8-8B4E-1D44-46A6-A5BDDBFE4DFD}"/>
              </a:ext>
            </a:extLst>
          </p:cNvPr>
          <p:cNvSpPr txBox="1"/>
          <p:nvPr/>
        </p:nvSpPr>
        <p:spPr>
          <a:xfrm>
            <a:off x="8260589" y="1133857"/>
            <a:ext cx="3513835" cy="2077492"/>
          </a:xfrm>
          <a:prstGeom prst="rect">
            <a:avLst/>
          </a:prstGeom>
          <a:noFill/>
          <a:ln>
            <a:solidFill>
              <a:schemeClr val="tx2"/>
            </a:solidFill>
          </a:ln>
        </p:spPr>
        <p:txBody>
          <a:bodyPr wrap="square" lIns="0" tIns="0" rIns="0" bIns="0" rtlCol="0">
            <a:spAutoFit/>
          </a:bodyPr>
          <a:lstStyle/>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Developer - Free (One developer seat, 3000 successful models per month)</a:t>
            </a:r>
            <a:br>
              <a:rPr lang="en-IN" sz="1500" b="0" i="0" u="none" strike="noStrike" kern="0" cap="none" spc="0" baseline="0" dirty="0">
                <a:solidFill>
                  <a:srgbClr val="000000"/>
                </a:solidFill>
                <a:uFillTx/>
                <a:latin typeface="Aptos Narrow"/>
              </a:rPr>
            </a:br>
            <a:r>
              <a:rPr lang="en-IN" sz="1500" b="0" i="0" u="none" strike="noStrike" kern="0" cap="none" spc="0" baseline="0" dirty="0">
                <a:solidFill>
                  <a:srgbClr val="000000"/>
                </a:solidFill>
                <a:uFillTx/>
                <a:latin typeface="Aptos Narrow"/>
              </a:rPr>
              <a:t> - </a:t>
            </a: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Team - Pay as you go, </a:t>
            </a:r>
            <a:r>
              <a:rPr lang="en-IN" sz="1500" b="1" i="0" u="none" strike="noStrike" kern="0" cap="none" spc="0" baseline="0" dirty="0">
                <a:solidFill>
                  <a:srgbClr val="000000"/>
                </a:solidFill>
                <a:uFillTx/>
                <a:latin typeface="Aptos Narrow"/>
              </a:rPr>
              <a:t>$100/</a:t>
            </a:r>
            <a:r>
              <a:rPr lang="en-IN" sz="1500" b="1" i="0" u="none" strike="noStrike" kern="0" cap="none" spc="0" baseline="0" dirty="0" err="1">
                <a:solidFill>
                  <a:srgbClr val="000000"/>
                </a:solidFill>
                <a:uFillTx/>
                <a:latin typeface="Aptos Narrow"/>
              </a:rPr>
              <a:t>mo</a:t>
            </a:r>
            <a:r>
              <a:rPr lang="en-IN" sz="1500" b="1" i="0" u="none" strike="noStrike" kern="0" cap="none" spc="0" baseline="0" dirty="0">
                <a:solidFill>
                  <a:srgbClr val="000000"/>
                </a:solidFill>
                <a:uFillTx/>
                <a:latin typeface="Aptos Narrow"/>
              </a:rPr>
              <a:t>/seat(</a:t>
            </a:r>
            <a:r>
              <a:rPr lang="en-IN" sz="1500" b="0" i="0" u="none" strike="noStrike" kern="0" cap="none" spc="0" baseline="0" dirty="0">
                <a:solidFill>
                  <a:srgbClr val="000000"/>
                </a:solidFill>
                <a:uFillTx/>
                <a:latin typeface="Aptos Narrow"/>
              </a:rPr>
              <a:t>Up to 8 developer seats</a:t>
            </a: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r>
              <a:rPr lang="en-IN" sz="1500" b="0" i="0" u="none" strike="noStrike" kern="0" cap="none" spc="0" baseline="0" dirty="0">
                <a:solidFill>
                  <a:srgbClr val="000000"/>
                </a:solidFill>
                <a:uFillTx/>
                <a:latin typeface="Aptos Narrow"/>
              </a:rPr>
              <a:t>15,000 successful models built per month)</a:t>
            </a:r>
          </a:p>
          <a:p>
            <a:pPr marL="285750" marR="0" lvl="0" indent="-285750" defTabSz="914400" rtl="0" fontAlgn="auto" hangingPunct="1">
              <a:lnSpc>
                <a:spcPct val="100000"/>
              </a:lnSpc>
              <a:spcBef>
                <a:spcPts val="0"/>
              </a:spcBef>
              <a:spcAft>
                <a:spcPts val="0"/>
              </a:spcAft>
              <a:buFont typeface="Arial" panose="020B0604020202020204" pitchFamily="34" charset="0"/>
              <a:buChar char="•"/>
              <a:tabLst/>
              <a:defRPr sz="1800" b="0" i="0" u="none" strike="noStrike" kern="0" cap="none" spc="0" baseline="0">
                <a:solidFill>
                  <a:srgbClr val="000000"/>
                </a:solidFill>
                <a:uFillTx/>
              </a:defRPr>
            </a:pPr>
            <a:br>
              <a:rPr lang="en-IN" sz="1500" b="0" i="0" u="none" strike="noStrike" kern="0" cap="none" spc="0" baseline="0" dirty="0">
                <a:solidFill>
                  <a:srgbClr val="000000"/>
                </a:solidFill>
                <a:uFillTx/>
                <a:latin typeface="Aptos Narrow"/>
              </a:rPr>
            </a:br>
            <a:r>
              <a:rPr lang="en-IN" sz="1500" b="0" i="0" u="none" strike="noStrike" kern="0" cap="none" spc="0" baseline="0" dirty="0">
                <a:solidFill>
                  <a:srgbClr val="000000"/>
                </a:solidFill>
                <a:uFillTx/>
                <a:latin typeface="Aptos Narrow"/>
              </a:rPr>
              <a:t>Enterprise - Custom Pricing</a:t>
            </a:r>
          </a:p>
        </p:txBody>
      </p:sp>
    </p:spTree>
    <p:extLst>
      <p:ext uri="{BB962C8B-B14F-4D97-AF65-F5344CB8AC3E}">
        <p14:creationId xmlns:p14="http://schemas.microsoft.com/office/powerpoint/2010/main" val="1935654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873B6-BC16-F408-4FC0-71A73E567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6DF06-7793-6EFC-CDCE-35CAE2950B18}"/>
              </a:ext>
            </a:extLst>
          </p:cNvPr>
          <p:cNvSpPr>
            <a:spLocks noGrp="1"/>
          </p:cNvSpPr>
          <p:nvPr>
            <p:ph type="title"/>
          </p:nvPr>
        </p:nvSpPr>
        <p:spPr>
          <a:xfrm>
            <a:off x="609600" y="300578"/>
            <a:ext cx="10972800" cy="400110"/>
          </a:xfrm>
        </p:spPr>
        <p:txBody>
          <a:bodyPr/>
          <a:lstStyle/>
          <a:p>
            <a:r>
              <a:rPr lang="en-IN" dirty="0"/>
              <a:t>Integrating with IRIS </a:t>
            </a:r>
          </a:p>
        </p:txBody>
      </p:sp>
      <p:sp>
        <p:nvSpPr>
          <p:cNvPr id="3" name="Text Placeholder 2">
            <a:extLst>
              <a:ext uri="{FF2B5EF4-FFF2-40B4-BE49-F238E27FC236}">
                <a16:creationId xmlns:a16="http://schemas.microsoft.com/office/drawing/2014/main" id="{CD8CC9A8-2868-F630-9185-4ABCE007C7CF}"/>
              </a:ext>
            </a:extLst>
          </p:cNvPr>
          <p:cNvSpPr>
            <a:spLocks noGrp="1"/>
          </p:cNvSpPr>
          <p:nvPr>
            <p:ph type="body" sz="quarter" idx="14"/>
          </p:nvPr>
        </p:nvSpPr>
        <p:spPr/>
        <p:txBody>
          <a:bodyPr/>
          <a:lstStyle/>
          <a:p>
            <a:endParaRPr lang="en-IN"/>
          </a:p>
        </p:txBody>
      </p:sp>
      <p:sp>
        <p:nvSpPr>
          <p:cNvPr id="6" name="TextBox 5">
            <a:extLst>
              <a:ext uri="{FF2B5EF4-FFF2-40B4-BE49-F238E27FC236}">
                <a16:creationId xmlns:a16="http://schemas.microsoft.com/office/drawing/2014/main" id="{4741C06D-EBA1-A66E-1F72-A3D97B5AEF8C}"/>
              </a:ext>
            </a:extLst>
          </p:cNvPr>
          <p:cNvSpPr txBox="1"/>
          <p:nvPr/>
        </p:nvSpPr>
        <p:spPr>
          <a:xfrm>
            <a:off x="1655064" y="960120"/>
            <a:ext cx="9674352" cy="3355848"/>
          </a:xfrm>
          <a:prstGeom prst="roundRect">
            <a:avLst>
              <a:gd name="adj" fmla="val 5201"/>
            </a:avLst>
          </a:prstGeom>
          <a:solidFill>
            <a:schemeClr val="bg1"/>
          </a:solidFill>
          <a:effectLst>
            <a:innerShdw blurRad="76200" dist="12700">
              <a:prstClr val="black">
                <a:alpha val="25000"/>
              </a:prstClr>
            </a:innerShdw>
          </a:effectLst>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wrap="square" anchor="ctr">
            <a:noAutofit/>
          </a:bodyPr>
          <a:lstStyle>
            <a:defPPr>
              <a:defRPr lang="en-US"/>
            </a:defPPr>
            <a:lvl1pPr>
              <a:defRPr sz="2000">
                <a:solidFill>
                  <a:schemeClr val="dk1">
                    <a:hueOff val="0"/>
                    <a:satOff val="0"/>
                    <a:lumOff val="0"/>
                    <a:alphaOff val="0"/>
                  </a:schemeClr>
                </a:solidFill>
              </a:defRPr>
            </a:lvl1pPr>
            <a:lvl2pPr>
              <a:defRPr>
                <a:solidFill>
                  <a:schemeClr val="dk1">
                    <a:hueOff val="0"/>
                    <a:satOff val="0"/>
                    <a:lumOff val="0"/>
                    <a:alphaOff val="0"/>
                  </a:schemeClr>
                </a:solidFill>
              </a:defRPr>
            </a:lvl2pPr>
            <a:lvl3pPr>
              <a:defRPr>
                <a:solidFill>
                  <a:schemeClr val="dk1">
                    <a:hueOff val="0"/>
                    <a:satOff val="0"/>
                    <a:lumOff val="0"/>
                    <a:alphaOff val="0"/>
                  </a:schemeClr>
                </a:solidFill>
              </a:defRPr>
            </a:lvl3pPr>
            <a:lvl4pPr>
              <a:defRPr>
                <a:solidFill>
                  <a:schemeClr val="dk1">
                    <a:hueOff val="0"/>
                    <a:satOff val="0"/>
                    <a:lumOff val="0"/>
                    <a:alphaOff val="0"/>
                  </a:schemeClr>
                </a:solidFill>
              </a:defRPr>
            </a:lvl4pPr>
            <a:lvl5pPr>
              <a:defRPr>
                <a:solidFill>
                  <a:schemeClr val="dk1">
                    <a:hueOff val="0"/>
                    <a:satOff val="0"/>
                    <a:lumOff val="0"/>
                    <a:alphaOff val="0"/>
                  </a:schemeClr>
                </a:solidFill>
              </a:defRPr>
            </a:lvl5pPr>
            <a:lvl6pPr>
              <a:defRPr>
                <a:solidFill>
                  <a:schemeClr val="dk1">
                    <a:hueOff val="0"/>
                    <a:satOff val="0"/>
                    <a:lumOff val="0"/>
                    <a:alphaOff val="0"/>
                  </a:schemeClr>
                </a:solidFill>
              </a:defRPr>
            </a:lvl6pPr>
            <a:lvl7pPr>
              <a:defRPr>
                <a:solidFill>
                  <a:schemeClr val="dk1">
                    <a:hueOff val="0"/>
                    <a:satOff val="0"/>
                    <a:lumOff val="0"/>
                    <a:alphaOff val="0"/>
                  </a:schemeClr>
                </a:solidFill>
              </a:defRPr>
            </a:lvl7pPr>
            <a:lvl8pPr>
              <a:defRPr>
                <a:solidFill>
                  <a:schemeClr val="dk1">
                    <a:hueOff val="0"/>
                    <a:satOff val="0"/>
                    <a:lumOff val="0"/>
                    <a:alphaOff val="0"/>
                  </a:schemeClr>
                </a:solidFill>
              </a:defRPr>
            </a:lvl8pPr>
            <a:lvl9pPr>
              <a:defRPr>
                <a:solidFill>
                  <a:schemeClr val="dk1">
                    <a:hueOff val="0"/>
                    <a:satOff val="0"/>
                    <a:lumOff val="0"/>
                    <a:alphaOff val="0"/>
                  </a:schemeClr>
                </a:solidFill>
              </a:defRPr>
            </a:lvl9p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0" cap="none" spc="0" baseline="0" dirty="0">
                <a:solidFill>
                  <a:srgbClr val="000000"/>
                </a:solidFill>
                <a:uFillTx/>
                <a:latin typeface="Aptos Narrow"/>
              </a:rPr>
              <a:t>Integrated IRIS with Semantics Layer from these tools can serve these purposes: </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400" b="0" i="0" u="none" strike="noStrike" kern="0" cap="none" spc="0" baseline="0" dirty="0">
              <a:solidFill>
                <a:srgbClr val="000000"/>
              </a:solidFill>
              <a:uFillTx/>
              <a:latin typeface="Aptos Narrow"/>
            </a:endParaRP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0" cap="none" spc="0" baseline="0" dirty="0">
                <a:solidFill>
                  <a:srgbClr val="000000"/>
                </a:solidFill>
                <a:uFillTx/>
                <a:latin typeface="Aptos Narrow"/>
              </a:rPr>
              <a:t>a) Unified Data Model for a particular Customer even if it access different sources of data. </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400" b="0" i="0" u="none" strike="noStrike" kern="0" cap="none" spc="0" baseline="0" dirty="0">
              <a:solidFill>
                <a:srgbClr val="000000"/>
              </a:solidFill>
              <a:uFillTx/>
              <a:latin typeface="Aptos Narrow"/>
            </a:endParaRP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0" cap="none" spc="0" baseline="0" dirty="0">
                <a:solidFill>
                  <a:srgbClr val="000000"/>
                </a:solidFill>
                <a:uFillTx/>
                <a:latin typeface="Aptos Narrow"/>
              </a:rPr>
              <a:t>b) Data Scientist don't have to search for the data from the sources, they can simply use the Unified Data model and do the analytics work and build their own models. </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400" b="0" i="0" u="none" strike="noStrike" kern="0" cap="none" spc="0" baseline="0" dirty="0">
              <a:solidFill>
                <a:srgbClr val="000000"/>
              </a:solidFill>
              <a:uFillTx/>
              <a:latin typeface="Aptos Narrow"/>
            </a:endParaRP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0" cap="none" spc="0" baseline="0" dirty="0">
                <a:solidFill>
                  <a:srgbClr val="000000"/>
                </a:solidFill>
                <a:uFillTx/>
                <a:latin typeface="Aptos Narrow"/>
              </a:rPr>
              <a:t>c) Caching offered by Semantic Layer product provides more quicker access and data insights for the Users</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400" b="0" i="0" u="none" strike="noStrike" kern="0" cap="none" spc="0" baseline="0" dirty="0">
              <a:solidFill>
                <a:srgbClr val="000000"/>
              </a:solidFill>
              <a:uFillTx/>
              <a:latin typeface="Aptos Narrow"/>
            </a:endParaRP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0" cap="none" spc="0" baseline="0" dirty="0">
                <a:solidFill>
                  <a:srgbClr val="000000"/>
                </a:solidFill>
                <a:uFillTx/>
                <a:latin typeface="Aptos Narrow"/>
              </a:rPr>
              <a:t>d) Catalog and Lineage provided by Semantics Layer products gives description and details about the data </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400" b="0" i="0" u="none" strike="noStrike" kern="0" cap="none" spc="0" baseline="0" dirty="0">
              <a:solidFill>
                <a:srgbClr val="000000"/>
              </a:solidFill>
              <a:uFillTx/>
              <a:latin typeface="Aptos Narrow"/>
            </a:endParaRP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0" cap="none" spc="0" baseline="0" dirty="0">
                <a:solidFill>
                  <a:srgbClr val="000000"/>
                </a:solidFill>
                <a:uFillTx/>
                <a:latin typeface="Aptos Narrow"/>
              </a:rPr>
              <a:t>e) Semantics Layer Products offers </a:t>
            </a:r>
            <a:r>
              <a:rPr lang="en-IN" sz="1400" b="0" i="0" u="none" strike="noStrike" kern="0" cap="none" spc="0" baseline="0" dirty="0" err="1">
                <a:solidFill>
                  <a:srgbClr val="000000"/>
                </a:solidFill>
                <a:uFillTx/>
                <a:latin typeface="Aptos Narrow"/>
              </a:rPr>
              <a:t>ChatBot</a:t>
            </a:r>
            <a:r>
              <a:rPr lang="en-IN" sz="1400" b="0" i="0" u="none" strike="noStrike" kern="0" cap="none" spc="0" baseline="0" dirty="0">
                <a:solidFill>
                  <a:srgbClr val="000000"/>
                </a:solidFill>
                <a:uFillTx/>
                <a:latin typeface="Aptos Narrow"/>
              </a:rPr>
              <a:t> features with Text to SQL without coding</a:t>
            </a: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400" b="0" i="0" u="none" strike="noStrike" kern="0" cap="none" spc="0" baseline="0" dirty="0">
              <a:solidFill>
                <a:srgbClr val="000000"/>
              </a:solidFill>
              <a:uFillTx/>
              <a:latin typeface="Aptos Narrow"/>
            </a:endParaRPr>
          </a:p>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400" b="0" i="0" u="none" strike="noStrike" kern="0" cap="none" spc="0" baseline="0" dirty="0">
                <a:solidFill>
                  <a:srgbClr val="000000"/>
                </a:solidFill>
                <a:uFillTx/>
                <a:latin typeface="Aptos Narrow"/>
              </a:rPr>
              <a:t>d) AI powered SQL Assistant - Conversational</a:t>
            </a:r>
          </a:p>
        </p:txBody>
      </p:sp>
    </p:spTree>
    <p:extLst>
      <p:ext uri="{BB962C8B-B14F-4D97-AF65-F5344CB8AC3E}">
        <p14:creationId xmlns:p14="http://schemas.microsoft.com/office/powerpoint/2010/main" val="24636600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Trinity Template 4.0">
  <a:themeElements>
    <a:clrScheme name="Custom 2">
      <a:dk1>
        <a:srgbClr val="304659"/>
      </a:dk1>
      <a:lt1>
        <a:srgbClr val="FFFFFF"/>
      </a:lt1>
      <a:dk2>
        <a:srgbClr val="346393"/>
      </a:dk2>
      <a:lt2>
        <a:srgbClr val="E7E6E6"/>
      </a:lt2>
      <a:accent1>
        <a:srgbClr val="27AAE1"/>
      </a:accent1>
      <a:accent2>
        <a:srgbClr val="5573B1"/>
      </a:accent2>
      <a:accent3>
        <a:srgbClr val="5C5DA7"/>
      </a:accent3>
      <a:accent4>
        <a:srgbClr val="199B9B"/>
      </a:accent4>
      <a:accent5>
        <a:srgbClr val="A3CB5F"/>
      </a:accent5>
      <a:accent6>
        <a:srgbClr val="8D1130"/>
      </a:accent6>
      <a:hlink>
        <a:srgbClr val="0563C1"/>
      </a:hlink>
      <a:folHlink>
        <a:srgbClr val="D8482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TRINITY Widescreen Template 4.0 FINAL.pptx  -  Read-Only" id="{B36BA5D7-AC80-4CF5-8C90-0D5A96D99484}" vid="{9DA2D05F-119E-4FC8-A4AD-60BE5A10AE3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53CCE1-4657-492A-B0FE-9D895D9461F5}">
  <ds:schemaRefs>
    <ds:schemaRef ds:uri="6d05a1d3-8381-4269-b97b-c59591b0fcbf"/>
    <ds:schemaRef ds:uri="http://purl.org/dc/dcmitype/"/>
    <ds:schemaRef ds:uri="http://purl.org/dc/elements/1.1/"/>
    <ds:schemaRef ds:uri="http://purl.org/dc/terms/"/>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54a53f59-c304-4886-9a17-7fc183a25b92"/>
  </ds:schemaRefs>
</ds:datastoreItem>
</file>

<file path=customXml/itemProps2.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3.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88fe011-1411-4e3a-a2cf-3859b305642c}" enabled="0" method="" siteId="{c88fe011-1411-4e3a-a2cf-3859b305642c}" removed="1"/>
</clbl:labelList>
</file>

<file path=docProps/app.xml><?xml version="1.0" encoding="utf-8"?>
<Properties xmlns="http://schemas.openxmlformats.org/officeDocument/2006/extended-properties" xmlns:vt="http://schemas.openxmlformats.org/officeDocument/2006/docPropsVTypes">
  <Template>blank</Template>
  <TotalTime>6730</TotalTime>
  <Words>822</Words>
  <Application>Microsoft Office PowerPoint</Application>
  <PresentationFormat>Widescreen</PresentationFormat>
  <Paragraphs>124</Paragraphs>
  <Slides>7</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7</vt:i4>
      </vt:variant>
    </vt:vector>
  </HeadingPairs>
  <TitlesOfParts>
    <vt:vector size="15" baseType="lpstr">
      <vt:lpstr>Aptos Narrow</vt:lpstr>
      <vt:lpstr>Arial</vt:lpstr>
      <vt:lpstr>Calibri</vt:lpstr>
      <vt:lpstr>Courier New</vt:lpstr>
      <vt:lpstr>Tahoma</vt:lpstr>
      <vt:lpstr>Trinity Template 3.0</vt:lpstr>
      <vt:lpstr>Trinity Template 4.0</vt:lpstr>
      <vt:lpstr>think-cell Slide</vt:lpstr>
      <vt:lpstr>Semantic Layer POV</vt:lpstr>
      <vt:lpstr>Agenda</vt:lpstr>
      <vt:lpstr>Background</vt:lpstr>
      <vt:lpstr>Solution Overview - IRIS Overall Flow – To Be</vt:lpstr>
      <vt:lpstr>Products and Comparison</vt:lpstr>
      <vt:lpstr>Price Comparison</vt:lpstr>
      <vt:lpstr>Integrating with IRIS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 Loganathan</dc:creator>
  <cp:lastModifiedBy>Jayaprakash Loganathan</cp:lastModifiedBy>
  <cp:revision>44</cp:revision>
  <dcterms:created xsi:type="dcterms:W3CDTF">2024-06-17T05:33:16Z</dcterms:created>
  <dcterms:modified xsi:type="dcterms:W3CDTF">2025-04-16T19:03:59Z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