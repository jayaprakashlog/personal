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F_437E3C26.xml" ContentType="application/vnd.ms-powerpoint.comments+xml"/>
  <Override PartName="/ppt/notesSlides/notesSlide2.xml" ContentType="application/vnd.openxmlformats-officedocument.presentationml.notesSlide+xml"/>
  <Override PartName="/ppt/comments/modernComment_118_6D5B891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4"/>
    <p:sldMasterId id="2147483724" r:id="rId5"/>
  </p:sldMasterIdLst>
  <p:notesMasterIdLst>
    <p:notesMasterId r:id="rId10"/>
  </p:notesMasterIdLst>
  <p:sldIdLst>
    <p:sldId id="257" r:id="rId6"/>
    <p:sldId id="270" r:id="rId7"/>
    <p:sldId id="271" r:id="rId8"/>
    <p:sldId id="280" r:id="rId9"/>
  </p:sldIdLst>
  <p:sldSz cx="12192000" cy="6858000"/>
  <p:notesSz cx="6858000" cy="9144000"/>
  <p:embeddedFontLst>
    <p:embeddedFont>
      <p:font typeface="Segoe UI" panose="020B0502040204020203" pitchFamily="34" charset="0"/>
      <p:regular r:id="rId11"/>
      <p:bold r:id="rId12"/>
      <p:italic r:id="rId13"/>
      <p:boldItalic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D3AC76-4B6A-4D2C-85CB-702A30469074}">
          <p14:sldIdLst>
            <p14:sldId id="257"/>
            <p14:sldId id="270"/>
            <p14:sldId id="271"/>
            <p14:sldId id="280"/>
          </p14:sldIdLst>
        </p14:section>
        <p14:section name="Appendix" id="{3A64EA64-AA23-44D2-815E-5EF92A36FFC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40D713-D8C5-0842-AA64-4BB16AE96BBC}" name="Casanova, Carlos [JANUS]" initials="CC" userId="S::CCasano3@its.jnj.com::c11c1992-6c89-4020-ab09-625b0473643d" providerId="AD"/>
  <p188:author id="{F3945831-DBC0-C068-BF4D-0188CE48BD6B}" name="Matt Giambrone" initials="MG" userId="S::mgiambrone@trinitypartners.com::27a7e5b8-54f1-4399-8792-1a3cc170fc9f" providerId="AD"/>
  <p188:author id="{D312994B-36F8-FDDD-7BBD-9570005428BA}" name="Gantal damodaran, Janani [JANUS NON-J&amp;J]" initials="JG" userId="S::JGantalD@its.jnj.com::eae9164b-ba2b-4a9b-a88f-137051184bb1" providerId="AD"/>
  <p188:author id="{F81D7C7C-BBEB-4271-475A-0D6B736366D1}" name="Casanova, Carlos [JANUS]" initials="CC" userId="S::ccasano3@its.jnj.com::c11c1992-6c89-4020-ab09-625b0473643d" providerId="AD"/>
  <p188:author id="{9EB8C38E-84B9-E70D-D7A6-A1E424A7F666}" name="Nagarjun Sathiamoorthi" initials="NS" userId="S::nsathiamoorthi@trinitypartners.com::6e644731-c08f-4071-9207-8eb82506d4ed" providerId="AD"/>
  <p188:author id="{7CBC199C-3368-CFE3-F56E-5F86EE046DAB}" name="Jayaprakash Loganathan" initials="JL" userId="S::jloganathan@trinitypartners.com::d98f6d2c-8356-4fb8-ba6a-9bcf8c3ff09e" providerId="AD"/>
  <p188:author id="{3C0993AB-DD39-448A-19A2-4C90C9211245}" name="Janani Gantal Damodaran" initials="JG" userId="S::jgantal@trinitypartners.com::9882b57b-ac81-4bfc-9330-b4e76020fd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BFFFB"/>
    <a:srgbClr val="EB1700"/>
    <a:srgbClr val="FF3D29"/>
    <a:srgbClr val="FFC7C1"/>
    <a:srgbClr val="E7FFE7"/>
    <a:srgbClr val="FFFFFF"/>
    <a:srgbClr val="004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64518-02D1-4B0D-8A11-5784394E5E6C}" v="23" dt="2026-03-18T12:30:51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>
        <p:scale>
          <a:sx n="88" d="100"/>
          <a:sy n="88" d="100"/>
        </p:scale>
        <p:origin x="-100" y="-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1.fntdata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prakash Loganathan" userId="d98f6d2c-8356-4fb8-ba6a-9bcf8c3ff09e" providerId="ADAL" clId="{75736244-78EA-44CD-8904-5D64C58FF2DC}"/>
    <pc:docChg chg="custSel addSld delSld modSld modSection">
      <pc:chgData name="Jayaprakash Loganathan" userId="d98f6d2c-8356-4fb8-ba6a-9bcf8c3ff09e" providerId="ADAL" clId="{75736244-78EA-44CD-8904-5D64C58FF2DC}" dt="2026-03-18T13:38:50.179" v="323" actId="14100"/>
      <pc:docMkLst>
        <pc:docMk/>
      </pc:docMkLst>
      <pc:sldChg chg="modSp mod">
        <pc:chgData name="Jayaprakash Loganathan" userId="d98f6d2c-8356-4fb8-ba6a-9bcf8c3ff09e" providerId="ADAL" clId="{75736244-78EA-44CD-8904-5D64C58FF2DC}" dt="2026-03-18T08:33:54.083" v="54" actId="20577"/>
        <pc:sldMkLst>
          <pc:docMk/>
          <pc:sldMk cId="2291108272" sldId="257"/>
        </pc:sldMkLst>
        <pc:spChg chg="mod">
          <ac:chgData name="Jayaprakash Loganathan" userId="d98f6d2c-8356-4fb8-ba6a-9bcf8c3ff09e" providerId="ADAL" clId="{75736244-78EA-44CD-8904-5D64C58FF2DC}" dt="2026-03-18T08:33:43.009" v="42" actId="20577"/>
          <ac:spMkLst>
            <pc:docMk/>
            <pc:sldMk cId="2291108272" sldId="257"/>
            <ac:spMk id="2" creationId="{5505BE7F-BED8-4CD7-CC59-8062D1CBA2E4}"/>
          </ac:spMkLst>
        </pc:spChg>
        <pc:spChg chg="mod">
          <ac:chgData name="Jayaprakash Loganathan" userId="d98f6d2c-8356-4fb8-ba6a-9bcf8c3ff09e" providerId="ADAL" clId="{75736244-78EA-44CD-8904-5D64C58FF2DC}" dt="2026-03-18T08:33:54.083" v="54" actId="20577"/>
          <ac:spMkLst>
            <pc:docMk/>
            <pc:sldMk cId="2291108272" sldId="257"/>
            <ac:spMk id="3" creationId="{C4D33AE5-022A-7466-763D-D07520CD6BC6}"/>
          </ac:spMkLst>
        </pc:spChg>
      </pc:sldChg>
      <pc:sldChg chg="del">
        <pc:chgData name="Jayaprakash Loganathan" userId="d98f6d2c-8356-4fb8-ba6a-9bcf8c3ff09e" providerId="ADAL" clId="{75736244-78EA-44CD-8904-5D64C58FF2DC}" dt="2026-03-18T08:46:03.054" v="286" actId="47"/>
        <pc:sldMkLst>
          <pc:docMk/>
          <pc:sldMk cId="1964916420" sldId="258"/>
        </pc:sldMkLst>
      </pc:sldChg>
      <pc:sldChg chg="del">
        <pc:chgData name="Jayaprakash Loganathan" userId="d98f6d2c-8356-4fb8-ba6a-9bcf8c3ff09e" providerId="ADAL" clId="{75736244-78EA-44CD-8904-5D64C58FF2DC}" dt="2026-03-18T08:46:07.464" v="287" actId="47"/>
        <pc:sldMkLst>
          <pc:docMk/>
          <pc:sldMk cId="3280975056" sldId="265"/>
        </pc:sldMkLst>
      </pc:sldChg>
      <pc:sldChg chg="delSp modSp mod">
        <pc:chgData name="Jayaprakash Loganathan" userId="d98f6d2c-8356-4fb8-ba6a-9bcf8c3ff09e" providerId="ADAL" clId="{75736244-78EA-44CD-8904-5D64C58FF2DC}" dt="2026-03-18T08:34:11.908" v="56" actId="478"/>
        <pc:sldMkLst>
          <pc:docMk/>
          <pc:sldMk cId="1599900879" sldId="270"/>
        </pc:sldMkLst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3" creationId="{4F64B335-6C1E-2C8D-4EF7-727EF710DDDC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5" creationId="{FB44F569-B462-62A2-5BD9-1824A21EA261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6" creationId="{7353ABBF-9255-FE56-9F7E-C5B5C6439968}"/>
          </ac:spMkLst>
        </pc:spChg>
        <pc:spChg chg="del">
          <ac:chgData name="Jayaprakash Loganathan" userId="d98f6d2c-8356-4fb8-ba6a-9bcf8c3ff09e" providerId="ADAL" clId="{75736244-78EA-44CD-8904-5D64C58FF2DC}" dt="2026-03-18T08:34:08.804" v="55" actId="478"/>
          <ac:spMkLst>
            <pc:docMk/>
            <pc:sldMk cId="1599900879" sldId="270"/>
            <ac:spMk id="7" creationId="{0851F7C7-202C-A7A5-C29E-D7FA1B008E70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9" creationId="{ADA0AB07-48AC-469E-4433-BB5D3466A459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10" creationId="{B4BB09E8-D402-58A6-AD27-E64A24AD4C93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14" creationId="{D47C85BB-EDE9-033A-EF29-43B930889FC7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15" creationId="{4454ADFD-BA7F-F5AD-96BB-42A0BEBED9F3}"/>
          </ac:spMkLst>
        </pc:spChg>
        <pc:spChg chg="mod">
          <ac:chgData name="Jayaprakash Loganathan" userId="d98f6d2c-8356-4fb8-ba6a-9bcf8c3ff09e" providerId="ADAL" clId="{75736244-78EA-44CD-8904-5D64C58FF2DC}" dt="2026-03-18T08:32:39.737" v="7" actId="1037"/>
          <ac:spMkLst>
            <pc:docMk/>
            <pc:sldMk cId="1599900879" sldId="270"/>
            <ac:spMk id="22" creationId="{8A35DCDC-A889-7DD0-D87B-4EC98EDDEED6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25" creationId="{F9FAE17B-2D87-9EBE-14C8-EB54CE422C37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26" creationId="{1C523AF2-C265-5697-915F-DBB3E87BD964}"/>
          </ac:spMkLst>
        </pc:spChg>
        <pc:spChg chg="del">
          <ac:chgData name="Jayaprakash Loganathan" userId="d98f6d2c-8356-4fb8-ba6a-9bcf8c3ff09e" providerId="ADAL" clId="{75736244-78EA-44CD-8904-5D64C58FF2DC}" dt="2026-03-18T08:34:11.908" v="56" actId="478"/>
          <ac:spMkLst>
            <pc:docMk/>
            <pc:sldMk cId="1599900879" sldId="270"/>
            <ac:spMk id="27" creationId="{B7173D6A-4113-A374-432C-03A39146C0A8}"/>
          </ac:spMkLst>
        </pc:spChg>
      </pc:sldChg>
      <pc:sldChg chg="delSp modSp mod">
        <pc:chgData name="Jayaprakash Loganathan" userId="d98f6d2c-8356-4fb8-ba6a-9bcf8c3ff09e" providerId="ADAL" clId="{75736244-78EA-44CD-8904-5D64C58FF2DC}" dt="2026-03-18T13:38:50.179" v="323" actId="14100"/>
        <pc:sldMkLst>
          <pc:docMk/>
          <pc:sldMk cId="1132346406" sldId="271"/>
        </pc:sldMkLst>
        <pc:spChg chg="mod">
          <ac:chgData name="Jayaprakash Loganathan" userId="d98f6d2c-8356-4fb8-ba6a-9bcf8c3ff09e" providerId="ADAL" clId="{75736244-78EA-44CD-8904-5D64C58FF2DC}" dt="2026-03-18T13:38:50.179" v="323" actId="14100"/>
          <ac:spMkLst>
            <pc:docMk/>
            <pc:sldMk cId="1132346406" sldId="271"/>
            <ac:spMk id="4" creationId="{C17D708D-8814-A104-1433-F912C1AAFF05}"/>
          </ac:spMkLst>
        </pc:spChg>
        <pc:spChg chg="del mod">
          <ac:chgData name="Jayaprakash Loganathan" userId="d98f6d2c-8356-4fb8-ba6a-9bcf8c3ff09e" providerId="ADAL" clId="{75736244-78EA-44CD-8904-5D64C58FF2DC}" dt="2026-03-18T08:40:00.959" v="182" actId="478"/>
          <ac:spMkLst>
            <pc:docMk/>
            <pc:sldMk cId="1132346406" sldId="271"/>
            <ac:spMk id="5" creationId="{BB88CF5E-DC78-129C-8786-24507C0371B8}"/>
          </ac:spMkLst>
        </pc:spChg>
        <pc:spChg chg="mod">
          <ac:chgData name="Jayaprakash Loganathan" userId="d98f6d2c-8356-4fb8-ba6a-9bcf8c3ff09e" providerId="ADAL" clId="{75736244-78EA-44CD-8904-5D64C58FF2DC}" dt="2026-03-18T08:34:20.781" v="64" actId="20577"/>
          <ac:spMkLst>
            <pc:docMk/>
            <pc:sldMk cId="1132346406" sldId="271"/>
            <ac:spMk id="9" creationId="{1A6843CB-0246-0091-4AC6-9B8CDED7A13E}"/>
          </ac:spMkLst>
        </pc:spChg>
        <pc:graphicFrameChg chg="mod modGraphic">
          <ac:chgData name="Jayaprakash Loganathan" userId="d98f6d2c-8356-4fb8-ba6a-9bcf8c3ff09e" providerId="ADAL" clId="{75736244-78EA-44CD-8904-5D64C58FF2DC}" dt="2026-03-18T11:29:49.246" v="311" actId="20577"/>
          <ac:graphicFrameMkLst>
            <pc:docMk/>
            <pc:sldMk cId="1132346406" sldId="271"/>
            <ac:graphicFrameMk id="2" creationId="{C11E099C-56FD-34E4-5EDA-4D2957DB8F1E}"/>
          </ac:graphicFrameMkLst>
        </pc:graphicFrameChg>
        <pc:graphicFrameChg chg="del modGraphic">
          <ac:chgData name="Jayaprakash Loganathan" userId="d98f6d2c-8356-4fb8-ba6a-9bcf8c3ff09e" providerId="ADAL" clId="{75736244-78EA-44CD-8904-5D64C58FF2DC}" dt="2026-03-18T08:39:54.928" v="180" actId="478"/>
          <ac:graphicFrameMkLst>
            <pc:docMk/>
            <pc:sldMk cId="1132346406" sldId="271"/>
            <ac:graphicFrameMk id="3" creationId="{D6CB16C7-988C-20A4-C381-75DE7E0A9B83}"/>
          </ac:graphicFrameMkLst>
        </pc:graphicFrameChg>
      </pc:sldChg>
      <pc:sldChg chg="del">
        <pc:chgData name="Jayaprakash Loganathan" userId="d98f6d2c-8356-4fb8-ba6a-9bcf8c3ff09e" providerId="ADAL" clId="{75736244-78EA-44CD-8904-5D64C58FF2DC}" dt="2026-03-18T08:46:07.464" v="287" actId="47"/>
        <pc:sldMkLst>
          <pc:docMk/>
          <pc:sldMk cId="3416991264" sldId="273"/>
        </pc:sldMkLst>
      </pc:sldChg>
      <pc:sldChg chg="del">
        <pc:chgData name="Jayaprakash Loganathan" userId="d98f6d2c-8356-4fb8-ba6a-9bcf8c3ff09e" providerId="ADAL" clId="{75736244-78EA-44CD-8904-5D64C58FF2DC}" dt="2026-03-18T08:46:03.054" v="286" actId="47"/>
        <pc:sldMkLst>
          <pc:docMk/>
          <pc:sldMk cId="3651634027" sldId="274"/>
        </pc:sldMkLst>
      </pc:sldChg>
      <pc:sldChg chg="del">
        <pc:chgData name="Jayaprakash Loganathan" userId="d98f6d2c-8356-4fb8-ba6a-9bcf8c3ff09e" providerId="ADAL" clId="{75736244-78EA-44CD-8904-5D64C58FF2DC}" dt="2026-03-18T08:46:07.464" v="287" actId="47"/>
        <pc:sldMkLst>
          <pc:docMk/>
          <pc:sldMk cId="3171489415" sldId="275"/>
        </pc:sldMkLst>
      </pc:sldChg>
      <pc:sldChg chg="del">
        <pc:chgData name="Jayaprakash Loganathan" userId="d98f6d2c-8356-4fb8-ba6a-9bcf8c3ff09e" providerId="ADAL" clId="{75736244-78EA-44CD-8904-5D64C58FF2DC}" dt="2026-03-18T08:46:03.054" v="286" actId="47"/>
        <pc:sldMkLst>
          <pc:docMk/>
          <pc:sldMk cId="1592355784" sldId="276"/>
        </pc:sldMkLst>
      </pc:sldChg>
      <pc:sldChg chg="del">
        <pc:chgData name="Jayaprakash Loganathan" userId="d98f6d2c-8356-4fb8-ba6a-9bcf8c3ff09e" providerId="ADAL" clId="{75736244-78EA-44CD-8904-5D64C58FF2DC}" dt="2026-03-18T08:46:07.464" v="287" actId="47"/>
        <pc:sldMkLst>
          <pc:docMk/>
          <pc:sldMk cId="865957377" sldId="277"/>
        </pc:sldMkLst>
      </pc:sldChg>
      <pc:sldChg chg="del">
        <pc:chgData name="Jayaprakash Loganathan" userId="d98f6d2c-8356-4fb8-ba6a-9bcf8c3ff09e" providerId="ADAL" clId="{75736244-78EA-44CD-8904-5D64C58FF2DC}" dt="2026-03-18T08:46:03.054" v="286" actId="47"/>
        <pc:sldMkLst>
          <pc:docMk/>
          <pc:sldMk cId="3732743834" sldId="278"/>
        </pc:sldMkLst>
      </pc:sldChg>
      <pc:sldChg chg="del">
        <pc:chgData name="Jayaprakash Loganathan" userId="d98f6d2c-8356-4fb8-ba6a-9bcf8c3ff09e" providerId="ADAL" clId="{75736244-78EA-44CD-8904-5D64C58FF2DC}" dt="2026-03-18T08:46:03.054" v="286" actId="47"/>
        <pc:sldMkLst>
          <pc:docMk/>
          <pc:sldMk cId="152453716" sldId="279"/>
        </pc:sldMkLst>
      </pc:sldChg>
      <pc:sldChg chg="modSp add mod">
        <pc:chgData name="Jayaprakash Loganathan" userId="d98f6d2c-8356-4fb8-ba6a-9bcf8c3ff09e" providerId="ADAL" clId="{75736244-78EA-44CD-8904-5D64C58FF2DC}" dt="2026-03-18T12:31:02.839" v="322" actId="1076"/>
        <pc:sldMkLst>
          <pc:docMk/>
          <pc:sldMk cId="1834715417" sldId="280"/>
        </pc:sldMkLst>
        <pc:spChg chg="mod">
          <ac:chgData name="Jayaprakash Loganathan" userId="d98f6d2c-8356-4fb8-ba6a-9bcf8c3ff09e" providerId="ADAL" clId="{75736244-78EA-44CD-8904-5D64C58FF2DC}" dt="2026-03-18T12:31:02.839" v="322" actId="1076"/>
          <ac:spMkLst>
            <pc:docMk/>
            <pc:sldMk cId="1834715417" sldId="280"/>
            <ac:spMk id="4" creationId="{E0039131-21F0-35C2-01DC-00CC86ED0ACF}"/>
          </ac:spMkLst>
        </pc:spChg>
        <pc:graphicFrameChg chg="mod modGraphic">
          <ac:chgData name="Jayaprakash Loganathan" userId="d98f6d2c-8356-4fb8-ba6a-9bcf8c3ff09e" providerId="ADAL" clId="{75736244-78EA-44CD-8904-5D64C58FF2DC}" dt="2026-03-18T11:29:10.506" v="299"/>
          <ac:graphicFrameMkLst>
            <pc:docMk/>
            <pc:sldMk cId="1834715417" sldId="280"/>
            <ac:graphicFrameMk id="2" creationId="{DD0929E1-9539-8522-9678-9B467F84065C}"/>
          </ac:graphicFrameMkLst>
        </pc:graphicFrameChg>
      </pc:sldChg>
    </pc:docChg>
  </pc:docChgLst>
</pc:chgInfo>
</file>

<file path=ppt/comments/modernComment_10F_437E3C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12A08F-1CBA-4A43-A0D9-2CF85717479E}" authorId="{7CBC199C-3368-CFE3-F56E-5F86EE046DAB}" created="2025-10-15T13:48:57.4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32346406" sldId="271"/>
      <ac:graphicFrameMk id="2" creationId="{C11E099C-56FD-34E4-5EDA-4D2957DB8F1E}"/>
    </ac:deMkLst>
    <p188:txBody>
      <a:bodyPr/>
      <a:lstStyle/>
      <a:p>
        <a:r>
          <a:rPr lang="en-IN"/>
          <a:t>Full names, Team names, For Albert - role to be </a:t>
        </a:r>
      </a:p>
    </p188:txBody>
  </p188:cm>
</p188:cmLst>
</file>

<file path=ppt/comments/modernComment_118_6D5B89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9DE7FA-AF5D-4272-9CB5-7CE3AD74BB3A}" authorId="{7CBC199C-3368-CFE3-F56E-5F86EE046DAB}" created="2025-10-15T13:48:57.4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34715417" sldId="280"/>
      <ac:graphicFrameMk id="2" creationId="{DD0929E1-9539-8522-9678-9B467F84065C}"/>
    </ac:deMkLst>
    <p188:txBody>
      <a:bodyPr/>
      <a:lstStyle/>
      <a:p>
        <a:r>
          <a:rPr lang="en-IN"/>
          <a:t>Full names, Team names, For Albert - role to be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2781C-D671-4732-86C6-CACE5A4F86C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95092-724A-47D7-A9A7-70F5C4A55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9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F7D0-9774-7B0C-C0A1-AA21487C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95B56-7862-236C-9827-E025D68A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B0253-FD84-2F64-FD1C-E4AFC6A1A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07EE2-CDA1-43CE-4F07-4CDC1E804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C39765-2CF1-4A2F-A808-251EA28BCA0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232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02C7-0B55-03C1-26DE-9D4ABD2C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6EB83-88BB-F669-3A61-EB55680D2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BC71E-1F89-3E8A-AC15-86BD73EA1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2D25F-7046-5915-DD06-82631C16D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C39765-2CF1-4A2F-A808-251EA28BCA0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4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.xml"/><Relationship Id="rId9" Type="http://schemas.microsoft.com/office/2007/relationships/hdphoto" Target="../media/hdphoto1.wdp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1.emf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3.emf"/><Relationship Id="rId4" Type="http://schemas.openxmlformats.org/officeDocument/2006/relationships/tags" Target="../tags/tag14.xml"/><Relationship Id="rId9" Type="http://schemas.openxmlformats.org/officeDocument/2006/relationships/oleObject" Target="../embeddings/oleObject3.bin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2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9" Type="http://schemas.openxmlformats.org/officeDocument/2006/relationships/image" Target="../media/image3.emf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10" Type="http://schemas.openxmlformats.org/officeDocument/2006/relationships/image" Target="../media/image3.emf"/><Relationship Id="rId4" Type="http://schemas.openxmlformats.org/officeDocument/2006/relationships/tags" Target="../tags/tag29.xml"/><Relationship Id="rId9" Type="http://schemas.openxmlformats.org/officeDocument/2006/relationships/oleObject" Target="../embeddings/oleObject7.bin"/></Relationships>
</file>

<file path=ppt/slideLayouts/_rels/slideLayout1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10" Type="http://schemas.openxmlformats.org/officeDocument/2006/relationships/image" Target="../media/image3.emf"/><Relationship Id="rId4" Type="http://schemas.openxmlformats.org/officeDocument/2006/relationships/tags" Target="../tags/tag36.xml"/><Relationship Id="rId9" Type="http://schemas.openxmlformats.org/officeDocument/2006/relationships/oleObject" Target="../embeddings/oleObject8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2E36CEA2-652F-75DC-D683-227EE3CCAC18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55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81BA223A-6973-8C60-D519-0AA8E983C929}"/>
              </a:ext>
            </a:extLst>
          </p:cNvPr>
          <p:cNvSpPr>
            <a:spLocks noChangeAspect="1"/>
          </p:cNvSpPr>
          <p:nvPr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tx2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40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11E89327-3BBA-1507-2BFB-0E509816FBA8}"/>
              </a:ext>
            </a:extLst>
          </p:cNvPr>
          <p:cNvSpPr/>
          <p:nvPr userDrawn="1"/>
        </p:nvSpPr>
        <p:spPr>
          <a:xfrm>
            <a:off x="291593" y="28148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t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585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</p:spTree>
    <p:extLst>
      <p:ext uri="{BB962C8B-B14F-4D97-AF65-F5344CB8AC3E}">
        <p14:creationId xmlns:p14="http://schemas.microsoft.com/office/powerpoint/2010/main" val="312946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2F7807F1-53C0-9778-02CC-E8554C5CE97D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91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B22-1DE8-7C36-14AE-7260C97F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79" y="264244"/>
            <a:ext cx="4667383" cy="327013"/>
          </a:xfrm>
        </p:spPr>
        <p:txBody>
          <a:bodyPr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AFC7E9F7-1405-E6D8-9042-37C2DC045B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240207"/>
            <a:ext cx="2795587" cy="717180"/>
          </a:xfr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E8CDE24-BE6D-421C-9ED6-9443D70EB9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240207"/>
            <a:ext cx="2795587" cy="71718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2702702-3E11-9FDF-5B64-822892AA8E70}"/>
              </a:ext>
            </a:extLst>
          </p:cNvPr>
          <p:cNvSpPr/>
          <p:nvPr/>
        </p:nvSpPr>
        <p:spPr>
          <a:xfrm>
            <a:off x="284298" y="5510092"/>
            <a:ext cx="11615602" cy="1069665"/>
          </a:xfrm>
          <a:custGeom>
            <a:avLst/>
            <a:gdLst>
              <a:gd name="connsiteX0" fmla="*/ 1169268 w 11823056"/>
              <a:gd name="connsiteY0" fmla="*/ 997887 h 1088769"/>
              <a:gd name="connsiteX1" fmla="*/ 988876 w 11823056"/>
              <a:gd name="connsiteY1" fmla="*/ 692983 h 1088769"/>
              <a:gd name="connsiteX2" fmla="*/ 1169268 w 11823056"/>
              <a:gd name="connsiteY2" fmla="*/ 388078 h 1088769"/>
              <a:gd name="connsiteX3" fmla="*/ 1349660 w 11823056"/>
              <a:gd name="connsiteY3" fmla="*/ 692983 h 1088769"/>
              <a:gd name="connsiteX4" fmla="*/ 1169268 w 11823056"/>
              <a:gd name="connsiteY4" fmla="*/ 997887 h 1088769"/>
              <a:gd name="connsiteX5" fmla="*/ 1169268 w 11823056"/>
              <a:gd name="connsiteY5" fmla="*/ 306324 h 1088769"/>
              <a:gd name="connsiteX6" fmla="*/ 802539 w 11823056"/>
              <a:gd name="connsiteY6" fmla="*/ 692983 h 1088769"/>
              <a:gd name="connsiteX7" fmla="*/ 1169268 w 11823056"/>
              <a:gd name="connsiteY7" fmla="*/ 1079641 h 1088769"/>
              <a:gd name="connsiteX8" fmla="*/ 1535997 w 11823056"/>
              <a:gd name="connsiteY8" fmla="*/ 692983 h 1088769"/>
              <a:gd name="connsiteX9" fmla="*/ 1169268 w 11823056"/>
              <a:gd name="connsiteY9" fmla="*/ 306324 h 1088769"/>
              <a:gd name="connsiteX10" fmla="*/ 2808786 w 11823056"/>
              <a:gd name="connsiteY10" fmla="*/ 306324 h 1088769"/>
              <a:gd name="connsiteX11" fmla="*/ 2601335 w 11823056"/>
              <a:gd name="connsiteY11" fmla="*/ 414856 h 1088769"/>
              <a:gd name="connsiteX12" fmla="*/ 2592315 w 11823056"/>
              <a:gd name="connsiteY12" fmla="*/ 414856 h 1088769"/>
              <a:gd name="connsiteX13" fmla="*/ 2592315 w 11823056"/>
              <a:gd name="connsiteY13" fmla="*/ 321133 h 1088769"/>
              <a:gd name="connsiteX14" fmla="*/ 2414998 w 11823056"/>
              <a:gd name="connsiteY14" fmla="*/ 321133 h 1088769"/>
              <a:gd name="connsiteX15" fmla="*/ 2414998 w 11823056"/>
              <a:gd name="connsiteY15" fmla="*/ 1064832 h 1088769"/>
              <a:gd name="connsiteX16" fmla="*/ 2592315 w 11823056"/>
              <a:gd name="connsiteY16" fmla="*/ 1064832 h 1088769"/>
              <a:gd name="connsiteX17" fmla="*/ 2592315 w 11823056"/>
              <a:gd name="connsiteY17" fmla="*/ 584451 h 1088769"/>
              <a:gd name="connsiteX18" fmla="*/ 2741139 w 11823056"/>
              <a:gd name="connsiteY18" fmla="*/ 410393 h 1088769"/>
              <a:gd name="connsiteX19" fmla="*/ 2868848 w 11823056"/>
              <a:gd name="connsiteY19" fmla="*/ 556253 h 1088769"/>
              <a:gd name="connsiteX20" fmla="*/ 2868848 w 11823056"/>
              <a:gd name="connsiteY20" fmla="*/ 1064832 h 1088769"/>
              <a:gd name="connsiteX21" fmla="*/ 3046165 w 11823056"/>
              <a:gd name="connsiteY21" fmla="*/ 1064832 h 1088769"/>
              <a:gd name="connsiteX22" fmla="*/ 3046165 w 11823056"/>
              <a:gd name="connsiteY22" fmla="*/ 554630 h 1088769"/>
              <a:gd name="connsiteX23" fmla="*/ 2808786 w 11823056"/>
              <a:gd name="connsiteY23" fmla="*/ 306324 h 1088769"/>
              <a:gd name="connsiteX24" fmla="*/ 3448972 w 11823056"/>
              <a:gd name="connsiteY24" fmla="*/ 306324 h 1088769"/>
              <a:gd name="connsiteX25" fmla="*/ 3161985 w 11823056"/>
              <a:gd name="connsiteY25" fmla="*/ 520548 h 1088769"/>
              <a:gd name="connsiteX26" fmla="*/ 3343812 w 11823056"/>
              <a:gd name="connsiteY26" fmla="*/ 734773 h 1088769"/>
              <a:gd name="connsiteX27" fmla="*/ 3494070 w 11823056"/>
              <a:gd name="connsiteY27" fmla="*/ 771897 h 1088769"/>
              <a:gd name="connsiteX28" fmla="*/ 3609890 w 11823056"/>
              <a:gd name="connsiteY28" fmla="*/ 882052 h 1088769"/>
              <a:gd name="connsiteX29" fmla="*/ 3461067 w 11823056"/>
              <a:gd name="connsiteY29" fmla="*/ 1001133 h 1088769"/>
              <a:gd name="connsiteX30" fmla="*/ 3289694 w 11823056"/>
              <a:gd name="connsiteY30" fmla="*/ 828699 h 1088769"/>
              <a:gd name="connsiteX31" fmla="*/ 3130416 w 11823056"/>
              <a:gd name="connsiteY31" fmla="*/ 873329 h 1088769"/>
              <a:gd name="connsiteX32" fmla="*/ 3441593 w 11823056"/>
              <a:gd name="connsiteY32" fmla="*/ 1080047 h 1088769"/>
              <a:gd name="connsiteX33" fmla="*/ 3754204 w 11823056"/>
              <a:gd name="connsiteY33" fmla="*/ 837625 h 1088769"/>
              <a:gd name="connsiteX34" fmla="*/ 3554338 w 11823056"/>
              <a:gd name="connsiteY34" fmla="*/ 614474 h 1088769"/>
              <a:gd name="connsiteX35" fmla="*/ 3410024 w 11823056"/>
              <a:gd name="connsiteY35" fmla="*/ 578770 h 1088769"/>
              <a:gd name="connsiteX36" fmla="*/ 3306299 w 11823056"/>
              <a:gd name="connsiteY36" fmla="*/ 480584 h 1088769"/>
              <a:gd name="connsiteX37" fmla="*/ 3434008 w 11823056"/>
              <a:gd name="connsiteY37" fmla="*/ 385441 h 1088769"/>
              <a:gd name="connsiteX38" fmla="*/ 3587341 w 11823056"/>
              <a:gd name="connsiteY38" fmla="*/ 528257 h 1088769"/>
              <a:gd name="connsiteX39" fmla="*/ 3737599 w 11823056"/>
              <a:gd name="connsiteY39" fmla="*/ 483627 h 1088769"/>
              <a:gd name="connsiteX40" fmla="*/ 3448972 w 11823056"/>
              <a:gd name="connsiteY40" fmla="*/ 306324 h 1088769"/>
              <a:gd name="connsiteX41" fmla="*/ 4194524 w 11823056"/>
              <a:gd name="connsiteY41" fmla="*/ 997887 h 1088769"/>
              <a:gd name="connsiteX42" fmla="*/ 4014132 w 11823056"/>
              <a:gd name="connsiteY42" fmla="*/ 692983 h 1088769"/>
              <a:gd name="connsiteX43" fmla="*/ 4194524 w 11823056"/>
              <a:gd name="connsiteY43" fmla="*/ 388078 h 1088769"/>
              <a:gd name="connsiteX44" fmla="*/ 4374916 w 11823056"/>
              <a:gd name="connsiteY44" fmla="*/ 692983 h 1088769"/>
              <a:gd name="connsiteX45" fmla="*/ 4194524 w 11823056"/>
              <a:gd name="connsiteY45" fmla="*/ 997887 h 1088769"/>
              <a:gd name="connsiteX46" fmla="*/ 4194524 w 11823056"/>
              <a:gd name="connsiteY46" fmla="*/ 306324 h 1088769"/>
              <a:gd name="connsiteX47" fmla="*/ 3827796 w 11823056"/>
              <a:gd name="connsiteY47" fmla="*/ 692983 h 1088769"/>
              <a:gd name="connsiteX48" fmla="*/ 4194524 w 11823056"/>
              <a:gd name="connsiteY48" fmla="*/ 1079641 h 1088769"/>
              <a:gd name="connsiteX49" fmla="*/ 4561253 w 11823056"/>
              <a:gd name="connsiteY49" fmla="*/ 692983 h 1088769"/>
              <a:gd name="connsiteX50" fmla="*/ 4194524 w 11823056"/>
              <a:gd name="connsiteY50" fmla="*/ 306324 h 1088769"/>
              <a:gd name="connsiteX51" fmla="*/ 5060201 w 11823056"/>
              <a:gd name="connsiteY51" fmla="*/ 306324 h 1088769"/>
              <a:gd name="connsiteX52" fmla="*/ 4852750 w 11823056"/>
              <a:gd name="connsiteY52" fmla="*/ 414856 h 1088769"/>
              <a:gd name="connsiteX53" fmla="*/ 4843731 w 11823056"/>
              <a:gd name="connsiteY53" fmla="*/ 414856 h 1088769"/>
              <a:gd name="connsiteX54" fmla="*/ 4843731 w 11823056"/>
              <a:gd name="connsiteY54" fmla="*/ 321133 h 1088769"/>
              <a:gd name="connsiteX55" fmla="*/ 4666414 w 11823056"/>
              <a:gd name="connsiteY55" fmla="*/ 321133 h 1088769"/>
              <a:gd name="connsiteX56" fmla="*/ 4666414 w 11823056"/>
              <a:gd name="connsiteY56" fmla="*/ 1064832 h 1088769"/>
              <a:gd name="connsiteX57" fmla="*/ 4843731 w 11823056"/>
              <a:gd name="connsiteY57" fmla="*/ 1064832 h 1088769"/>
              <a:gd name="connsiteX58" fmla="*/ 4843731 w 11823056"/>
              <a:gd name="connsiteY58" fmla="*/ 584451 h 1088769"/>
              <a:gd name="connsiteX59" fmla="*/ 4992554 w 11823056"/>
              <a:gd name="connsiteY59" fmla="*/ 410393 h 1088769"/>
              <a:gd name="connsiteX60" fmla="*/ 5120263 w 11823056"/>
              <a:gd name="connsiteY60" fmla="*/ 556253 h 1088769"/>
              <a:gd name="connsiteX61" fmla="*/ 5120263 w 11823056"/>
              <a:gd name="connsiteY61" fmla="*/ 1064832 h 1088769"/>
              <a:gd name="connsiteX62" fmla="*/ 5297580 w 11823056"/>
              <a:gd name="connsiteY62" fmla="*/ 1064832 h 1088769"/>
              <a:gd name="connsiteX63" fmla="*/ 5297580 w 11823056"/>
              <a:gd name="connsiteY63" fmla="*/ 554630 h 1088769"/>
              <a:gd name="connsiteX64" fmla="*/ 5060201 w 11823056"/>
              <a:gd name="connsiteY64" fmla="*/ 306324 h 1088769"/>
              <a:gd name="connsiteX65" fmla="*/ 7694744 w 11823056"/>
              <a:gd name="connsiteY65" fmla="*/ 997887 h 1088769"/>
              <a:gd name="connsiteX66" fmla="*/ 7514353 w 11823056"/>
              <a:gd name="connsiteY66" fmla="*/ 692983 h 1088769"/>
              <a:gd name="connsiteX67" fmla="*/ 7694744 w 11823056"/>
              <a:gd name="connsiteY67" fmla="*/ 388078 h 1088769"/>
              <a:gd name="connsiteX68" fmla="*/ 7875136 w 11823056"/>
              <a:gd name="connsiteY68" fmla="*/ 692983 h 1088769"/>
              <a:gd name="connsiteX69" fmla="*/ 7694744 w 11823056"/>
              <a:gd name="connsiteY69" fmla="*/ 997887 h 1088769"/>
              <a:gd name="connsiteX70" fmla="*/ 7694744 w 11823056"/>
              <a:gd name="connsiteY70" fmla="*/ 306324 h 1088769"/>
              <a:gd name="connsiteX71" fmla="*/ 7328015 w 11823056"/>
              <a:gd name="connsiteY71" fmla="*/ 692983 h 1088769"/>
              <a:gd name="connsiteX72" fmla="*/ 7694744 w 11823056"/>
              <a:gd name="connsiteY72" fmla="*/ 1079641 h 1088769"/>
              <a:gd name="connsiteX73" fmla="*/ 8061473 w 11823056"/>
              <a:gd name="connsiteY73" fmla="*/ 692983 h 1088769"/>
              <a:gd name="connsiteX74" fmla="*/ 7694744 w 11823056"/>
              <a:gd name="connsiteY74" fmla="*/ 306324 h 1088769"/>
              <a:gd name="connsiteX75" fmla="*/ 9334262 w 11823056"/>
              <a:gd name="connsiteY75" fmla="*/ 306324 h 1088769"/>
              <a:gd name="connsiteX76" fmla="*/ 9126810 w 11823056"/>
              <a:gd name="connsiteY76" fmla="*/ 414856 h 1088769"/>
              <a:gd name="connsiteX77" fmla="*/ 9117791 w 11823056"/>
              <a:gd name="connsiteY77" fmla="*/ 414856 h 1088769"/>
              <a:gd name="connsiteX78" fmla="*/ 9117791 w 11823056"/>
              <a:gd name="connsiteY78" fmla="*/ 321133 h 1088769"/>
              <a:gd name="connsiteX79" fmla="*/ 8940474 w 11823056"/>
              <a:gd name="connsiteY79" fmla="*/ 321133 h 1088769"/>
              <a:gd name="connsiteX80" fmla="*/ 8940474 w 11823056"/>
              <a:gd name="connsiteY80" fmla="*/ 1064832 h 1088769"/>
              <a:gd name="connsiteX81" fmla="*/ 9117791 w 11823056"/>
              <a:gd name="connsiteY81" fmla="*/ 1064832 h 1088769"/>
              <a:gd name="connsiteX82" fmla="*/ 9117791 w 11823056"/>
              <a:gd name="connsiteY82" fmla="*/ 584451 h 1088769"/>
              <a:gd name="connsiteX83" fmla="*/ 9266614 w 11823056"/>
              <a:gd name="connsiteY83" fmla="*/ 410393 h 1088769"/>
              <a:gd name="connsiteX84" fmla="*/ 9394324 w 11823056"/>
              <a:gd name="connsiteY84" fmla="*/ 556253 h 1088769"/>
              <a:gd name="connsiteX85" fmla="*/ 9394324 w 11823056"/>
              <a:gd name="connsiteY85" fmla="*/ 1064832 h 1088769"/>
              <a:gd name="connsiteX86" fmla="*/ 9571641 w 11823056"/>
              <a:gd name="connsiteY86" fmla="*/ 1064832 h 1088769"/>
              <a:gd name="connsiteX87" fmla="*/ 9571641 w 11823056"/>
              <a:gd name="connsiteY87" fmla="*/ 554630 h 1088769"/>
              <a:gd name="connsiteX88" fmla="*/ 9334262 w 11823056"/>
              <a:gd name="connsiteY88" fmla="*/ 306324 h 1088769"/>
              <a:gd name="connsiteX89" fmla="*/ 9974653 w 11823056"/>
              <a:gd name="connsiteY89" fmla="*/ 306324 h 1088769"/>
              <a:gd name="connsiteX90" fmla="*/ 9687666 w 11823056"/>
              <a:gd name="connsiteY90" fmla="*/ 520548 h 1088769"/>
              <a:gd name="connsiteX91" fmla="*/ 9869493 w 11823056"/>
              <a:gd name="connsiteY91" fmla="*/ 734773 h 1088769"/>
              <a:gd name="connsiteX92" fmla="*/ 10019751 w 11823056"/>
              <a:gd name="connsiteY92" fmla="*/ 771897 h 1088769"/>
              <a:gd name="connsiteX93" fmla="*/ 10135571 w 11823056"/>
              <a:gd name="connsiteY93" fmla="*/ 882052 h 1088769"/>
              <a:gd name="connsiteX94" fmla="*/ 9986747 w 11823056"/>
              <a:gd name="connsiteY94" fmla="*/ 1001133 h 1088769"/>
              <a:gd name="connsiteX95" fmla="*/ 9815375 w 11823056"/>
              <a:gd name="connsiteY95" fmla="*/ 828699 h 1088769"/>
              <a:gd name="connsiteX96" fmla="*/ 9656097 w 11823056"/>
              <a:gd name="connsiteY96" fmla="*/ 873329 h 1088769"/>
              <a:gd name="connsiteX97" fmla="*/ 9967273 w 11823056"/>
              <a:gd name="connsiteY97" fmla="*/ 1080047 h 1088769"/>
              <a:gd name="connsiteX98" fmla="*/ 10279884 w 11823056"/>
              <a:gd name="connsiteY98" fmla="*/ 837625 h 1088769"/>
              <a:gd name="connsiteX99" fmla="*/ 10080018 w 11823056"/>
              <a:gd name="connsiteY99" fmla="*/ 614474 h 1088769"/>
              <a:gd name="connsiteX100" fmla="*/ 9935705 w 11823056"/>
              <a:gd name="connsiteY100" fmla="*/ 578770 h 1088769"/>
              <a:gd name="connsiteX101" fmla="*/ 9831980 w 11823056"/>
              <a:gd name="connsiteY101" fmla="*/ 480584 h 1088769"/>
              <a:gd name="connsiteX102" fmla="*/ 9959688 w 11823056"/>
              <a:gd name="connsiteY102" fmla="*/ 385441 h 1088769"/>
              <a:gd name="connsiteX103" fmla="*/ 10113022 w 11823056"/>
              <a:gd name="connsiteY103" fmla="*/ 528257 h 1088769"/>
              <a:gd name="connsiteX104" fmla="*/ 10263280 w 11823056"/>
              <a:gd name="connsiteY104" fmla="*/ 483627 h 1088769"/>
              <a:gd name="connsiteX105" fmla="*/ 9974653 w 11823056"/>
              <a:gd name="connsiteY105" fmla="*/ 306324 h 1088769"/>
              <a:gd name="connsiteX106" fmla="*/ 10720000 w 11823056"/>
              <a:gd name="connsiteY106" fmla="*/ 997887 h 1088769"/>
              <a:gd name="connsiteX107" fmla="*/ 10539607 w 11823056"/>
              <a:gd name="connsiteY107" fmla="*/ 692983 h 1088769"/>
              <a:gd name="connsiteX108" fmla="*/ 10720000 w 11823056"/>
              <a:gd name="connsiteY108" fmla="*/ 388078 h 1088769"/>
              <a:gd name="connsiteX109" fmla="*/ 10900392 w 11823056"/>
              <a:gd name="connsiteY109" fmla="*/ 692983 h 1088769"/>
              <a:gd name="connsiteX110" fmla="*/ 10720000 w 11823056"/>
              <a:gd name="connsiteY110" fmla="*/ 997887 h 1088769"/>
              <a:gd name="connsiteX111" fmla="*/ 10720000 w 11823056"/>
              <a:gd name="connsiteY111" fmla="*/ 306324 h 1088769"/>
              <a:gd name="connsiteX112" fmla="*/ 10353271 w 11823056"/>
              <a:gd name="connsiteY112" fmla="*/ 692983 h 1088769"/>
              <a:gd name="connsiteX113" fmla="*/ 10720000 w 11823056"/>
              <a:gd name="connsiteY113" fmla="*/ 1079641 h 1088769"/>
              <a:gd name="connsiteX114" fmla="*/ 11086728 w 11823056"/>
              <a:gd name="connsiteY114" fmla="*/ 692983 h 1088769"/>
              <a:gd name="connsiteX115" fmla="*/ 10720000 w 11823056"/>
              <a:gd name="connsiteY115" fmla="*/ 306324 h 1088769"/>
              <a:gd name="connsiteX116" fmla="*/ 11585677 w 11823056"/>
              <a:gd name="connsiteY116" fmla="*/ 306324 h 1088769"/>
              <a:gd name="connsiteX117" fmla="*/ 11378226 w 11823056"/>
              <a:gd name="connsiteY117" fmla="*/ 414856 h 1088769"/>
              <a:gd name="connsiteX118" fmla="*/ 11369206 w 11823056"/>
              <a:gd name="connsiteY118" fmla="*/ 414856 h 1088769"/>
              <a:gd name="connsiteX119" fmla="*/ 11369206 w 11823056"/>
              <a:gd name="connsiteY119" fmla="*/ 321133 h 1088769"/>
              <a:gd name="connsiteX120" fmla="*/ 11191889 w 11823056"/>
              <a:gd name="connsiteY120" fmla="*/ 321133 h 1088769"/>
              <a:gd name="connsiteX121" fmla="*/ 11191889 w 11823056"/>
              <a:gd name="connsiteY121" fmla="*/ 1064832 h 1088769"/>
              <a:gd name="connsiteX122" fmla="*/ 11369206 w 11823056"/>
              <a:gd name="connsiteY122" fmla="*/ 1064832 h 1088769"/>
              <a:gd name="connsiteX123" fmla="*/ 11369206 w 11823056"/>
              <a:gd name="connsiteY123" fmla="*/ 584451 h 1088769"/>
              <a:gd name="connsiteX124" fmla="*/ 11518030 w 11823056"/>
              <a:gd name="connsiteY124" fmla="*/ 410393 h 1088769"/>
              <a:gd name="connsiteX125" fmla="*/ 11645739 w 11823056"/>
              <a:gd name="connsiteY125" fmla="*/ 556253 h 1088769"/>
              <a:gd name="connsiteX126" fmla="*/ 11645739 w 11823056"/>
              <a:gd name="connsiteY126" fmla="*/ 1064832 h 1088769"/>
              <a:gd name="connsiteX127" fmla="*/ 11823056 w 11823056"/>
              <a:gd name="connsiteY127" fmla="*/ 1064832 h 1088769"/>
              <a:gd name="connsiteX128" fmla="*/ 11823056 w 11823056"/>
              <a:gd name="connsiteY128" fmla="*/ 554630 h 1088769"/>
              <a:gd name="connsiteX129" fmla="*/ 11585677 w 11823056"/>
              <a:gd name="connsiteY129" fmla="*/ 306324 h 1088769"/>
              <a:gd name="connsiteX130" fmla="*/ 697379 w 11823056"/>
              <a:gd name="connsiteY130" fmla="*/ 23735 h 1088769"/>
              <a:gd name="connsiteX131" fmla="*/ 511042 w 11823056"/>
              <a:gd name="connsiteY131" fmla="*/ 23735 h 1088769"/>
              <a:gd name="connsiteX132" fmla="*/ 511042 w 11823056"/>
              <a:gd name="connsiteY132" fmla="*/ 792589 h 1088769"/>
              <a:gd name="connsiteX133" fmla="*/ 348690 w 11823056"/>
              <a:gd name="connsiteY133" fmla="*/ 991801 h 1088769"/>
              <a:gd name="connsiteX134" fmla="*/ 186337 w 11823056"/>
              <a:gd name="connsiteY134" fmla="*/ 777577 h 1088769"/>
              <a:gd name="connsiteX135" fmla="*/ 186337 w 11823056"/>
              <a:gd name="connsiteY135" fmla="*/ 634761 h 1088769"/>
              <a:gd name="connsiteX136" fmla="*/ 0 w 11823056"/>
              <a:gd name="connsiteY136" fmla="*/ 680811 h 1088769"/>
              <a:gd name="connsiteX137" fmla="*/ 0 w 11823056"/>
              <a:gd name="connsiteY137" fmla="*/ 744713 h 1088769"/>
              <a:gd name="connsiteX138" fmla="*/ 348690 w 11823056"/>
              <a:gd name="connsiteY138" fmla="*/ 1088364 h 1088769"/>
              <a:gd name="connsiteX139" fmla="*/ 697379 w 11823056"/>
              <a:gd name="connsiteY139" fmla="*/ 744713 h 1088769"/>
              <a:gd name="connsiteX140" fmla="*/ 697379 w 11823056"/>
              <a:gd name="connsiteY140" fmla="*/ 23735 h 1088769"/>
              <a:gd name="connsiteX141" fmla="*/ 1818474 w 11823056"/>
              <a:gd name="connsiteY141" fmla="*/ 23735 h 1088769"/>
              <a:gd name="connsiteX142" fmla="*/ 1641157 w 11823056"/>
              <a:gd name="connsiteY142" fmla="*/ 23735 h 1088769"/>
              <a:gd name="connsiteX143" fmla="*/ 1641157 w 11823056"/>
              <a:gd name="connsiteY143" fmla="*/ 1064832 h 1088769"/>
              <a:gd name="connsiteX144" fmla="*/ 1818474 w 11823056"/>
              <a:gd name="connsiteY144" fmla="*/ 1064832 h 1088769"/>
              <a:gd name="connsiteX145" fmla="*/ 1818474 w 11823056"/>
              <a:gd name="connsiteY145" fmla="*/ 584451 h 1088769"/>
              <a:gd name="connsiteX146" fmla="*/ 1967298 w 11823056"/>
              <a:gd name="connsiteY146" fmla="*/ 410393 h 1088769"/>
              <a:gd name="connsiteX147" fmla="*/ 2095007 w 11823056"/>
              <a:gd name="connsiteY147" fmla="*/ 556253 h 1088769"/>
              <a:gd name="connsiteX148" fmla="*/ 2095007 w 11823056"/>
              <a:gd name="connsiteY148" fmla="*/ 1064832 h 1088769"/>
              <a:gd name="connsiteX149" fmla="*/ 2272324 w 11823056"/>
              <a:gd name="connsiteY149" fmla="*/ 1064832 h 1088769"/>
              <a:gd name="connsiteX150" fmla="*/ 2272324 w 11823056"/>
              <a:gd name="connsiteY150" fmla="*/ 554630 h 1088769"/>
              <a:gd name="connsiteX151" fmla="*/ 2034945 w 11823056"/>
              <a:gd name="connsiteY151" fmla="*/ 306324 h 1088769"/>
              <a:gd name="connsiteX152" fmla="*/ 1827494 w 11823056"/>
              <a:gd name="connsiteY152" fmla="*/ 414856 h 1088769"/>
              <a:gd name="connsiteX153" fmla="*/ 1818474 w 11823056"/>
              <a:gd name="connsiteY153" fmla="*/ 414856 h 1088769"/>
              <a:gd name="connsiteX154" fmla="*/ 1818474 w 11823056"/>
              <a:gd name="connsiteY154" fmla="*/ 23735 h 1088769"/>
              <a:gd name="connsiteX155" fmla="*/ 7222855 w 11823056"/>
              <a:gd name="connsiteY155" fmla="*/ 23735 h 1088769"/>
              <a:gd name="connsiteX156" fmla="*/ 7036518 w 11823056"/>
              <a:gd name="connsiteY156" fmla="*/ 23735 h 1088769"/>
              <a:gd name="connsiteX157" fmla="*/ 7036518 w 11823056"/>
              <a:gd name="connsiteY157" fmla="*/ 792589 h 1088769"/>
              <a:gd name="connsiteX158" fmla="*/ 6874166 w 11823056"/>
              <a:gd name="connsiteY158" fmla="*/ 991801 h 1088769"/>
              <a:gd name="connsiteX159" fmla="*/ 6711813 w 11823056"/>
              <a:gd name="connsiteY159" fmla="*/ 777577 h 1088769"/>
              <a:gd name="connsiteX160" fmla="*/ 6711813 w 11823056"/>
              <a:gd name="connsiteY160" fmla="*/ 634761 h 1088769"/>
              <a:gd name="connsiteX161" fmla="*/ 6525476 w 11823056"/>
              <a:gd name="connsiteY161" fmla="*/ 680811 h 1088769"/>
              <a:gd name="connsiteX162" fmla="*/ 6525476 w 11823056"/>
              <a:gd name="connsiteY162" fmla="*/ 744713 h 1088769"/>
              <a:gd name="connsiteX163" fmla="*/ 6874166 w 11823056"/>
              <a:gd name="connsiteY163" fmla="*/ 1088364 h 1088769"/>
              <a:gd name="connsiteX164" fmla="*/ 7222855 w 11823056"/>
              <a:gd name="connsiteY164" fmla="*/ 744713 h 1088769"/>
              <a:gd name="connsiteX165" fmla="*/ 7222855 w 11823056"/>
              <a:gd name="connsiteY165" fmla="*/ 23735 h 1088769"/>
              <a:gd name="connsiteX166" fmla="*/ 8343950 w 11823056"/>
              <a:gd name="connsiteY166" fmla="*/ 23735 h 1088769"/>
              <a:gd name="connsiteX167" fmla="*/ 8166633 w 11823056"/>
              <a:gd name="connsiteY167" fmla="*/ 23735 h 1088769"/>
              <a:gd name="connsiteX168" fmla="*/ 8166633 w 11823056"/>
              <a:gd name="connsiteY168" fmla="*/ 1064832 h 1088769"/>
              <a:gd name="connsiteX169" fmla="*/ 8343950 w 11823056"/>
              <a:gd name="connsiteY169" fmla="*/ 1064832 h 1088769"/>
              <a:gd name="connsiteX170" fmla="*/ 8343950 w 11823056"/>
              <a:gd name="connsiteY170" fmla="*/ 584451 h 1088769"/>
              <a:gd name="connsiteX171" fmla="*/ 8492774 w 11823056"/>
              <a:gd name="connsiteY171" fmla="*/ 410393 h 1088769"/>
              <a:gd name="connsiteX172" fmla="*/ 8620483 w 11823056"/>
              <a:gd name="connsiteY172" fmla="*/ 556253 h 1088769"/>
              <a:gd name="connsiteX173" fmla="*/ 8620483 w 11823056"/>
              <a:gd name="connsiteY173" fmla="*/ 1064832 h 1088769"/>
              <a:gd name="connsiteX174" fmla="*/ 8797800 w 11823056"/>
              <a:gd name="connsiteY174" fmla="*/ 1064832 h 1088769"/>
              <a:gd name="connsiteX175" fmla="*/ 8797800 w 11823056"/>
              <a:gd name="connsiteY175" fmla="*/ 554630 h 1088769"/>
              <a:gd name="connsiteX176" fmla="*/ 8560421 w 11823056"/>
              <a:gd name="connsiteY176" fmla="*/ 306324 h 1088769"/>
              <a:gd name="connsiteX177" fmla="*/ 8352970 w 11823056"/>
              <a:gd name="connsiteY177" fmla="*/ 414856 h 1088769"/>
              <a:gd name="connsiteX178" fmla="*/ 8343950 w 11823056"/>
              <a:gd name="connsiteY178" fmla="*/ 414856 h 1088769"/>
              <a:gd name="connsiteX179" fmla="*/ 8343950 w 11823056"/>
              <a:gd name="connsiteY179" fmla="*/ 23735 h 1088769"/>
              <a:gd name="connsiteX180" fmla="*/ 5882214 w 11823056"/>
              <a:gd name="connsiteY180" fmla="*/ 980035 h 1088769"/>
              <a:gd name="connsiteX181" fmla="*/ 5649345 w 11823056"/>
              <a:gd name="connsiteY181" fmla="*/ 740656 h 1088769"/>
              <a:gd name="connsiteX182" fmla="*/ 5740976 w 11823056"/>
              <a:gd name="connsiteY182" fmla="*/ 551790 h 1088769"/>
              <a:gd name="connsiteX183" fmla="*/ 6080646 w 11823056"/>
              <a:gd name="connsiteY183" fmla="*/ 919176 h 1088769"/>
              <a:gd name="connsiteX184" fmla="*/ 5882214 w 11823056"/>
              <a:gd name="connsiteY184" fmla="*/ 980035 h 1088769"/>
              <a:gd name="connsiteX185" fmla="*/ 6212865 w 11823056"/>
              <a:gd name="connsiteY185" fmla="*/ 797052 h 1088769"/>
              <a:gd name="connsiteX186" fmla="*/ 5918293 w 11823056"/>
              <a:gd name="connsiteY186" fmla="*/ 475716 h 1088769"/>
              <a:gd name="connsiteX187" fmla="*/ 6064042 w 11823056"/>
              <a:gd name="connsiteY187" fmla="*/ 447518 h 1088769"/>
              <a:gd name="connsiteX188" fmla="*/ 6260833 w 11823056"/>
              <a:gd name="connsiteY188" fmla="*/ 638007 h 1088769"/>
              <a:gd name="connsiteX189" fmla="*/ 6212865 w 11823056"/>
              <a:gd name="connsiteY189" fmla="*/ 797052 h 1088769"/>
              <a:gd name="connsiteX190" fmla="*/ 5877705 w 11823056"/>
              <a:gd name="connsiteY190" fmla="*/ 432708 h 1088769"/>
              <a:gd name="connsiteX191" fmla="*/ 5813132 w 11823056"/>
              <a:gd name="connsiteY191" fmla="*/ 361300 h 1088769"/>
              <a:gd name="connsiteX192" fmla="*/ 5739541 w 11823056"/>
              <a:gd name="connsiteY192" fmla="*/ 214021 h 1088769"/>
              <a:gd name="connsiteX193" fmla="*/ 5882214 w 11823056"/>
              <a:gd name="connsiteY193" fmla="*/ 78711 h 1088769"/>
              <a:gd name="connsiteX194" fmla="*/ 6023453 w 11823056"/>
              <a:gd name="connsiteY194" fmla="*/ 221527 h 1088769"/>
              <a:gd name="connsiteX195" fmla="*/ 5877705 w 11823056"/>
              <a:gd name="connsiteY195" fmla="*/ 432708 h 1088769"/>
              <a:gd name="connsiteX196" fmla="*/ 5886724 w 11823056"/>
              <a:gd name="connsiteY196" fmla="*/ 0 h 1088769"/>
              <a:gd name="connsiteX197" fmla="*/ 5577188 w 11823056"/>
              <a:gd name="connsiteY197" fmla="*/ 257231 h 1088769"/>
              <a:gd name="connsiteX198" fmla="*/ 5697518 w 11823056"/>
              <a:gd name="connsiteY198" fmla="*/ 505537 h 1088769"/>
              <a:gd name="connsiteX199" fmla="*/ 5698952 w 11823056"/>
              <a:gd name="connsiteY199" fmla="*/ 508580 h 1088769"/>
              <a:gd name="connsiteX200" fmla="*/ 5484122 w 11823056"/>
              <a:gd name="connsiteY200" fmla="*/ 807601 h 1088769"/>
              <a:gd name="connsiteX201" fmla="*/ 5786279 w 11823056"/>
              <a:gd name="connsiteY201" fmla="*/ 1088770 h 1088769"/>
              <a:gd name="connsiteX202" fmla="*/ 6125949 w 11823056"/>
              <a:gd name="connsiteY202" fmla="*/ 968269 h 1088769"/>
              <a:gd name="connsiteX203" fmla="*/ 6216145 w 11823056"/>
              <a:gd name="connsiteY203" fmla="*/ 1065035 h 1088769"/>
              <a:gd name="connsiteX204" fmla="*/ 6452089 w 11823056"/>
              <a:gd name="connsiteY204" fmla="*/ 1065035 h 1088769"/>
              <a:gd name="connsiteX205" fmla="*/ 6452089 w 11823056"/>
              <a:gd name="connsiteY205" fmla="*/ 1057529 h 1088769"/>
              <a:gd name="connsiteX206" fmla="*/ 6259808 w 11823056"/>
              <a:gd name="connsiteY206" fmla="*/ 847768 h 1088769"/>
              <a:gd name="connsiteX207" fmla="*/ 6387517 w 11823056"/>
              <a:gd name="connsiteY207" fmla="*/ 557673 h 1088769"/>
              <a:gd name="connsiteX208" fmla="*/ 6190726 w 11823056"/>
              <a:gd name="connsiteY208" fmla="*/ 368806 h 1088769"/>
              <a:gd name="connsiteX209" fmla="*/ 6010334 w 11823056"/>
              <a:gd name="connsiteY209" fmla="*/ 404510 h 1088769"/>
              <a:gd name="connsiteX210" fmla="*/ 6007259 w 11823056"/>
              <a:gd name="connsiteY210" fmla="*/ 398627 h 1088769"/>
              <a:gd name="connsiteX211" fmla="*/ 6169612 w 11823056"/>
              <a:gd name="connsiteY211" fmla="*/ 202255 h 1088769"/>
              <a:gd name="connsiteX212" fmla="*/ 5886724 w 11823056"/>
              <a:gd name="connsiteY212" fmla="*/ 0 h 1088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1823056" h="1088769">
                <a:moveTo>
                  <a:pt x="1169268" y="997887"/>
                </a:moveTo>
                <a:cubicBezTo>
                  <a:pt x="1053448" y="997887"/>
                  <a:pt x="988876" y="889355"/>
                  <a:pt x="988876" y="692983"/>
                </a:cubicBezTo>
                <a:cubicBezTo>
                  <a:pt x="988876" y="493568"/>
                  <a:pt x="1053448" y="388078"/>
                  <a:pt x="1169268" y="388078"/>
                </a:cubicBezTo>
                <a:cubicBezTo>
                  <a:pt x="1285088" y="388078"/>
                  <a:pt x="1349660" y="495191"/>
                  <a:pt x="1349660" y="692983"/>
                </a:cubicBezTo>
                <a:cubicBezTo>
                  <a:pt x="1349455" y="892398"/>
                  <a:pt x="1284883" y="997887"/>
                  <a:pt x="1169268" y="997887"/>
                </a:cubicBezTo>
                <a:moveTo>
                  <a:pt x="1169268" y="306324"/>
                </a:moveTo>
                <a:cubicBezTo>
                  <a:pt x="933324" y="306324"/>
                  <a:pt x="802539" y="480381"/>
                  <a:pt x="802539" y="692983"/>
                </a:cubicBezTo>
                <a:cubicBezTo>
                  <a:pt x="802539" y="905584"/>
                  <a:pt x="933324" y="1079641"/>
                  <a:pt x="1169268" y="1079641"/>
                </a:cubicBezTo>
                <a:cubicBezTo>
                  <a:pt x="1405213" y="1079641"/>
                  <a:pt x="1535997" y="905584"/>
                  <a:pt x="1535997" y="692983"/>
                </a:cubicBezTo>
                <a:cubicBezTo>
                  <a:pt x="1535997" y="480381"/>
                  <a:pt x="1405213" y="306324"/>
                  <a:pt x="1169268" y="306324"/>
                </a:cubicBezTo>
                <a:moveTo>
                  <a:pt x="2808786" y="306324"/>
                </a:moveTo>
                <a:cubicBezTo>
                  <a:pt x="2697476" y="306324"/>
                  <a:pt x="2635978" y="353997"/>
                  <a:pt x="2601335" y="414856"/>
                </a:cubicBezTo>
                <a:lnTo>
                  <a:pt x="2592315" y="414856"/>
                </a:lnTo>
                <a:lnTo>
                  <a:pt x="2592315" y="321133"/>
                </a:lnTo>
                <a:lnTo>
                  <a:pt x="2414998" y="321133"/>
                </a:lnTo>
                <a:lnTo>
                  <a:pt x="2414998" y="1064832"/>
                </a:lnTo>
                <a:lnTo>
                  <a:pt x="2592315" y="1064832"/>
                </a:lnTo>
                <a:lnTo>
                  <a:pt x="2592315" y="584451"/>
                </a:lnTo>
                <a:cubicBezTo>
                  <a:pt x="2592315" y="474498"/>
                  <a:pt x="2649508" y="410393"/>
                  <a:pt x="2741139" y="410393"/>
                </a:cubicBezTo>
                <a:cubicBezTo>
                  <a:pt x="2829900" y="410393"/>
                  <a:pt x="2868848" y="468413"/>
                  <a:pt x="2868848" y="556253"/>
                </a:cubicBezTo>
                <a:lnTo>
                  <a:pt x="2868848" y="1064832"/>
                </a:lnTo>
                <a:lnTo>
                  <a:pt x="3046165" y="1064832"/>
                </a:lnTo>
                <a:lnTo>
                  <a:pt x="3046165" y="554630"/>
                </a:lnTo>
                <a:cubicBezTo>
                  <a:pt x="3046370" y="401467"/>
                  <a:pt x="2965194" y="306324"/>
                  <a:pt x="2808786" y="306324"/>
                </a:cubicBezTo>
                <a:moveTo>
                  <a:pt x="3448972" y="306324"/>
                </a:moveTo>
                <a:cubicBezTo>
                  <a:pt x="3285185" y="306324"/>
                  <a:pt x="3161985" y="374689"/>
                  <a:pt x="3161985" y="520548"/>
                </a:cubicBezTo>
                <a:cubicBezTo>
                  <a:pt x="3161985" y="644093"/>
                  <a:pt x="3247671" y="711038"/>
                  <a:pt x="3343812" y="734773"/>
                </a:cubicBezTo>
                <a:lnTo>
                  <a:pt x="3494070" y="771897"/>
                </a:lnTo>
                <a:cubicBezTo>
                  <a:pt x="3573812" y="791169"/>
                  <a:pt x="3609890" y="819570"/>
                  <a:pt x="3609890" y="882052"/>
                </a:cubicBezTo>
                <a:cubicBezTo>
                  <a:pt x="3609890" y="957923"/>
                  <a:pt x="3555773" y="1001133"/>
                  <a:pt x="3461067" y="1001133"/>
                </a:cubicBezTo>
                <a:cubicBezTo>
                  <a:pt x="3358776" y="1001133"/>
                  <a:pt x="3306299" y="952040"/>
                  <a:pt x="3289694" y="828699"/>
                </a:cubicBezTo>
                <a:lnTo>
                  <a:pt x="3130416" y="873329"/>
                </a:lnTo>
                <a:cubicBezTo>
                  <a:pt x="3139436" y="1001336"/>
                  <a:pt x="3259766" y="1080047"/>
                  <a:pt x="3441593" y="1080047"/>
                </a:cubicBezTo>
                <a:cubicBezTo>
                  <a:pt x="3644534" y="1080047"/>
                  <a:pt x="3754204" y="986324"/>
                  <a:pt x="3754204" y="837625"/>
                </a:cubicBezTo>
                <a:cubicBezTo>
                  <a:pt x="3754204" y="697851"/>
                  <a:pt x="3656423" y="639832"/>
                  <a:pt x="3554338" y="614474"/>
                </a:cubicBezTo>
                <a:lnTo>
                  <a:pt x="3410024" y="578770"/>
                </a:lnTo>
                <a:cubicBezTo>
                  <a:pt x="3337867" y="560918"/>
                  <a:pt x="3306299" y="528257"/>
                  <a:pt x="3306299" y="480584"/>
                </a:cubicBezTo>
                <a:cubicBezTo>
                  <a:pt x="3306299" y="421145"/>
                  <a:pt x="3357341" y="385441"/>
                  <a:pt x="3434008" y="385441"/>
                </a:cubicBezTo>
                <a:cubicBezTo>
                  <a:pt x="3524204" y="385441"/>
                  <a:pt x="3579756" y="434534"/>
                  <a:pt x="3587341" y="528257"/>
                </a:cubicBezTo>
                <a:lnTo>
                  <a:pt x="3737599" y="483627"/>
                </a:lnTo>
                <a:cubicBezTo>
                  <a:pt x="3719560" y="379152"/>
                  <a:pt x="3615835" y="306324"/>
                  <a:pt x="3448972" y="306324"/>
                </a:cubicBezTo>
                <a:moveTo>
                  <a:pt x="4194524" y="997887"/>
                </a:moveTo>
                <a:cubicBezTo>
                  <a:pt x="4078704" y="997887"/>
                  <a:pt x="4014132" y="889355"/>
                  <a:pt x="4014132" y="692983"/>
                </a:cubicBezTo>
                <a:cubicBezTo>
                  <a:pt x="4014132" y="493568"/>
                  <a:pt x="4078704" y="388078"/>
                  <a:pt x="4194524" y="388078"/>
                </a:cubicBezTo>
                <a:cubicBezTo>
                  <a:pt x="4310344" y="388078"/>
                  <a:pt x="4374916" y="495191"/>
                  <a:pt x="4374916" y="692983"/>
                </a:cubicBezTo>
                <a:cubicBezTo>
                  <a:pt x="4374916" y="892398"/>
                  <a:pt x="4310139" y="997887"/>
                  <a:pt x="4194524" y="997887"/>
                </a:cubicBezTo>
                <a:moveTo>
                  <a:pt x="4194524" y="306324"/>
                </a:moveTo>
                <a:cubicBezTo>
                  <a:pt x="3958580" y="306324"/>
                  <a:pt x="3827796" y="480381"/>
                  <a:pt x="3827796" y="692983"/>
                </a:cubicBezTo>
                <a:cubicBezTo>
                  <a:pt x="3827796" y="905584"/>
                  <a:pt x="3958580" y="1079641"/>
                  <a:pt x="4194524" y="1079641"/>
                </a:cubicBezTo>
                <a:cubicBezTo>
                  <a:pt x="4430469" y="1079641"/>
                  <a:pt x="4561253" y="905584"/>
                  <a:pt x="4561253" y="692983"/>
                </a:cubicBezTo>
                <a:cubicBezTo>
                  <a:pt x="4561253" y="480381"/>
                  <a:pt x="4430469" y="306324"/>
                  <a:pt x="4194524" y="306324"/>
                </a:cubicBezTo>
                <a:moveTo>
                  <a:pt x="5060201" y="306324"/>
                </a:moveTo>
                <a:cubicBezTo>
                  <a:pt x="4948891" y="306324"/>
                  <a:pt x="4887394" y="353997"/>
                  <a:pt x="4852750" y="414856"/>
                </a:cubicBezTo>
                <a:lnTo>
                  <a:pt x="4843731" y="414856"/>
                </a:lnTo>
                <a:lnTo>
                  <a:pt x="4843731" y="321133"/>
                </a:lnTo>
                <a:lnTo>
                  <a:pt x="4666414" y="321133"/>
                </a:lnTo>
                <a:lnTo>
                  <a:pt x="4666414" y="1064832"/>
                </a:lnTo>
                <a:lnTo>
                  <a:pt x="4843731" y="1064832"/>
                </a:lnTo>
                <a:lnTo>
                  <a:pt x="4843731" y="584451"/>
                </a:lnTo>
                <a:cubicBezTo>
                  <a:pt x="4843731" y="474498"/>
                  <a:pt x="4900923" y="410393"/>
                  <a:pt x="4992554" y="410393"/>
                </a:cubicBezTo>
                <a:cubicBezTo>
                  <a:pt x="5081315" y="410393"/>
                  <a:pt x="5120263" y="468413"/>
                  <a:pt x="5120263" y="556253"/>
                </a:cubicBezTo>
                <a:lnTo>
                  <a:pt x="5120263" y="1064832"/>
                </a:lnTo>
                <a:lnTo>
                  <a:pt x="5297580" y="1064832"/>
                </a:lnTo>
                <a:lnTo>
                  <a:pt x="5297580" y="554630"/>
                </a:lnTo>
                <a:cubicBezTo>
                  <a:pt x="5297580" y="401467"/>
                  <a:pt x="5216404" y="306324"/>
                  <a:pt x="5060201" y="306324"/>
                </a:cubicBezTo>
                <a:moveTo>
                  <a:pt x="7694744" y="997887"/>
                </a:moveTo>
                <a:cubicBezTo>
                  <a:pt x="7578925" y="997887"/>
                  <a:pt x="7514353" y="889355"/>
                  <a:pt x="7514353" y="692983"/>
                </a:cubicBezTo>
                <a:cubicBezTo>
                  <a:pt x="7514353" y="493568"/>
                  <a:pt x="7578925" y="388078"/>
                  <a:pt x="7694744" y="388078"/>
                </a:cubicBezTo>
                <a:cubicBezTo>
                  <a:pt x="7810564" y="388078"/>
                  <a:pt x="7875136" y="495191"/>
                  <a:pt x="7875136" y="692983"/>
                </a:cubicBezTo>
                <a:cubicBezTo>
                  <a:pt x="7875136" y="892398"/>
                  <a:pt x="7810359" y="997887"/>
                  <a:pt x="7694744" y="997887"/>
                </a:cubicBezTo>
                <a:moveTo>
                  <a:pt x="7694744" y="306324"/>
                </a:moveTo>
                <a:cubicBezTo>
                  <a:pt x="7458800" y="306324"/>
                  <a:pt x="7328015" y="480381"/>
                  <a:pt x="7328015" y="692983"/>
                </a:cubicBezTo>
                <a:cubicBezTo>
                  <a:pt x="7328015" y="905584"/>
                  <a:pt x="7458800" y="1079641"/>
                  <a:pt x="7694744" y="1079641"/>
                </a:cubicBezTo>
                <a:cubicBezTo>
                  <a:pt x="7930689" y="1079641"/>
                  <a:pt x="8061473" y="905584"/>
                  <a:pt x="8061473" y="692983"/>
                </a:cubicBezTo>
                <a:cubicBezTo>
                  <a:pt x="8061473" y="480381"/>
                  <a:pt x="7930689" y="306324"/>
                  <a:pt x="7694744" y="306324"/>
                </a:cubicBezTo>
                <a:moveTo>
                  <a:pt x="9334262" y="306324"/>
                </a:moveTo>
                <a:cubicBezTo>
                  <a:pt x="9222951" y="306324"/>
                  <a:pt x="9161454" y="353997"/>
                  <a:pt x="9126810" y="414856"/>
                </a:cubicBezTo>
                <a:lnTo>
                  <a:pt x="9117791" y="414856"/>
                </a:lnTo>
                <a:lnTo>
                  <a:pt x="9117791" y="321133"/>
                </a:lnTo>
                <a:lnTo>
                  <a:pt x="8940474" y="321133"/>
                </a:lnTo>
                <a:lnTo>
                  <a:pt x="8940474" y="1064832"/>
                </a:lnTo>
                <a:lnTo>
                  <a:pt x="9117791" y="1064832"/>
                </a:lnTo>
                <a:lnTo>
                  <a:pt x="9117791" y="584451"/>
                </a:lnTo>
                <a:cubicBezTo>
                  <a:pt x="9117791" y="474498"/>
                  <a:pt x="9174983" y="410393"/>
                  <a:pt x="9266614" y="410393"/>
                </a:cubicBezTo>
                <a:cubicBezTo>
                  <a:pt x="9355376" y="410393"/>
                  <a:pt x="9394324" y="468413"/>
                  <a:pt x="9394324" y="556253"/>
                </a:cubicBezTo>
                <a:lnTo>
                  <a:pt x="9394324" y="1064832"/>
                </a:lnTo>
                <a:lnTo>
                  <a:pt x="9571641" y="1064832"/>
                </a:lnTo>
                <a:lnTo>
                  <a:pt x="9571641" y="554630"/>
                </a:lnTo>
                <a:cubicBezTo>
                  <a:pt x="9571846" y="401467"/>
                  <a:pt x="9490669" y="306324"/>
                  <a:pt x="9334262" y="306324"/>
                </a:cubicBezTo>
                <a:moveTo>
                  <a:pt x="9974653" y="306324"/>
                </a:moveTo>
                <a:cubicBezTo>
                  <a:pt x="9810865" y="306324"/>
                  <a:pt x="9687666" y="374689"/>
                  <a:pt x="9687666" y="520548"/>
                </a:cubicBezTo>
                <a:cubicBezTo>
                  <a:pt x="9687666" y="644093"/>
                  <a:pt x="9773352" y="711038"/>
                  <a:pt x="9869493" y="734773"/>
                </a:cubicBezTo>
                <a:lnTo>
                  <a:pt x="10019751" y="771897"/>
                </a:lnTo>
                <a:cubicBezTo>
                  <a:pt x="10099492" y="791169"/>
                  <a:pt x="10135571" y="819570"/>
                  <a:pt x="10135571" y="882052"/>
                </a:cubicBezTo>
                <a:cubicBezTo>
                  <a:pt x="10135571" y="957923"/>
                  <a:pt x="10081453" y="1001133"/>
                  <a:pt x="9986747" y="1001133"/>
                </a:cubicBezTo>
                <a:cubicBezTo>
                  <a:pt x="9884457" y="1001133"/>
                  <a:pt x="9831980" y="952040"/>
                  <a:pt x="9815375" y="828699"/>
                </a:cubicBezTo>
                <a:lnTo>
                  <a:pt x="9656097" y="873329"/>
                </a:lnTo>
                <a:cubicBezTo>
                  <a:pt x="9665117" y="1001336"/>
                  <a:pt x="9785446" y="1080047"/>
                  <a:pt x="9967273" y="1080047"/>
                </a:cubicBezTo>
                <a:cubicBezTo>
                  <a:pt x="10170215" y="1080047"/>
                  <a:pt x="10279884" y="986324"/>
                  <a:pt x="10279884" y="837625"/>
                </a:cubicBezTo>
                <a:cubicBezTo>
                  <a:pt x="10279884" y="697851"/>
                  <a:pt x="10182104" y="639832"/>
                  <a:pt x="10080018" y="614474"/>
                </a:cubicBezTo>
                <a:lnTo>
                  <a:pt x="9935705" y="578770"/>
                </a:lnTo>
                <a:cubicBezTo>
                  <a:pt x="9863548" y="560918"/>
                  <a:pt x="9831980" y="528257"/>
                  <a:pt x="9831980" y="480584"/>
                </a:cubicBezTo>
                <a:cubicBezTo>
                  <a:pt x="9831980" y="421145"/>
                  <a:pt x="9883022" y="385441"/>
                  <a:pt x="9959688" y="385441"/>
                </a:cubicBezTo>
                <a:cubicBezTo>
                  <a:pt x="10049884" y="385441"/>
                  <a:pt x="10105437" y="434534"/>
                  <a:pt x="10113022" y="528257"/>
                </a:cubicBezTo>
                <a:lnTo>
                  <a:pt x="10263280" y="483627"/>
                </a:lnTo>
                <a:cubicBezTo>
                  <a:pt x="10245036" y="379152"/>
                  <a:pt x="10141311" y="306324"/>
                  <a:pt x="9974653" y="306324"/>
                </a:cubicBezTo>
                <a:moveTo>
                  <a:pt x="10720000" y="997887"/>
                </a:moveTo>
                <a:cubicBezTo>
                  <a:pt x="10604180" y="997887"/>
                  <a:pt x="10539607" y="889355"/>
                  <a:pt x="10539607" y="692983"/>
                </a:cubicBezTo>
                <a:cubicBezTo>
                  <a:pt x="10539607" y="493568"/>
                  <a:pt x="10604180" y="388078"/>
                  <a:pt x="10720000" y="388078"/>
                </a:cubicBezTo>
                <a:cubicBezTo>
                  <a:pt x="10835819" y="388078"/>
                  <a:pt x="10900392" y="495191"/>
                  <a:pt x="10900392" y="692983"/>
                </a:cubicBezTo>
                <a:cubicBezTo>
                  <a:pt x="10900392" y="892398"/>
                  <a:pt x="10835614" y="997887"/>
                  <a:pt x="10720000" y="997887"/>
                </a:cubicBezTo>
                <a:moveTo>
                  <a:pt x="10720000" y="306324"/>
                </a:moveTo>
                <a:cubicBezTo>
                  <a:pt x="10484056" y="306324"/>
                  <a:pt x="10353271" y="480381"/>
                  <a:pt x="10353271" y="692983"/>
                </a:cubicBezTo>
                <a:cubicBezTo>
                  <a:pt x="10353271" y="905584"/>
                  <a:pt x="10484056" y="1079641"/>
                  <a:pt x="10720000" y="1079641"/>
                </a:cubicBezTo>
                <a:cubicBezTo>
                  <a:pt x="10955945" y="1079641"/>
                  <a:pt x="11086728" y="905584"/>
                  <a:pt x="11086728" y="692983"/>
                </a:cubicBezTo>
                <a:cubicBezTo>
                  <a:pt x="11086728" y="480381"/>
                  <a:pt x="10955945" y="306324"/>
                  <a:pt x="10720000" y="306324"/>
                </a:cubicBezTo>
                <a:moveTo>
                  <a:pt x="11585677" y="306324"/>
                </a:moveTo>
                <a:cubicBezTo>
                  <a:pt x="11474367" y="306324"/>
                  <a:pt x="11412869" y="353997"/>
                  <a:pt x="11378226" y="414856"/>
                </a:cubicBezTo>
                <a:lnTo>
                  <a:pt x="11369206" y="414856"/>
                </a:lnTo>
                <a:lnTo>
                  <a:pt x="11369206" y="321133"/>
                </a:lnTo>
                <a:lnTo>
                  <a:pt x="11191889" y="321133"/>
                </a:lnTo>
                <a:lnTo>
                  <a:pt x="11191889" y="1064832"/>
                </a:lnTo>
                <a:lnTo>
                  <a:pt x="11369206" y="1064832"/>
                </a:lnTo>
                <a:lnTo>
                  <a:pt x="11369206" y="584451"/>
                </a:lnTo>
                <a:cubicBezTo>
                  <a:pt x="11369206" y="474498"/>
                  <a:pt x="11426398" y="410393"/>
                  <a:pt x="11518030" y="410393"/>
                </a:cubicBezTo>
                <a:cubicBezTo>
                  <a:pt x="11606791" y="410393"/>
                  <a:pt x="11645739" y="468413"/>
                  <a:pt x="11645739" y="556253"/>
                </a:cubicBezTo>
                <a:lnTo>
                  <a:pt x="11645739" y="1064832"/>
                </a:lnTo>
                <a:lnTo>
                  <a:pt x="11823056" y="1064832"/>
                </a:lnTo>
                <a:lnTo>
                  <a:pt x="11823056" y="554630"/>
                </a:lnTo>
                <a:cubicBezTo>
                  <a:pt x="11823056" y="401467"/>
                  <a:pt x="11741880" y="306324"/>
                  <a:pt x="11585677" y="306324"/>
                </a:cubicBezTo>
                <a:moveTo>
                  <a:pt x="697379" y="23735"/>
                </a:moveTo>
                <a:lnTo>
                  <a:pt x="511042" y="23735"/>
                </a:lnTo>
                <a:lnTo>
                  <a:pt x="511042" y="792589"/>
                </a:lnTo>
                <a:cubicBezTo>
                  <a:pt x="511042" y="917553"/>
                  <a:pt x="462869" y="991801"/>
                  <a:pt x="348690" y="991801"/>
                </a:cubicBezTo>
                <a:cubicBezTo>
                  <a:pt x="235945" y="991801"/>
                  <a:pt x="186337" y="912887"/>
                  <a:pt x="186337" y="777577"/>
                </a:cubicBezTo>
                <a:lnTo>
                  <a:pt x="186337" y="634761"/>
                </a:lnTo>
                <a:lnTo>
                  <a:pt x="0" y="680811"/>
                </a:lnTo>
                <a:lnTo>
                  <a:pt x="0" y="744713"/>
                </a:lnTo>
                <a:cubicBezTo>
                  <a:pt x="0" y="939462"/>
                  <a:pt x="97781" y="1088364"/>
                  <a:pt x="348690" y="1088364"/>
                </a:cubicBezTo>
                <a:cubicBezTo>
                  <a:pt x="599598" y="1088364"/>
                  <a:pt x="697379" y="939665"/>
                  <a:pt x="697379" y="744713"/>
                </a:cubicBezTo>
                <a:lnTo>
                  <a:pt x="697379" y="23735"/>
                </a:lnTo>
                <a:moveTo>
                  <a:pt x="1818474" y="23735"/>
                </a:moveTo>
                <a:lnTo>
                  <a:pt x="1641157" y="23735"/>
                </a:lnTo>
                <a:lnTo>
                  <a:pt x="1641157" y="1064832"/>
                </a:lnTo>
                <a:lnTo>
                  <a:pt x="1818474" y="1064832"/>
                </a:lnTo>
                <a:lnTo>
                  <a:pt x="1818474" y="584451"/>
                </a:lnTo>
                <a:cubicBezTo>
                  <a:pt x="1818474" y="474498"/>
                  <a:pt x="1875667" y="410393"/>
                  <a:pt x="1967298" y="410393"/>
                </a:cubicBezTo>
                <a:cubicBezTo>
                  <a:pt x="2056059" y="410393"/>
                  <a:pt x="2095007" y="468413"/>
                  <a:pt x="2095007" y="556253"/>
                </a:cubicBezTo>
                <a:lnTo>
                  <a:pt x="2095007" y="1064832"/>
                </a:lnTo>
                <a:lnTo>
                  <a:pt x="2272324" y="1064832"/>
                </a:lnTo>
                <a:lnTo>
                  <a:pt x="2272324" y="554630"/>
                </a:lnTo>
                <a:cubicBezTo>
                  <a:pt x="2272324" y="401467"/>
                  <a:pt x="2191148" y="306324"/>
                  <a:pt x="2034945" y="306324"/>
                </a:cubicBezTo>
                <a:cubicBezTo>
                  <a:pt x="1923635" y="306324"/>
                  <a:pt x="1862138" y="353997"/>
                  <a:pt x="1827494" y="414856"/>
                </a:cubicBezTo>
                <a:lnTo>
                  <a:pt x="1818474" y="414856"/>
                </a:lnTo>
                <a:lnTo>
                  <a:pt x="1818474" y="23735"/>
                </a:lnTo>
                <a:moveTo>
                  <a:pt x="7222855" y="23735"/>
                </a:moveTo>
                <a:lnTo>
                  <a:pt x="7036518" y="23735"/>
                </a:lnTo>
                <a:lnTo>
                  <a:pt x="7036518" y="792589"/>
                </a:lnTo>
                <a:cubicBezTo>
                  <a:pt x="7036518" y="917553"/>
                  <a:pt x="6988346" y="991801"/>
                  <a:pt x="6874166" y="991801"/>
                </a:cubicBezTo>
                <a:cubicBezTo>
                  <a:pt x="6761421" y="991801"/>
                  <a:pt x="6711813" y="912887"/>
                  <a:pt x="6711813" y="777577"/>
                </a:cubicBezTo>
                <a:lnTo>
                  <a:pt x="6711813" y="634761"/>
                </a:lnTo>
                <a:lnTo>
                  <a:pt x="6525476" y="680811"/>
                </a:lnTo>
                <a:lnTo>
                  <a:pt x="6525476" y="744713"/>
                </a:lnTo>
                <a:cubicBezTo>
                  <a:pt x="6525476" y="939462"/>
                  <a:pt x="6623257" y="1088364"/>
                  <a:pt x="6874166" y="1088364"/>
                </a:cubicBezTo>
                <a:cubicBezTo>
                  <a:pt x="7125074" y="1088364"/>
                  <a:pt x="7222855" y="939665"/>
                  <a:pt x="7222855" y="744713"/>
                </a:cubicBezTo>
                <a:lnTo>
                  <a:pt x="7222855" y="23735"/>
                </a:lnTo>
                <a:moveTo>
                  <a:pt x="8343950" y="23735"/>
                </a:moveTo>
                <a:lnTo>
                  <a:pt x="8166633" y="23735"/>
                </a:lnTo>
                <a:lnTo>
                  <a:pt x="8166633" y="1064832"/>
                </a:lnTo>
                <a:lnTo>
                  <a:pt x="8343950" y="1064832"/>
                </a:lnTo>
                <a:lnTo>
                  <a:pt x="8343950" y="584451"/>
                </a:lnTo>
                <a:cubicBezTo>
                  <a:pt x="8343950" y="474498"/>
                  <a:pt x="8401143" y="410393"/>
                  <a:pt x="8492774" y="410393"/>
                </a:cubicBezTo>
                <a:cubicBezTo>
                  <a:pt x="8581535" y="410393"/>
                  <a:pt x="8620483" y="468413"/>
                  <a:pt x="8620483" y="556253"/>
                </a:cubicBezTo>
                <a:lnTo>
                  <a:pt x="8620483" y="1064832"/>
                </a:lnTo>
                <a:lnTo>
                  <a:pt x="8797800" y="1064832"/>
                </a:lnTo>
                <a:lnTo>
                  <a:pt x="8797800" y="554630"/>
                </a:lnTo>
                <a:cubicBezTo>
                  <a:pt x="8797800" y="401467"/>
                  <a:pt x="8716624" y="306324"/>
                  <a:pt x="8560421" y="306324"/>
                </a:cubicBezTo>
                <a:cubicBezTo>
                  <a:pt x="8449110" y="306324"/>
                  <a:pt x="8387613" y="353997"/>
                  <a:pt x="8352970" y="414856"/>
                </a:cubicBezTo>
                <a:lnTo>
                  <a:pt x="8343950" y="414856"/>
                </a:lnTo>
                <a:lnTo>
                  <a:pt x="8343950" y="23735"/>
                </a:lnTo>
                <a:moveTo>
                  <a:pt x="5882214" y="980035"/>
                </a:moveTo>
                <a:cubicBezTo>
                  <a:pt x="5737901" y="980035"/>
                  <a:pt x="5649345" y="863997"/>
                  <a:pt x="5649345" y="740656"/>
                </a:cubicBezTo>
                <a:cubicBezTo>
                  <a:pt x="5649345" y="663365"/>
                  <a:pt x="5683988" y="591957"/>
                  <a:pt x="5740976" y="551790"/>
                </a:cubicBezTo>
                <a:lnTo>
                  <a:pt x="6080646" y="919176"/>
                </a:lnTo>
                <a:cubicBezTo>
                  <a:pt x="6017508" y="956300"/>
                  <a:pt x="5946787" y="980035"/>
                  <a:pt x="5882214" y="980035"/>
                </a:cubicBezTo>
                <a:moveTo>
                  <a:pt x="6212865" y="797052"/>
                </a:moveTo>
                <a:lnTo>
                  <a:pt x="5918293" y="475716"/>
                </a:lnTo>
                <a:cubicBezTo>
                  <a:pt x="5970976" y="454821"/>
                  <a:pt x="6022018" y="447518"/>
                  <a:pt x="6064042" y="447518"/>
                </a:cubicBezTo>
                <a:cubicBezTo>
                  <a:pt x="6185806" y="447518"/>
                  <a:pt x="6260833" y="517506"/>
                  <a:pt x="6260833" y="638007"/>
                </a:cubicBezTo>
                <a:cubicBezTo>
                  <a:pt x="6261038" y="691563"/>
                  <a:pt x="6245869" y="746539"/>
                  <a:pt x="6212865" y="797052"/>
                </a:cubicBezTo>
                <a:moveTo>
                  <a:pt x="5877705" y="432708"/>
                </a:moveTo>
                <a:lnTo>
                  <a:pt x="5813132" y="361300"/>
                </a:lnTo>
                <a:cubicBezTo>
                  <a:pt x="5755940" y="298818"/>
                  <a:pt x="5739541" y="260071"/>
                  <a:pt x="5739541" y="214021"/>
                </a:cubicBezTo>
                <a:cubicBezTo>
                  <a:pt x="5739541" y="127804"/>
                  <a:pt x="5795093" y="78711"/>
                  <a:pt x="5882214" y="78711"/>
                </a:cubicBezTo>
                <a:cubicBezTo>
                  <a:pt x="5970976" y="78711"/>
                  <a:pt x="6023453" y="129224"/>
                  <a:pt x="6023453" y="221527"/>
                </a:cubicBezTo>
                <a:cubicBezTo>
                  <a:pt x="6023453" y="306324"/>
                  <a:pt x="5981430" y="386658"/>
                  <a:pt x="5877705" y="432708"/>
                </a:cubicBezTo>
                <a:moveTo>
                  <a:pt x="5886724" y="0"/>
                </a:moveTo>
                <a:cubicBezTo>
                  <a:pt x="5679273" y="0"/>
                  <a:pt x="5577188" y="114618"/>
                  <a:pt x="5577188" y="257231"/>
                </a:cubicBezTo>
                <a:cubicBezTo>
                  <a:pt x="5577188" y="334522"/>
                  <a:pt x="5610192" y="412016"/>
                  <a:pt x="5697518" y="505537"/>
                </a:cubicBezTo>
                <a:lnTo>
                  <a:pt x="5698952" y="508580"/>
                </a:lnTo>
                <a:cubicBezTo>
                  <a:pt x="5551769" y="578568"/>
                  <a:pt x="5484122" y="691563"/>
                  <a:pt x="5484122" y="807601"/>
                </a:cubicBezTo>
                <a:cubicBezTo>
                  <a:pt x="5484122" y="960763"/>
                  <a:pt x="5602812" y="1088770"/>
                  <a:pt x="5786279" y="1088770"/>
                </a:cubicBezTo>
                <a:cubicBezTo>
                  <a:pt x="5891439" y="1088770"/>
                  <a:pt x="6014639" y="1045560"/>
                  <a:pt x="6125949" y="968269"/>
                </a:cubicBezTo>
                <a:lnTo>
                  <a:pt x="6216145" y="1065035"/>
                </a:lnTo>
                <a:lnTo>
                  <a:pt x="6452089" y="1065035"/>
                </a:lnTo>
                <a:lnTo>
                  <a:pt x="6452089" y="1057529"/>
                </a:lnTo>
                <a:lnTo>
                  <a:pt x="6259808" y="847768"/>
                </a:lnTo>
                <a:cubicBezTo>
                  <a:pt x="6340984" y="752625"/>
                  <a:pt x="6387517" y="648556"/>
                  <a:pt x="6387517" y="557673"/>
                </a:cubicBezTo>
                <a:cubicBezTo>
                  <a:pt x="6387517" y="444677"/>
                  <a:pt x="6310850" y="368806"/>
                  <a:pt x="6190726" y="368806"/>
                </a:cubicBezTo>
                <a:cubicBezTo>
                  <a:pt x="6127588" y="368806"/>
                  <a:pt x="6056867" y="386658"/>
                  <a:pt x="6010334" y="404510"/>
                </a:cubicBezTo>
                <a:lnTo>
                  <a:pt x="6007259" y="398627"/>
                </a:lnTo>
                <a:cubicBezTo>
                  <a:pt x="6121439" y="337565"/>
                  <a:pt x="6169612" y="281169"/>
                  <a:pt x="6169612" y="202255"/>
                </a:cubicBezTo>
                <a:cubicBezTo>
                  <a:pt x="6169202" y="89260"/>
                  <a:pt x="6067117" y="0"/>
                  <a:pt x="5886724" y="0"/>
                </a:cubicBezTo>
              </a:path>
            </a:pathLst>
          </a:custGeom>
          <a:solidFill>
            <a:schemeClr val="bg1"/>
          </a:solidFill>
          <a:ln w="2048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07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B22-1DE8-7C36-14AE-7260C97F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79" y="262800"/>
            <a:ext cx="4667383" cy="327013"/>
          </a:xfrm>
        </p:spPr>
        <p:txBody>
          <a:bodyPr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AFC7E9F7-1405-E6D8-9042-37C2DC045B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240207"/>
            <a:ext cx="2795587" cy="717180"/>
          </a:xfr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E8CDE24-BE6D-421C-9ED6-9443D70EB9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240207"/>
            <a:ext cx="2795587" cy="71718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ACC64B1C-0B76-B49C-E8DA-EBD2AFAFA613}"/>
              </a:ext>
            </a:extLst>
          </p:cNvPr>
          <p:cNvSpPr>
            <a:spLocks noChangeAspect="1"/>
          </p:cNvSpPr>
          <p:nvPr/>
        </p:nvSpPr>
        <p:spPr>
          <a:xfrm>
            <a:off x="287338" y="2269434"/>
            <a:ext cx="11608421" cy="4331774"/>
          </a:xfrm>
          <a:custGeom>
            <a:avLst/>
            <a:gdLst>
              <a:gd name="connsiteX0" fmla="*/ 9940695 w 12886034"/>
              <a:gd name="connsiteY0" fmla="*/ 2142364 h 4808525"/>
              <a:gd name="connsiteX1" fmla="*/ 9940695 w 12886034"/>
              <a:gd name="connsiteY1" fmla="*/ 1153823 h 4808525"/>
              <a:gd name="connsiteX2" fmla="*/ 10243112 w 12886034"/>
              <a:gd name="connsiteY2" fmla="*/ 795655 h 4808525"/>
              <a:gd name="connsiteX3" fmla="*/ 10502975 w 12886034"/>
              <a:gd name="connsiteY3" fmla="*/ 1095467 h 4808525"/>
              <a:gd name="connsiteX4" fmla="*/ 10502975 w 12886034"/>
              <a:gd name="connsiteY4" fmla="*/ 2142364 h 4808525"/>
              <a:gd name="connsiteX5" fmla="*/ 10863643 w 12886034"/>
              <a:gd name="connsiteY5" fmla="*/ 2142364 h 4808525"/>
              <a:gd name="connsiteX6" fmla="*/ 10863643 w 12886034"/>
              <a:gd name="connsiteY6" fmla="*/ 1092672 h 4808525"/>
              <a:gd name="connsiteX7" fmla="*/ 10380892 w 12886034"/>
              <a:gd name="connsiteY7" fmla="*/ 581454 h 4808525"/>
              <a:gd name="connsiteX8" fmla="*/ 9959182 w 12886034"/>
              <a:gd name="connsiteY8" fmla="*/ 804741 h 4808525"/>
              <a:gd name="connsiteX9" fmla="*/ 9940695 w 12886034"/>
              <a:gd name="connsiteY9" fmla="*/ 804741 h 4808525"/>
              <a:gd name="connsiteX10" fmla="*/ 9940695 w 12886034"/>
              <a:gd name="connsiteY10" fmla="*/ 611854 h 4808525"/>
              <a:gd name="connsiteX11" fmla="*/ 9580028 w 12886034"/>
              <a:gd name="connsiteY11" fmla="*/ 611854 h 4808525"/>
              <a:gd name="connsiteX12" fmla="*/ 9580028 w 12886034"/>
              <a:gd name="connsiteY12" fmla="*/ 2142015 h 4808525"/>
              <a:gd name="connsiteX13" fmla="*/ 9940695 w 12886034"/>
              <a:gd name="connsiteY13" fmla="*/ 2142015 h 4808525"/>
              <a:gd name="connsiteX14" fmla="*/ 8620803 w 12886034"/>
              <a:gd name="connsiteY14" fmla="*/ 2004688 h 4808525"/>
              <a:gd name="connsiteX15" fmla="*/ 8254206 w 12886034"/>
              <a:gd name="connsiteY15" fmla="*/ 1377109 h 4808525"/>
              <a:gd name="connsiteX16" fmla="*/ 8620803 w 12886034"/>
              <a:gd name="connsiteY16" fmla="*/ 749530 h 4808525"/>
              <a:gd name="connsiteX17" fmla="*/ 8987401 w 12886034"/>
              <a:gd name="connsiteY17" fmla="*/ 1377109 h 4808525"/>
              <a:gd name="connsiteX18" fmla="*/ 8620803 w 12886034"/>
              <a:gd name="connsiteY18" fmla="*/ 2004688 h 4808525"/>
              <a:gd name="connsiteX19" fmla="*/ 8620803 w 12886034"/>
              <a:gd name="connsiteY19" fmla="*/ 2173114 h 4808525"/>
              <a:gd name="connsiteX20" fmla="*/ 9366208 w 12886034"/>
              <a:gd name="connsiteY20" fmla="*/ 1377459 h 4808525"/>
              <a:gd name="connsiteX21" fmla="*/ 8620803 w 12886034"/>
              <a:gd name="connsiteY21" fmla="*/ 581803 h 4808525"/>
              <a:gd name="connsiteX22" fmla="*/ 7875400 w 12886034"/>
              <a:gd name="connsiteY22" fmla="*/ 1377459 h 4808525"/>
              <a:gd name="connsiteX23" fmla="*/ 8620803 w 12886034"/>
              <a:gd name="connsiteY23" fmla="*/ 2173114 h 4808525"/>
              <a:gd name="connsiteX24" fmla="*/ 7090232 w 12886034"/>
              <a:gd name="connsiteY24" fmla="*/ 2173114 h 4808525"/>
              <a:gd name="connsiteX25" fmla="*/ 7725761 w 12886034"/>
              <a:gd name="connsiteY25" fmla="*/ 1674126 h 4808525"/>
              <a:gd name="connsiteX26" fmla="*/ 7319399 w 12886034"/>
              <a:gd name="connsiteY26" fmla="*/ 1214973 h 4808525"/>
              <a:gd name="connsiteX27" fmla="*/ 7026051 w 12886034"/>
              <a:gd name="connsiteY27" fmla="*/ 1141592 h 4808525"/>
              <a:gd name="connsiteX28" fmla="*/ 6815371 w 12886034"/>
              <a:gd name="connsiteY28" fmla="*/ 939621 h 4808525"/>
              <a:gd name="connsiteX29" fmla="*/ 7074884 w 12886034"/>
              <a:gd name="connsiteY29" fmla="*/ 743590 h 4808525"/>
              <a:gd name="connsiteX30" fmla="*/ 7386370 w 12886034"/>
              <a:gd name="connsiteY30" fmla="*/ 1037462 h 4808525"/>
              <a:gd name="connsiteX31" fmla="*/ 7691926 w 12886034"/>
              <a:gd name="connsiteY31" fmla="*/ 945561 h 4808525"/>
              <a:gd name="connsiteX32" fmla="*/ 7105231 w 12886034"/>
              <a:gd name="connsiteY32" fmla="*/ 581454 h 4808525"/>
              <a:gd name="connsiteX33" fmla="*/ 6521674 w 12886034"/>
              <a:gd name="connsiteY33" fmla="*/ 1022087 h 4808525"/>
              <a:gd name="connsiteX34" fmla="*/ 6891411 w 12886034"/>
              <a:gd name="connsiteY34" fmla="*/ 1462720 h 4808525"/>
              <a:gd name="connsiteX35" fmla="*/ 7196967 w 12886034"/>
              <a:gd name="connsiteY35" fmla="*/ 1539245 h 4808525"/>
              <a:gd name="connsiteX36" fmla="*/ 7432064 w 12886034"/>
              <a:gd name="connsiteY36" fmla="*/ 1765677 h 4808525"/>
              <a:gd name="connsiteX37" fmla="*/ 7129647 w 12886034"/>
              <a:gd name="connsiteY37" fmla="*/ 2010628 h 4808525"/>
              <a:gd name="connsiteX38" fmla="*/ 6781536 w 12886034"/>
              <a:gd name="connsiteY38" fmla="*/ 1655606 h 4808525"/>
              <a:gd name="connsiteX39" fmla="*/ 6457842 w 12886034"/>
              <a:gd name="connsiteY39" fmla="*/ 1747506 h 4808525"/>
              <a:gd name="connsiteX40" fmla="*/ 7090232 w 12886034"/>
              <a:gd name="connsiteY40" fmla="*/ 2173114 h 4808525"/>
              <a:gd name="connsiteX41" fmla="*/ 5363978 w 12886034"/>
              <a:gd name="connsiteY41" fmla="*/ 2142364 h 4808525"/>
              <a:gd name="connsiteX42" fmla="*/ 5363978 w 12886034"/>
              <a:gd name="connsiteY42" fmla="*/ 1153823 h 4808525"/>
              <a:gd name="connsiteX43" fmla="*/ 5666395 w 12886034"/>
              <a:gd name="connsiteY43" fmla="*/ 795655 h 4808525"/>
              <a:gd name="connsiteX44" fmla="*/ 5926258 w 12886034"/>
              <a:gd name="connsiteY44" fmla="*/ 1095467 h 4808525"/>
              <a:gd name="connsiteX45" fmla="*/ 5926258 w 12886034"/>
              <a:gd name="connsiteY45" fmla="*/ 2142364 h 4808525"/>
              <a:gd name="connsiteX46" fmla="*/ 6286926 w 12886034"/>
              <a:gd name="connsiteY46" fmla="*/ 2142364 h 4808525"/>
              <a:gd name="connsiteX47" fmla="*/ 6286926 w 12886034"/>
              <a:gd name="connsiteY47" fmla="*/ 1092672 h 4808525"/>
              <a:gd name="connsiteX48" fmla="*/ 5804175 w 12886034"/>
              <a:gd name="connsiteY48" fmla="*/ 581454 h 4808525"/>
              <a:gd name="connsiteX49" fmla="*/ 5382465 w 12886034"/>
              <a:gd name="connsiteY49" fmla="*/ 804741 h 4808525"/>
              <a:gd name="connsiteX50" fmla="*/ 5363978 w 12886034"/>
              <a:gd name="connsiteY50" fmla="*/ 804741 h 4808525"/>
              <a:gd name="connsiteX51" fmla="*/ 5363978 w 12886034"/>
              <a:gd name="connsiteY51" fmla="*/ 611854 h 4808525"/>
              <a:gd name="connsiteX52" fmla="*/ 5003310 w 12886034"/>
              <a:gd name="connsiteY52" fmla="*/ 611854 h 4808525"/>
              <a:gd name="connsiteX53" fmla="*/ 5003310 w 12886034"/>
              <a:gd name="connsiteY53" fmla="*/ 2142015 h 4808525"/>
              <a:gd name="connsiteX54" fmla="*/ 5363978 w 12886034"/>
              <a:gd name="connsiteY54" fmla="*/ 2142015 h 4808525"/>
              <a:gd name="connsiteX55" fmla="*/ 3790851 w 12886034"/>
              <a:gd name="connsiteY55" fmla="*/ 2142364 h 4808525"/>
              <a:gd name="connsiteX56" fmla="*/ 3790851 w 12886034"/>
              <a:gd name="connsiteY56" fmla="*/ 1153823 h 4808525"/>
              <a:gd name="connsiteX57" fmla="*/ 4093268 w 12886034"/>
              <a:gd name="connsiteY57" fmla="*/ 795655 h 4808525"/>
              <a:gd name="connsiteX58" fmla="*/ 4352782 w 12886034"/>
              <a:gd name="connsiteY58" fmla="*/ 1095467 h 4808525"/>
              <a:gd name="connsiteX59" fmla="*/ 4352782 w 12886034"/>
              <a:gd name="connsiteY59" fmla="*/ 2142364 h 4808525"/>
              <a:gd name="connsiteX60" fmla="*/ 4713450 w 12886034"/>
              <a:gd name="connsiteY60" fmla="*/ 2142364 h 4808525"/>
              <a:gd name="connsiteX61" fmla="*/ 4713450 w 12886034"/>
              <a:gd name="connsiteY61" fmla="*/ 1092672 h 4808525"/>
              <a:gd name="connsiteX62" fmla="*/ 4230699 w 12886034"/>
              <a:gd name="connsiteY62" fmla="*/ 581454 h 4808525"/>
              <a:gd name="connsiteX63" fmla="*/ 3808990 w 12886034"/>
              <a:gd name="connsiteY63" fmla="*/ 804741 h 4808525"/>
              <a:gd name="connsiteX64" fmla="*/ 3790503 w 12886034"/>
              <a:gd name="connsiteY64" fmla="*/ 804741 h 4808525"/>
              <a:gd name="connsiteX65" fmla="*/ 3790503 w 12886034"/>
              <a:gd name="connsiteY65" fmla="*/ 0 h 4808525"/>
              <a:gd name="connsiteX66" fmla="*/ 3429835 w 12886034"/>
              <a:gd name="connsiteY66" fmla="*/ 0 h 4808525"/>
              <a:gd name="connsiteX67" fmla="*/ 3429835 w 12886034"/>
              <a:gd name="connsiteY67" fmla="*/ 2142364 h 4808525"/>
              <a:gd name="connsiteX68" fmla="*/ 3790851 w 12886034"/>
              <a:gd name="connsiteY68" fmla="*/ 2142364 h 4808525"/>
              <a:gd name="connsiteX69" fmla="*/ 2470960 w 12886034"/>
              <a:gd name="connsiteY69" fmla="*/ 2004688 h 4808525"/>
              <a:gd name="connsiteX70" fmla="*/ 2104362 w 12886034"/>
              <a:gd name="connsiteY70" fmla="*/ 1377109 h 4808525"/>
              <a:gd name="connsiteX71" fmla="*/ 2470960 w 12886034"/>
              <a:gd name="connsiteY71" fmla="*/ 749530 h 4808525"/>
              <a:gd name="connsiteX72" fmla="*/ 2837558 w 12886034"/>
              <a:gd name="connsiteY72" fmla="*/ 1377109 h 4808525"/>
              <a:gd name="connsiteX73" fmla="*/ 2470960 w 12886034"/>
              <a:gd name="connsiteY73" fmla="*/ 2004688 h 4808525"/>
              <a:gd name="connsiteX74" fmla="*/ 2470960 w 12886034"/>
              <a:gd name="connsiteY74" fmla="*/ 2173114 h 4808525"/>
              <a:gd name="connsiteX75" fmla="*/ 3216364 w 12886034"/>
              <a:gd name="connsiteY75" fmla="*/ 1377459 h 4808525"/>
              <a:gd name="connsiteX76" fmla="*/ 2470960 w 12886034"/>
              <a:gd name="connsiteY76" fmla="*/ 581803 h 4808525"/>
              <a:gd name="connsiteX77" fmla="*/ 1725556 w 12886034"/>
              <a:gd name="connsiteY77" fmla="*/ 1377459 h 4808525"/>
              <a:gd name="connsiteX78" fmla="*/ 2470960 w 12886034"/>
              <a:gd name="connsiteY78" fmla="*/ 2173114 h 4808525"/>
              <a:gd name="connsiteX79" fmla="*/ 802957 w 12886034"/>
              <a:gd name="connsiteY79" fmla="*/ 2191284 h 4808525"/>
              <a:gd name="connsiteX80" fmla="*/ 1511736 w 12886034"/>
              <a:gd name="connsiteY80" fmla="*/ 1484385 h 4808525"/>
              <a:gd name="connsiteX81" fmla="*/ 1511736 w 12886034"/>
              <a:gd name="connsiteY81" fmla="*/ 0 h 4808525"/>
              <a:gd name="connsiteX82" fmla="*/ 1132930 w 12886034"/>
              <a:gd name="connsiteY82" fmla="*/ 0 h 4808525"/>
              <a:gd name="connsiteX83" fmla="*/ 1132930 w 12886034"/>
              <a:gd name="connsiteY83" fmla="*/ 1582225 h 4808525"/>
              <a:gd name="connsiteX84" fmla="*/ 802957 w 12886034"/>
              <a:gd name="connsiteY84" fmla="*/ 1992458 h 4808525"/>
              <a:gd name="connsiteX85" fmla="*/ 472984 w 12886034"/>
              <a:gd name="connsiteY85" fmla="*/ 1551825 h 4808525"/>
              <a:gd name="connsiteX86" fmla="*/ 472984 w 12886034"/>
              <a:gd name="connsiteY86" fmla="*/ 1257953 h 4808525"/>
              <a:gd name="connsiteX87" fmla="*/ 94178 w 12886034"/>
              <a:gd name="connsiteY87" fmla="*/ 1352649 h 4808525"/>
              <a:gd name="connsiteX88" fmla="*/ 94178 w 12886034"/>
              <a:gd name="connsiteY88" fmla="*/ 1484385 h 4808525"/>
              <a:gd name="connsiteX89" fmla="*/ 802957 w 12886034"/>
              <a:gd name="connsiteY89" fmla="*/ 2191284 h 4808525"/>
              <a:gd name="connsiteX90" fmla="*/ 11963087 w 12886034"/>
              <a:gd name="connsiteY90" fmla="*/ 4759256 h 4808525"/>
              <a:gd name="connsiteX91" fmla="*/ 11963087 w 12886034"/>
              <a:gd name="connsiteY91" fmla="*/ 3770714 h 4808525"/>
              <a:gd name="connsiteX92" fmla="*/ 12265504 w 12886034"/>
              <a:gd name="connsiteY92" fmla="*/ 3412547 h 4808525"/>
              <a:gd name="connsiteX93" fmla="*/ 12525366 w 12886034"/>
              <a:gd name="connsiteY93" fmla="*/ 3712359 h 4808525"/>
              <a:gd name="connsiteX94" fmla="*/ 12525366 w 12886034"/>
              <a:gd name="connsiteY94" fmla="*/ 4759256 h 4808525"/>
              <a:gd name="connsiteX95" fmla="*/ 12886035 w 12886034"/>
              <a:gd name="connsiteY95" fmla="*/ 4759256 h 4808525"/>
              <a:gd name="connsiteX96" fmla="*/ 12886035 w 12886034"/>
              <a:gd name="connsiteY96" fmla="*/ 3709564 h 4808525"/>
              <a:gd name="connsiteX97" fmla="*/ 12403283 w 12886034"/>
              <a:gd name="connsiteY97" fmla="*/ 3198346 h 4808525"/>
              <a:gd name="connsiteX98" fmla="*/ 11981574 w 12886034"/>
              <a:gd name="connsiteY98" fmla="*/ 3421632 h 4808525"/>
              <a:gd name="connsiteX99" fmla="*/ 11963436 w 12886034"/>
              <a:gd name="connsiteY99" fmla="*/ 3421632 h 4808525"/>
              <a:gd name="connsiteX100" fmla="*/ 11963436 w 12886034"/>
              <a:gd name="connsiteY100" fmla="*/ 3228746 h 4808525"/>
              <a:gd name="connsiteX101" fmla="*/ 11602768 w 12886034"/>
              <a:gd name="connsiteY101" fmla="*/ 3228746 h 4808525"/>
              <a:gd name="connsiteX102" fmla="*/ 11602768 w 12886034"/>
              <a:gd name="connsiteY102" fmla="*/ 4758906 h 4808525"/>
              <a:gd name="connsiteX103" fmla="*/ 11963087 w 12886034"/>
              <a:gd name="connsiteY103" fmla="*/ 4758906 h 4808525"/>
              <a:gd name="connsiteX104" fmla="*/ 10643544 w 12886034"/>
              <a:gd name="connsiteY104" fmla="*/ 4621580 h 4808525"/>
              <a:gd name="connsiteX105" fmla="*/ 10276946 w 12886034"/>
              <a:gd name="connsiteY105" fmla="*/ 3994001 h 4808525"/>
              <a:gd name="connsiteX106" fmla="*/ 10643544 w 12886034"/>
              <a:gd name="connsiteY106" fmla="*/ 3366422 h 4808525"/>
              <a:gd name="connsiteX107" fmla="*/ 11010143 w 12886034"/>
              <a:gd name="connsiteY107" fmla="*/ 3994001 h 4808525"/>
              <a:gd name="connsiteX108" fmla="*/ 10643544 w 12886034"/>
              <a:gd name="connsiteY108" fmla="*/ 4621580 h 4808525"/>
              <a:gd name="connsiteX109" fmla="*/ 10643544 w 12886034"/>
              <a:gd name="connsiteY109" fmla="*/ 4790006 h 4808525"/>
              <a:gd name="connsiteX110" fmla="*/ 11388948 w 12886034"/>
              <a:gd name="connsiteY110" fmla="*/ 3994350 h 4808525"/>
              <a:gd name="connsiteX111" fmla="*/ 10643544 w 12886034"/>
              <a:gd name="connsiteY111" fmla="*/ 3198695 h 4808525"/>
              <a:gd name="connsiteX112" fmla="*/ 9898141 w 12886034"/>
              <a:gd name="connsiteY112" fmla="*/ 3994350 h 4808525"/>
              <a:gd name="connsiteX113" fmla="*/ 10643544 w 12886034"/>
              <a:gd name="connsiteY113" fmla="*/ 4790006 h 4808525"/>
              <a:gd name="connsiteX114" fmla="*/ 9112972 w 12886034"/>
              <a:gd name="connsiteY114" fmla="*/ 4790006 h 4808525"/>
              <a:gd name="connsiteX115" fmla="*/ 9748502 w 12886034"/>
              <a:gd name="connsiteY115" fmla="*/ 4291018 h 4808525"/>
              <a:gd name="connsiteX116" fmla="*/ 9342140 w 12886034"/>
              <a:gd name="connsiteY116" fmla="*/ 3831865 h 4808525"/>
              <a:gd name="connsiteX117" fmla="*/ 9048792 w 12886034"/>
              <a:gd name="connsiteY117" fmla="*/ 3758484 h 4808525"/>
              <a:gd name="connsiteX118" fmla="*/ 8838111 w 12886034"/>
              <a:gd name="connsiteY118" fmla="*/ 3556513 h 4808525"/>
              <a:gd name="connsiteX119" fmla="*/ 9097974 w 12886034"/>
              <a:gd name="connsiteY119" fmla="*/ 3360482 h 4808525"/>
              <a:gd name="connsiteX120" fmla="*/ 9409460 w 12886034"/>
              <a:gd name="connsiteY120" fmla="*/ 3654354 h 4808525"/>
              <a:gd name="connsiteX121" fmla="*/ 9715016 w 12886034"/>
              <a:gd name="connsiteY121" fmla="*/ 3562453 h 4808525"/>
              <a:gd name="connsiteX122" fmla="*/ 9128320 w 12886034"/>
              <a:gd name="connsiteY122" fmla="*/ 3198346 h 4808525"/>
              <a:gd name="connsiteX123" fmla="*/ 8544763 w 12886034"/>
              <a:gd name="connsiteY123" fmla="*/ 3638978 h 4808525"/>
              <a:gd name="connsiteX124" fmla="*/ 8914500 w 12886034"/>
              <a:gd name="connsiteY124" fmla="*/ 4079611 h 4808525"/>
              <a:gd name="connsiteX125" fmla="*/ 9220057 w 12886034"/>
              <a:gd name="connsiteY125" fmla="*/ 4156137 h 4808525"/>
              <a:gd name="connsiteX126" fmla="*/ 9455153 w 12886034"/>
              <a:gd name="connsiteY126" fmla="*/ 4382569 h 4808525"/>
              <a:gd name="connsiteX127" fmla="*/ 9152737 w 12886034"/>
              <a:gd name="connsiteY127" fmla="*/ 4627520 h 4808525"/>
              <a:gd name="connsiteX128" fmla="*/ 8804626 w 12886034"/>
              <a:gd name="connsiteY128" fmla="*/ 4272498 h 4808525"/>
              <a:gd name="connsiteX129" fmla="*/ 8480931 w 12886034"/>
              <a:gd name="connsiteY129" fmla="*/ 4364399 h 4808525"/>
              <a:gd name="connsiteX130" fmla="*/ 9112972 w 12886034"/>
              <a:gd name="connsiteY130" fmla="*/ 4790006 h 4808525"/>
              <a:gd name="connsiteX131" fmla="*/ 7386719 w 12886034"/>
              <a:gd name="connsiteY131" fmla="*/ 4759256 h 4808525"/>
              <a:gd name="connsiteX132" fmla="*/ 7386719 w 12886034"/>
              <a:gd name="connsiteY132" fmla="*/ 3770714 h 4808525"/>
              <a:gd name="connsiteX133" fmla="*/ 7689136 w 12886034"/>
              <a:gd name="connsiteY133" fmla="*/ 3412547 h 4808525"/>
              <a:gd name="connsiteX134" fmla="*/ 7948649 w 12886034"/>
              <a:gd name="connsiteY134" fmla="*/ 3712359 h 4808525"/>
              <a:gd name="connsiteX135" fmla="*/ 7948649 w 12886034"/>
              <a:gd name="connsiteY135" fmla="*/ 4759256 h 4808525"/>
              <a:gd name="connsiteX136" fmla="*/ 8309318 w 12886034"/>
              <a:gd name="connsiteY136" fmla="*/ 4759256 h 4808525"/>
              <a:gd name="connsiteX137" fmla="*/ 8309318 w 12886034"/>
              <a:gd name="connsiteY137" fmla="*/ 3709564 h 4808525"/>
              <a:gd name="connsiteX138" fmla="*/ 7826566 w 12886034"/>
              <a:gd name="connsiteY138" fmla="*/ 3198346 h 4808525"/>
              <a:gd name="connsiteX139" fmla="*/ 7404857 w 12886034"/>
              <a:gd name="connsiteY139" fmla="*/ 3421632 h 4808525"/>
              <a:gd name="connsiteX140" fmla="*/ 7386370 w 12886034"/>
              <a:gd name="connsiteY140" fmla="*/ 3421632 h 4808525"/>
              <a:gd name="connsiteX141" fmla="*/ 7386370 w 12886034"/>
              <a:gd name="connsiteY141" fmla="*/ 3228746 h 4808525"/>
              <a:gd name="connsiteX142" fmla="*/ 7025702 w 12886034"/>
              <a:gd name="connsiteY142" fmla="*/ 3228746 h 4808525"/>
              <a:gd name="connsiteX143" fmla="*/ 7025702 w 12886034"/>
              <a:gd name="connsiteY143" fmla="*/ 4758906 h 4808525"/>
              <a:gd name="connsiteX144" fmla="*/ 7386719 w 12886034"/>
              <a:gd name="connsiteY144" fmla="*/ 4758906 h 4808525"/>
              <a:gd name="connsiteX145" fmla="*/ 5813593 w 12886034"/>
              <a:gd name="connsiteY145" fmla="*/ 4759256 h 4808525"/>
              <a:gd name="connsiteX146" fmla="*/ 5813593 w 12886034"/>
              <a:gd name="connsiteY146" fmla="*/ 3770714 h 4808525"/>
              <a:gd name="connsiteX147" fmla="*/ 6116010 w 12886034"/>
              <a:gd name="connsiteY147" fmla="*/ 3412547 h 4808525"/>
              <a:gd name="connsiteX148" fmla="*/ 6375523 w 12886034"/>
              <a:gd name="connsiteY148" fmla="*/ 3712359 h 4808525"/>
              <a:gd name="connsiteX149" fmla="*/ 6375523 w 12886034"/>
              <a:gd name="connsiteY149" fmla="*/ 4759256 h 4808525"/>
              <a:gd name="connsiteX150" fmla="*/ 6736191 w 12886034"/>
              <a:gd name="connsiteY150" fmla="*/ 4759256 h 4808525"/>
              <a:gd name="connsiteX151" fmla="*/ 6736191 w 12886034"/>
              <a:gd name="connsiteY151" fmla="*/ 3709564 h 4808525"/>
              <a:gd name="connsiteX152" fmla="*/ 6253440 w 12886034"/>
              <a:gd name="connsiteY152" fmla="*/ 3198346 h 4808525"/>
              <a:gd name="connsiteX153" fmla="*/ 5831730 w 12886034"/>
              <a:gd name="connsiteY153" fmla="*/ 3421632 h 4808525"/>
              <a:gd name="connsiteX154" fmla="*/ 5813243 w 12886034"/>
              <a:gd name="connsiteY154" fmla="*/ 3421632 h 4808525"/>
              <a:gd name="connsiteX155" fmla="*/ 5813243 w 12886034"/>
              <a:gd name="connsiteY155" fmla="*/ 2616892 h 4808525"/>
              <a:gd name="connsiteX156" fmla="*/ 5452576 w 12886034"/>
              <a:gd name="connsiteY156" fmla="*/ 2616892 h 4808525"/>
              <a:gd name="connsiteX157" fmla="*/ 5452576 w 12886034"/>
              <a:gd name="connsiteY157" fmla="*/ 4759256 h 4808525"/>
              <a:gd name="connsiteX158" fmla="*/ 5813593 w 12886034"/>
              <a:gd name="connsiteY158" fmla="*/ 4759256 h 4808525"/>
              <a:gd name="connsiteX159" fmla="*/ 4493701 w 12886034"/>
              <a:gd name="connsiteY159" fmla="*/ 4621580 h 4808525"/>
              <a:gd name="connsiteX160" fmla="*/ 4127103 w 12886034"/>
              <a:gd name="connsiteY160" fmla="*/ 3994001 h 4808525"/>
              <a:gd name="connsiteX161" fmla="*/ 4493701 w 12886034"/>
              <a:gd name="connsiteY161" fmla="*/ 3366422 h 4808525"/>
              <a:gd name="connsiteX162" fmla="*/ 4860299 w 12886034"/>
              <a:gd name="connsiteY162" fmla="*/ 3994001 h 4808525"/>
              <a:gd name="connsiteX163" fmla="*/ 4493701 w 12886034"/>
              <a:gd name="connsiteY163" fmla="*/ 4621580 h 4808525"/>
              <a:gd name="connsiteX164" fmla="*/ 4493701 w 12886034"/>
              <a:gd name="connsiteY164" fmla="*/ 4790006 h 4808525"/>
              <a:gd name="connsiteX165" fmla="*/ 5239105 w 12886034"/>
              <a:gd name="connsiteY165" fmla="*/ 3994350 h 4808525"/>
              <a:gd name="connsiteX166" fmla="*/ 4493701 w 12886034"/>
              <a:gd name="connsiteY166" fmla="*/ 3198695 h 4808525"/>
              <a:gd name="connsiteX167" fmla="*/ 3748297 w 12886034"/>
              <a:gd name="connsiteY167" fmla="*/ 3994350 h 4808525"/>
              <a:gd name="connsiteX168" fmla="*/ 4493701 w 12886034"/>
              <a:gd name="connsiteY168" fmla="*/ 4790006 h 4808525"/>
              <a:gd name="connsiteX169" fmla="*/ 2825698 w 12886034"/>
              <a:gd name="connsiteY169" fmla="*/ 4808176 h 4808525"/>
              <a:gd name="connsiteX170" fmla="*/ 3534477 w 12886034"/>
              <a:gd name="connsiteY170" fmla="*/ 4101276 h 4808525"/>
              <a:gd name="connsiteX171" fmla="*/ 3534477 w 12886034"/>
              <a:gd name="connsiteY171" fmla="*/ 2616892 h 4808525"/>
              <a:gd name="connsiteX172" fmla="*/ 3155671 w 12886034"/>
              <a:gd name="connsiteY172" fmla="*/ 2616892 h 4808525"/>
              <a:gd name="connsiteX173" fmla="*/ 3155671 w 12886034"/>
              <a:gd name="connsiteY173" fmla="*/ 4199117 h 4808525"/>
              <a:gd name="connsiteX174" fmla="*/ 2825698 w 12886034"/>
              <a:gd name="connsiteY174" fmla="*/ 4609350 h 4808525"/>
              <a:gd name="connsiteX175" fmla="*/ 2495725 w 12886034"/>
              <a:gd name="connsiteY175" fmla="*/ 4168717 h 4808525"/>
              <a:gd name="connsiteX176" fmla="*/ 2495725 w 12886034"/>
              <a:gd name="connsiteY176" fmla="*/ 3874845 h 4808525"/>
              <a:gd name="connsiteX177" fmla="*/ 2116919 w 12886034"/>
              <a:gd name="connsiteY177" fmla="*/ 3969890 h 4808525"/>
              <a:gd name="connsiteX178" fmla="*/ 2116919 w 12886034"/>
              <a:gd name="connsiteY178" fmla="*/ 4101626 h 4808525"/>
              <a:gd name="connsiteX179" fmla="*/ 2825698 w 12886034"/>
              <a:gd name="connsiteY179" fmla="*/ 4808176 h 4808525"/>
              <a:gd name="connsiteX180" fmla="*/ 809585 w 12886034"/>
              <a:gd name="connsiteY180" fmla="*/ 4584890 h 4808525"/>
              <a:gd name="connsiteX181" fmla="*/ 335903 w 12886034"/>
              <a:gd name="connsiteY181" fmla="*/ 4092191 h 4808525"/>
              <a:gd name="connsiteX182" fmla="*/ 522166 w 12886034"/>
              <a:gd name="connsiteY182" fmla="*/ 3703623 h 4808525"/>
              <a:gd name="connsiteX183" fmla="*/ 1212807 w 12886034"/>
              <a:gd name="connsiteY183" fmla="*/ 4459444 h 4808525"/>
              <a:gd name="connsiteX184" fmla="*/ 809585 w 12886034"/>
              <a:gd name="connsiteY184" fmla="*/ 4584890 h 4808525"/>
              <a:gd name="connsiteX185" fmla="*/ 1178973 w 12886034"/>
              <a:gd name="connsiteY185" fmla="*/ 3489073 h 4808525"/>
              <a:gd name="connsiteX186" fmla="*/ 1579056 w 12886034"/>
              <a:gd name="connsiteY186" fmla="*/ 3880785 h 4808525"/>
              <a:gd name="connsiteX187" fmla="*/ 1481390 w 12886034"/>
              <a:gd name="connsiteY187" fmla="*/ 4208202 h 4808525"/>
              <a:gd name="connsiteX188" fmla="*/ 882834 w 12886034"/>
              <a:gd name="connsiteY188" fmla="*/ 3547078 h 4808525"/>
              <a:gd name="connsiteX189" fmla="*/ 1178973 w 12886034"/>
              <a:gd name="connsiteY189" fmla="*/ 3489073 h 4808525"/>
              <a:gd name="connsiteX190" fmla="*/ 809585 w 12886034"/>
              <a:gd name="connsiteY190" fmla="*/ 2730108 h 4808525"/>
              <a:gd name="connsiteX191" fmla="*/ 1096654 w 12886034"/>
              <a:gd name="connsiteY191" fmla="*/ 3023979 h 4808525"/>
              <a:gd name="connsiteX192" fmla="*/ 800167 w 12886034"/>
              <a:gd name="connsiteY192" fmla="*/ 3458672 h 4808525"/>
              <a:gd name="connsiteX193" fmla="*/ 668666 w 12886034"/>
              <a:gd name="connsiteY193" fmla="*/ 3311911 h 4808525"/>
              <a:gd name="connsiteX194" fmla="*/ 519027 w 12886034"/>
              <a:gd name="connsiteY194" fmla="*/ 3008954 h 4808525"/>
              <a:gd name="connsiteX195" fmla="*/ 809585 w 12886034"/>
              <a:gd name="connsiteY195" fmla="*/ 2730108 h 4808525"/>
              <a:gd name="connsiteX196" fmla="*/ 1576266 w 12886034"/>
              <a:gd name="connsiteY196" fmla="*/ 4312333 h 4808525"/>
              <a:gd name="connsiteX197" fmla="*/ 1835779 w 12886034"/>
              <a:gd name="connsiteY197" fmla="*/ 3715504 h 4808525"/>
              <a:gd name="connsiteX198" fmla="*/ 1435696 w 12886034"/>
              <a:gd name="connsiteY198" fmla="*/ 3326937 h 4808525"/>
              <a:gd name="connsiteX199" fmla="*/ 1069098 w 12886034"/>
              <a:gd name="connsiteY199" fmla="*/ 3400317 h 4808525"/>
              <a:gd name="connsiteX200" fmla="*/ 1062820 w 12886034"/>
              <a:gd name="connsiteY200" fmla="*/ 3388087 h 4808525"/>
              <a:gd name="connsiteX201" fmla="*/ 1392793 w 12886034"/>
              <a:gd name="connsiteY201" fmla="*/ 2984144 h 4808525"/>
              <a:gd name="connsiteX202" fmla="*/ 818305 w 12886034"/>
              <a:gd name="connsiteY202" fmla="*/ 2567971 h 4808525"/>
              <a:gd name="connsiteX203" fmla="*/ 189054 w 12886034"/>
              <a:gd name="connsiteY203" fmla="*/ 3097360 h 4808525"/>
              <a:gd name="connsiteX204" fmla="*/ 433569 w 12886034"/>
              <a:gd name="connsiteY204" fmla="*/ 3608578 h 4808525"/>
              <a:gd name="connsiteX205" fmla="*/ 436708 w 12886034"/>
              <a:gd name="connsiteY205" fmla="*/ 3614868 h 4808525"/>
              <a:gd name="connsiteX206" fmla="*/ 0 w 12886034"/>
              <a:gd name="connsiteY206" fmla="*/ 4230217 h 4808525"/>
              <a:gd name="connsiteX207" fmla="*/ 613903 w 12886034"/>
              <a:gd name="connsiteY207" fmla="*/ 4808526 h 4808525"/>
              <a:gd name="connsiteX208" fmla="*/ 1304544 w 12886034"/>
              <a:gd name="connsiteY208" fmla="*/ 4560779 h 4808525"/>
              <a:gd name="connsiteX209" fmla="*/ 1488017 w 12886034"/>
              <a:gd name="connsiteY209" fmla="*/ 4759605 h 4808525"/>
              <a:gd name="connsiteX210" fmla="*/ 1967629 w 12886034"/>
              <a:gd name="connsiteY210" fmla="*/ 4759605 h 4808525"/>
              <a:gd name="connsiteX211" fmla="*/ 1967629 w 12886034"/>
              <a:gd name="connsiteY211" fmla="*/ 4744230 h 4808525"/>
              <a:gd name="connsiteX212" fmla="*/ 1576266 w 12886034"/>
              <a:gd name="connsiteY212" fmla="*/ 4312333 h 480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2886034" h="4808525">
                <a:moveTo>
                  <a:pt x="9940695" y="2142364"/>
                </a:moveTo>
                <a:lnTo>
                  <a:pt x="9940695" y="1153823"/>
                </a:lnTo>
                <a:cubicBezTo>
                  <a:pt x="9940695" y="927391"/>
                  <a:pt x="10056848" y="795655"/>
                  <a:pt x="10243112" y="795655"/>
                </a:cubicBezTo>
                <a:cubicBezTo>
                  <a:pt x="10423446" y="795655"/>
                  <a:pt x="10502975" y="915161"/>
                  <a:pt x="10502975" y="1095467"/>
                </a:cubicBezTo>
                <a:lnTo>
                  <a:pt x="10502975" y="2142364"/>
                </a:lnTo>
                <a:lnTo>
                  <a:pt x="10863643" y="2142364"/>
                </a:lnTo>
                <a:lnTo>
                  <a:pt x="10863643" y="1092672"/>
                </a:lnTo>
                <a:cubicBezTo>
                  <a:pt x="10863643" y="777485"/>
                  <a:pt x="10698656" y="581454"/>
                  <a:pt x="10380892" y="581454"/>
                </a:cubicBezTo>
                <a:cubicBezTo>
                  <a:pt x="10154863" y="581454"/>
                  <a:pt x="10029641" y="679295"/>
                  <a:pt x="9959182" y="804741"/>
                </a:cubicBezTo>
                <a:lnTo>
                  <a:pt x="9940695" y="804741"/>
                </a:lnTo>
                <a:lnTo>
                  <a:pt x="9940695" y="611854"/>
                </a:lnTo>
                <a:lnTo>
                  <a:pt x="9580028" y="611854"/>
                </a:lnTo>
                <a:lnTo>
                  <a:pt x="9580028" y="2142015"/>
                </a:lnTo>
                <a:lnTo>
                  <a:pt x="9940695" y="2142015"/>
                </a:lnTo>
                <a:close/>
                <a:moveTo>
                  <a:pt x="8620803" y="2004688"/>
                </a:moveTo>
                <a:cubicBezTo>
                  <a:pt x="8385707" y="2004688"/>
                  <a:pt x="8254206" y="1781401"/>
                  <a:pt x="8254206" y="1377109"/>
                </a:cubicBezTo>
                <a:cubicBezTo>
                  <a:pt x="8254206" y="966877"/>
                  <a:pt x="8385707" y="749530"/>
                  <a:pt x="8620803" y="749530"/>
                </a:cubicBezTo>
                <a:cubicBezTo>
                  <a:pt x="8855901" y="749530"/>
                  <a:pt x="8987401" y="970022"/>
                  <a:pt x="8987401" y="1377109"/>
                </a:cubicBezTo>
                <a:cubicBezTo>
                  <a:pt x="8987401" y="1787342"/>
                  <a:pt x="8855901" y="2004688"/>
                  <a:pt x="8620803" y="2004688"/>
                </a:cubicBezTo>
                <a:moveTo>
                  <a:pt x="8620803" y="2173114"/>
                </a:moveTo>
                <a:cubicBezTo>
                  <a:pt x="9100416" y="2173114"/>
                  <a:pt x="9366208" y="1814947"/>
                  <a:pt x="9366208" y="1377459"/>
                </a:cubicBezTo>
                <a:cubicBezTo>
                  <a:pt x="9366208" y="939970"/>
                  <a:pt x="9100416" y="581803"/>
                  <a:pt x="8620803" y="581803"/>
                </a:cubicBezTo>
                <a:cubicBezTo>
                  <a:pt x="8141192" y="581803"/>
                  <a:pt x="7875400" y="939970"/>
                  <a:pt x="7875400" y="1377459"/>
                </a:cubicBezTo>
                <a:cubicBezTo>
                  <a:pt x="7875400" y="1814947"/>
                  <a:pt x="8141192" y="2173114"/>
                  <a:pt x="8620803" y="2173114"/>
                </a:cubicBezTo>
                <a:moveTo>
                  <a:pt x="7090232" y="2173114"/>
                </a:moveTo>
                <a:cubicBezTo>
                  <a:pt x="7502524" y="2173114"/>
                  <a:pt x="7725761" y="1980228"/>
                  <a:pt x="7725761" y="1674126"/>
                </a:cubicBezTo>
                <a:cubicBezTo>
                  <a:pt x="7725761" y="1386544"/>
                  <a:pt x="7527289" y="1267038"/>
                  <a:pt x="7319399" y="1214973"/>
                </a:cubicBezTo>
                <a:lnTo>
                  <a:pt x="7026051" y="1141592"/>
                </a:lnTo>
                <a:cubicBezTo>
                  <a:pt x="6879551" y="1104902"/>
                  <a:pt x="6815371" y="1037462"/>
                  <a:pt x="6815371" y="939621"/>
                </a:cubicBezTo>
                <a:cubicBezTo>
                  <a:pt x="6815371" y="817320"/>
                  <a:pt x="6919316" y="743590"/>
                  <a:pt x="7074884" y="743590"/>
                </a:cubicBezTo>
                <a:cubicBezTo>
                  <a:pt x="7258358" y="743590"/>
                  <a:pt x="7371372" y="844576"/>
                  <a:pt x="7386370" y="1037462"/>
                </a:cubicBezTo>
                <a:lnTo>
                  <a:pt x="7691926" y="945561"/>
                </a:lnTo>
                <a:cubicBezTo>
                  <a:pt x="7655302" y="731360"/>
                  <a:pt x="7444621" y="581454"/>
                  <a:pt x="7105231" y="581454"/>
                </a:cubicBezTo>
                <a:cubicBezTo>
                  <a:pt x="6772118" y="581454"/>
                  <a:pt x="6521674" y="722275"/>
                  <a:pt x="6521674" y="1022087"/>
                </a:cubicBezTo>
                <a:cubicBezTo>
                  <a:pt x="6521674" y="1276124"/>
                  <a:pt x="6695729" y="1413799"/>
                  <a:pt x="6891411" y="1462720"/>
                </a:cubicBezTo>
                <a:lnTo>
                  <a:pt x="7196967" y="1539245"/>
                </a:lnTo>
                <a:cubicBezTo>
                  <a:pt x="7358815" y="1579080"/>
                  <a:pt x="7432064" y="1637086"/>
                  <a:pt x="7432064" y="1765677"/>
                </a:cubicBezTo>
                <a:cubicBezTo>
                  <a:pt x="7432064" y="1921873"/>
                  <a:pt x="7322190" y="2010628"/>
                  <a:pt x="7129647" y="2010628"/>
                </a:cubicBezTo>
                <a:cubicBezTo>
                  <a:pt x="6921757" y="2010628"/>
                  <a:pt x="6815022" y="1909643"/>
                  <a:pt x="6781536" y="1655606"/>
                </a:cubicBezTo>
                <a:lnTo>
                  <a:pt x="6457842" y="1747506"/>
                </a:lnTo>
                <a:cubicBezTo>
                  <a:pt x="6475980" y="2010628"/>
                  <a:pt x="6720495" y="2173114"/>
                  <a:pt x="7090232" y="2173114"/>
                </a:cubicBezTo>
                <a:moveTo>
                  <a:pt x="5363978" y="2142364"/>
                </a:moveTo>
                <a:lnTo>
                  <a:pt x="5363978" y="1153823"/>
                </a:lnTo>
                <a:cubicBezTo>
                  <a:pt x="5363978" y="927391"/>
                  <a:pt x="5480132" y="795655"/>
                  <a:pt x="5666395" y="795655"/>
                </a:cubicBezTo>
                <a:cubicBezTo>
                  <a:pt x="5846729" y="795655"/>
                  <a:pt x="5926258" y="915161"/>
                  <a:pt x="5926258" y="1095467"/>
                </a:cubicBezTo>
                <a:lnTo>
                  <a:pt x="5926258" y="2142364"/>
                </a:lnTo>
                <a:lnTo>
                  <a:pt x="6286926" y="2142364"/>
                </a:lnTo>
                <a:lnTo>
                  <a:pt x="6286926" y="1092672"/>
                </a:lnTo>
                <a:cubicBezTo>
                  <a:pt x="6286926" y="777485"/>
                  <a:pt x="6121939" y="581454"/>
                  <a:pt x="5804175" y="581454"/>
                </a:cubicBezTo>
                <a:cubicBezTo>
                  <a:pt x="5578147" y="581454"/>
                  <a:pt x="5452925" y="679295"/>
                  <a:pt x="5382465" y="804741"/>
                </a:cubicBezTo>
                <a:lnTo>
                  <a:pt x="5363978" y="804741"/>
                </a:lnTo>
                <a:lnTo>
                  <a:pt x="5363978" y="611854"/>
                </a:lnTo>
                <a:lnTo>
                  <a:pt x="5003310" y="611854"/>
                </a:lnTo>
                <a:lnTo>
                  <a:pt x="5003310" y="2142015"/>
                </a:lnTo>
                <a:lnTo>
                  <a:pt x="5363978" y="2142015"/>
                </a:lnTo>
                <a:close/>
                <a:moveTo>
                  <a:pt x="3790851" y="2142364"/>
                </a:moveTo>
                <a:lnTo>
                  <a:pt x="3790851" y="1153823"/>
                </a:lnTo>
                <a:cubicBezTo>
                  <a:pt x="3790851" y="927391"/>
                  <a:pt x="3907005" y="795655"/>
                  <a:pt x="4093268" y="795655"/>
                </a:cubicBezTo>
                <a:cubicBezTo>
                  <a:pt x="4273603" y="795655"/>
                  <a:pt x="4352782" y="915161"/>
                  <a:pt x="4352782" y="1095467"/>
                </a:cubicBezTo>
                <a:lnTo>
                  <a:pt x="4352782" y="2142364"/>
                </a:lnTo>
                <a:lnTo>
                  <a:pt x="4713450" y="2142364"/>
                </a:lnTo>
                <a:lnTo>
                  <a:pt x="4713450" y="1092672"/>
                </a:lnTo>
                <a:cubicBezTo>
                  <a:pt x="4713450" y="777485"/>
                  <a:pt x="4548464" y="581454"/>
                  <a:pt x="4230699" y="581454"/>
                </a:cubicBezTo>
                <a:cubicBezTo>
                  <a:pt x="4004671" y="581454"/>
                  <a:pt x="3879449" y="679295"/>
                  <a:pt x="3808990" y="804741"/>
                </a:cubicBezTo>
                <a:lnTo>
                  <a:pt x="3790503" y="804741"/>
                </a:lnTo>
                <a:lnTo>
                  <a:pt x="3790503" y="0"/>
                </a:lnTo>
                <a:lnTo>
                  <a:pt x="3429835" y="0"/>
                </a:lnTo>
                <a:lnTo>
                  <a:pt x="3429835" y="2142364"/>
                </a:lnTo>
                <a:lnTo>
                  <a:pt x="3790851" y="2142364"/>
                </a:lnTo>
                <a:close/>
                <a:moveTo>
                  <a:pt x="2470960" y="2004688"/>
                </a:moveTo>
                <a:cubicBezTo>
                  <a:pt x="2235514" y="2004688"/>
                  <a:pt x="2104362" y="1781401"/>
                  <a:pt x="2104362" y="1377109"/>
                </a:cubicBezTo>
                <a:cubicBezTo>
                  <a:pt x="2104362" y="966877"/>
                  <a:pt x="2235863" y="749530"/>
                  <a:pt x="2470960" y="749530"/>
                </a:cubicBezTo>
                <a:cubicBezTo>
                  <a:pt x="2706057" y="749530"/>
                  <a:pt x="2837558" y="970022"/>
                  <a:pt x="2837558" y="1377109"/>
                </a:cubicBezTo>
                <a:cubicBezTo>
                  <a:pt x="2837906" y="1787342"/>
                  <a:pt x="2706406" y="2004688"/>
                  <a:pt x="2470960" y="2004688"/>
                </a:cubicBezTo>
                <a:moveTo>
                  <a:pt x="2470960" y="2173114"/>
                </a:moveTo>
                <a:cubicBezTo>
                  <a:pt x="2950572" y="2173114"/>
                  <a:pt x="3216364" y="1814947"/>
                  <a:pt x="3216364" y="1377459"/>
                </a:cubicBezTo>
                <a:cubicBezTo>
                  <a:pt x="3216364" y="939970"/>
                  <a:pt x="2950572" y="581803"/>
                  <a:pt x="2470960" y="581803"/>
                </a:cubicBezTo>
                <a:cubicBezTo>
                  <a:pt x="1991348" y="581803"/>
                  <a:pt x="1725556" y="939970"/>
                  <a:pt x="1725556" y="1377459"/>
                </a:cubicBezTo>
                <a:cubicBezTo>
                  <a:pt x="1725556" y="1814947"/>
                  <a:pt x="1991348" y="2173114"/>
                  <a:pt x="2470960" y="2173114"/>
                </a:cubicBezTo>
                <a:moveTo>
                  <a:pt x="802957" y="2191284"/>
                </a:moveTo>
                <a:cubicBezTo>
                  <a:pt x="1313264" y="2191284"/>
                  <a:pt x="1511736" y="1885182"/>
                  <a:pt x="1511736" y="1484385"/>
                </a:cubicBezTo>
                <a:lnTo>
                  <a:pt x="1511736" y="0"/>
                </a:lnTo>
                <a:lnTo>
                  <a:pt x="1132930" y="0"/>
                </a:lnTo>
                <a:lnTo>
                  <a:pt x="1132930" y="1582225"/>
                </a:lnTo>
                <a:cubicBezTo>
                  <a:pt x="1132930" y="1839407"/>
                  <a:pt x="1035264" y="1992458"/>
                  <a:pt x="802957" y="1992458"/>
                </a:cubicBezTo>
                <a:cubicBezTo>
                  <a:pt x="573790" y="1992458"/>
                  <a:pt x="472984" y="1830322"/>
                  <a:pt x="472984" y="1551825"/>
                </a:cubicBezTo>
                <a:lnTo>
                  <a:pt x="472984" y="1257953"/>
                </a:lnTo>
                <a:lnTo>
                  <a:pt x="94178" y="1352649"/>
                </a:lnTo>
                <a:lnTo>
                  <a:pt x="94178" y="1484385"/>
                </a:lnTo>
                <a:cubicBezTo>
                  <a:pt x="94178" y="1885182"/>
                  <a:pt x="292999" y="2191284"/>
                  <a:pt x="802957" y="2191284"/>
                </a:cubicBezTo>
                <a:moveTo>
                  <a:pt x="11963087" y="4759256"/>
                </a:moveTo>
                <a:lnTo>
                  <a:pt x="11963087" y="3770714"/>
                </a:lnTo>
                <a:cubicBezTo>
                  <a:pt x="11963087" y="3544283"/>
                  <a:pt x="12079241" y="3412547"/>
                  <a:pt x="12265504" y="3412547"/>
                </a:cubicBezTo>
                <a:cubicBezTo>
                  <a:pt x="12445838" y="3412547"/>
                  <a:pt x="12525366" y="3532053"/>
                  <a:pt x="12525366" y="3712359"/>
                </a:cubicBezTo>
                <a:lnTo>
                  <a:pt x="12525366" y="4759256"/>
                </a:lnTo>
                <a:lnTo>
                  <a:pt x="12886035" y="4759256"/>
                </a:lnTo>
                <a:lnTo>
                  <a:pt x="12886035" y="3709564"/>
                </a:lnTo>
                <a:cubicBezTo>
                  <a:pt x="12886035" y="3394377"/>
                  <a:pt x="12721048" y="3198346"/>
                  <a:pt x="12403283" y="3198346"/>
                </a:cubicBezTo>
                <a:cubicBezTo>
                  <a:pt x="12177256" y="3198346"/>
                  <a:pt x="12052034" y="3296186"/>
                  <a:pt x="11981574" y="3421632"/>
                </a:cubicBezTo>
                <a:lnTo>
                  <a:pt x="11963436" y="3421632"/>
                </a:lnTo>
                <a:lnTo>
                  <a:pt x="11963436" y="3228746"/>
                </a:lnTo>
                <a:lnTo>
                  <a:pt x="11602768" y="3228746"/>
                </a:lnTo>
                <a:lnTo>
                  <a:pt x="11602768" y="4758906"/>
                </a:lnTo>
                <a:lnTo>
                  <a:pt x="11963087" y="4758906"/>
                </a:lnTo>
                <a:close/>
                <a:moveTo>
                  <a:pt x="10643544" y="4621580"/>
                </a:moveTo>
                <a:cubicBezTo>
                  <a:pt x="10408448" y="4621580"/>
                  <a:pt x="10276946" y="4398293"/>
                  <a:pt x="10276946" y="3994001"/>
                </a:cubicBezTo>
                <a:cubicBezTo>
                  <a:pt x="10276946" y="3583769"/>
                  <a:pt x="10408448" y="3366422"/>
                  <a:pt x="10643544" y="3366422"/>
                </a:cubicBezTo>
                <a:cubicBezTo>
                  <a:pt x="10878641" y="3366422"/>
                  <a:pt x="11010143" y="3586913"/>
                  <a:pt x="11010143" y="3994001"/>
                </a:cubicBezTo>
                <a:cubicBezTo>
                  <a:pt x="11010143" y="4404234"/>
                  <a:pt x="10878641" y="4621580"/>
                  <a:pt x="10643544" y="4621580"/>
                </a:cubicBezTo>
                <a:moveTo>
                  <a:pt x="10643544" y="4790006"/>
                </a:moveTo>
                <a:cubicBezTo>
                  <a:pt x="11123156" y="4790006"/>
                  <a:pt x="11388948" y="4431839"/>
                  <a:pt x="11388948" y="3994350"/>
                </a:cubicBezTo>
                <a:cubicBezTo>
                  <a:pt x="11388948" y="3556513"/>
                  <a:pt x="11123156" y="3198695"/>
                  <a:pt x="10643544" y="3198695"/>
                </a:cubicBezTo>
                <a:cubicBezTo>
                  <a:pt x="10163933" y="3198695"/>
                  <a:pt x="9898141" y="3556862"/>
                  <a:pt x="9898141" y="3994350"/>
                </a:cubicBezTo>
                <a:cubicBezTo>
                  <a:pt x="9898141" y="4431839"/>
                  <a:pt x="10163933" y="4790006"/>
                  <a:pt x="10643544" y="4790006"/>
                </a:cubicBezTo>
                <a:moveTo>
                  <a:pt x="9112972" y="4790006"/>
                </a:moveTo>
                <a:cubicBezTo>
                  <a:pt x="9525264" y="4790006"/>
                  <a:pt x="9748502" y="4597119"/>
                  <a:pt x="9748502" y="4291018"/>
                </a:cubicBezTo>
                <a:cubicBezTo>
                  <a:pt x="9748502" y="4003435"/>
                  <a:pt x="9550029" y="3883930"/>
                  <a:pt x="9342140" y="3831865"/>
                </a:cubicBezTo>
                <a:lnTo>
                  <a:pt x="9048792" y="3758484"/>
                </a:lnTo>
                <a:cubicBezTo>
                  <a:pt x="8902292" y="3721794"/>
                  <a:pt x="8838111" y="3654354"/>
                  <a:pt x="8838111" y="3556513"/>
                </a:cubicBezTo>
                <a:cubicBezTo>
                  <a:pt x="8838111" y="3434212"/>
                  <a:pt x="8942056" y="3360482"/>
                  <a:pt x="9097974" y="3360482"/>
                </a:cubicBezTo>
                <a:cubicBezTo>
                  <a:pt x="9281446" y="3360482"/>
                  <a:pt x="9394461" y="3461468"/>
                  <a:pt x="9409460" y="3654354"/>
                </a:cubicBezTo>
                <a:lnTo>
                  <a:pt x="9715016" y="3562453"/>
                </a:lnTo>
                <a:cubicBezTo>
                  <a:pt x="9678391" y="3348252"/>
                  <a:pt x="9467711" y="3198346"/>
                  <a:pt x="9128320" y="3198346"/>
                </a:cubicBezTo>
                <a:cubicBezTo>
                  <a:pt x="8795208" y="3198346"/>
                  <a:pt x="8544763" y="3339167"/>
                  <a:pt x="8544763" y="3638978"/>
                </a:cubicBezTo>
                <a:cubicBezTo>
                  <a:pt x="8544763" y="3893015"/>
                  <a:pt x="8718819" y="4030691"/>
                  <a:pt x="8914500" y="4079611"/>
                </a:cubicBezTo>
                <a:lnTo>
                  <a:pt x="9220057" y="4156137"/>
                </a:lnTo>
                <a:cubicBezTo>
                  <a:pt x="9381903" y="4195972"/>
                  <a:pt x="9455153" y="4253978"/>
                  <a:pt x="9455153" y="4382569"/>
                </a:cubicBezTo>
                <a:cubicBezTo>
                  <a:pt x="9455153" y="4538764"/>
                  <a:pt x="9345279" y="4627520"/>
                  <a:pt x="9152737" y="4627520"/>
                </a:cubicBezTo>
                <a:cubicBezTo>
                  <a:pt x="8944846" y="4627520"/>
                  <a:pt x="8838111" y="4526535"/>
                  <a:pt x="8804626" y="4272498"/>
                </a:cubicBezTo>
                <a:lnTo>
                  <a:pt x="8480931" y="4364399"/>
                </a:lnTo>
                <a:cubicBezTo>
                  <a:pt x="8498720" y="4627520"/>
                  <a:pt x="8743235" y="4790006"/>
                  <a:pt x="9112972" y="4790006"/>
                </a:cubicBezTo>
                <a:moveTo>
                  <a:pt x="7386719" y="4759256"/>
                </a:moveTo>
                <a:lnTo>
                  <a:pt x="7386719" y="3770714"/>
                </a:lnTo>
                <a:cubicBezTo>
                  <a:pt x="7386719" y="3544283"/>
                  <a:pt x="7502872" y="3412547"/>
                  <a:pt x="7689136" y="3412547"/>
                </a:cubicBezTo>
                <a:cubicBezTo>
                  <a:pt x="7869470" y="3412547"/>
                  <a:pt x="7948649" y="3532053"/>
                  <a:pt x="7948649" y="3712359"/>
                </a:cubicBezTo>
                <a:lnTo>
                  <a:pt x="7948649" y="4759256"/>
                </a:lnTo>
                <a:lnTo>
                  <a:pt x="8309318" y="4759256"/>
                </a:lnTo>
                <a:lnTo>
                  <a:pt x="8309318" y="3709564"/>
                </a:lnTo>
                <a:cubicBezTo>
                  <a:pt x="8309318" y="3394377"/>
                  <a:pt x="8144331" y="3198346"/>
                  <a:pt x="7826566" y="3198346"/>
                </a:cubicBezTo>
                <a:cubicBezTo>
                  <a:pt x="7600539" y="3198346"/>
                  <a:pt x="7475317" y="3296186"/>
                  <a:pt x="7404857" y="3421632"/>
                </a:cubicBezTo>
                <a:lnTo>
                  <a:pt x="7386370" y="3421632"/>
                </a:lnTo>
                <a:lnTo>
                  <a:pt x="7386370" y="3228746"/>
                </a:lnTo>
                <a:lnTo>
                  <a:pt x="7025702" y="3228746"/>
                </a:lnTo>
                <a:lnTo>
                  <a:pt x="7025702" y="4758906"/>
                </a:lnTo>
                <a:lnTo>
                  <a:pt x="7386719" y="4758906"/>
                </a:lnTo>
                <a:close/>
                <a:moveTo>
                  <a:pt x="5813593" y="4759256"/>
                </a:moveTo>
                <a:lnTo>
                  <a:pt x="5813593" y="3770714"/>
                </a:lnTo>
                <a:cubicBezTo>
                  <a:pt x="5813593" y="3544283"/>
                  <a:pt x="5929746" y="3412547"/>
                  <a:pt x="6116010" y="3412547"/>
                </a:cubicBezTo>
                <a:cubicBezTo>
                  <a:pt x="6296343" y="3412547"/>
                  <a:pt x="6375523" y="3532053"/>
                  <a:pt x="6375523" y="3712359"/>
                </a:cubicBezTo>
                <a:lnTo>
                  <a:pt x="6375523" y="4759256"/>
                </a:lnTo>
                <a:lnTo>
                  <a:pt x="6736191" y="4759256"/>
                </a:lnTo>
                <a:lnTo>
                  <a:pt x="6736191" y="3709564"/>
                </a:lnTo>
                <a:cubicBezTo>
                  <a:pt x="6736191" y="3394377"/>
                  <a:pt x="6571205" y="3198346"/>
                  <a:pt x="6253440" y="3198346"/>
                </a:cubicBezTo>
                <a:cubicBezTo>
                  <a:pt x="6027412" y="3198346"/>
                  <a:pt x="5902190" y="3296186"/>
                  <a:pt x="5831730" y="3421632"/>
                </a:cubicBezTo>
                <a:lnTo>
                  <a:pt x="5813243" y="3421632"/>
                </a:lnTo>
                <a:lnTo>
                  <a:pt x="5813243" y="2616892"/>
                </a:lnTo>
                <a:lnTo>
                  <a:pt x="5452576" y="2616892"/>
                </a:lnTo>
                <a:lnTo>
                  <a:pt x="5452576" y="4759256"/>
                </a:lnTo>
                <a:lnTo>
                  <a:pt x="5813593" y="4759256"/>
                </a:lnTo>
                <a:close/>
                <a:moveTo>
                  <a:pt x="4493701" y="4621580"/>
                </a:moveTo>
                <a:cubicBezTo>
                  <a:pt x="4258604" y="4621580"/>
                  <a:pt x="4127103" y="4398293"/>
                  <a:pt x="4127103" y="3994001"/>
                </a:cubicBezTo>
                <a:cubicBezTo>
                  <a:pt x="4127103" y="3583769"/>
                  <a:pt x="4258604" y="3366422"/>
                  <a:pt x="4493701" y="3366422"/>
                </a:cubicBezTo>
                <a:cubicBezTo>
                  <a:pt x="4728798" y="3366422"/>
                  <a:pt x="4860299" y="3586913"/>
                  <a:pt x="4860299" y="3994001"/>
                </a:cubicBezTo>
                <a:cubicBezTo>
                  <a:pt x="4860299" y="4404234"/>
                  <a:pt x="4729147" y="4621580"/>
                  <a:pt x="4493701" y="4621580"/>
                </a:cubicBezTo>
                <a:moveTo>
                  <a:pt x="4493701" y="4790006"/>
                </a:moveTo>
                <a:cubicBezTo>
                  <a:pt x="4973313" y="4790006"/>
                  <a:pt x="5239105" y="4431839"/>
                  <a:pt x="5239105" y="3994350"/>
                </a:cubicBezTo>
                <a:cubicBezTo>
                  <a:pt x="5239105" y="3556513"/>
                  <a:pt x="4973313" y="3198695"/>
                  <a:pt x="4493701" y="3198695"/>
                </a:cubicBezTo>
                <a:cubicBezTo>
                  <a:pt x="4014089" y="3198695"/>
                  <a:pt x="3748297" y="3556862"/>
                  <a:pt x="3748297" y="3994350"/>
                </a:cubicBezTo>
                <a:cubicBezTo>
                  <a:pt x="3748297" y="4431839"/>
                  <a:pt x="4014089" y="4790006"/>
                  <a:pt x="4493701" y="4790006"/>
                </a:cubicBezTo>
                <a:moveTo>
                  <a:pt x="2825698" y="4808176"/>
                </a:moveTo>
                <a:cubicBezTo>
                  <a:pt x="3336005" y="4808176"/>
                  <a:pt x="3534477" y="4502074"/>
                  <a:pt x="3534477" y="4101276"/>
                </a:cubicBezTo>
                <a:lnTo>
                  <a:pt x="3534477" y="2616892"/>
                </a:lnTo>
                <a:lnTo>
                  <a:pt x="3155671" y="2616892"/>
                </a:lnTo>
                <a:lnTo>
                  <a:pt x="3155671" y="4199117"/>
                </a:lnTo>
                <a:cubicBezTo>
                  <a:pt x="3155671" y="4456299"/>
                  <a:pt x="3058005" y="4609350"/>
                  <a:pt x="2825698" y="4609350"/>
                </a:cubicBezTo>
                <a:cubicBezTo>
                  <a:pt x="2596531" y="4609350"/>
                  <a:pt x="2495725" y="4447214"/>
                  <a:pt x="2495725" y="4168717"/>
                </a:cubicBezTo>
                <a:lnTo>
                  <a:pt x="2495725" y="3874845"/>
                </a:lnTo>
                <a:lnTo>
                  <a:pt x="2116919" y="3969890"/>
                </a:lnTo>
                <a:lnTo>
                  <a:pt x="2116919" y="4101626"/>
                </a:lnTo>
                <a:cubicBezTo>
                  <a:pt x="2116919" y="4502074"/>
                  <a:pt x="2315391" y="4808176"/>
                  <a:pt x="2825698" y="4808176"/>
                </a:cubicBezTo>
                <a:moveTo>
                  <a:pt x="809585" y="4584890"/>
                </a:moveTo>
                <a:cubicBezTo>
                  <a:pt x="516237" y="4584890"/>
                  <a:pt x="335903" y="4346228"/>
                  <a:pt x="335903" y="4092191"/>
                </a:cubicBezTo>
                <a:cubicBezTo>
                  <a:pt x="335903" y="3933200"/>
                  <a:pt x="406013" y="3786089"/>
                  <a:pt x="522166" y="3703623"/>
                </a:cubicBezTo>
                <a:lnTo>
                  <a:pt x="1212807" y="4459444"/>
                </a:lnTo>
                <a:cubicBezTo>
                  <a:pt x="1084446" y="4535969"/>
                  <a:pt x="940737" y="4584890"/>
                  <a:pt x="809585" y="4584890"/>
                </a:cubicBezTo>
                <a:moveTo>
                  <a:pt x="1178973" y="3489073"/>
                </a:moveTo>
                <a:cubicBezTo>
                  <a:pt x="1426278" y="3489073"/>
                  <a:pt x="1579056" y="3633038"/>
                  <a:pt x="1579056" y="3880785"/>
                </a:cubicBezTo>
                <a:cubicBezTo>
                  <a:pt x="1579056" y="3990856"/>
                  <a:pt x="1548361" y="4104072"/>
                  <a:pt x="1481390" y="4208202"/>
                </a:cubicBezTo>
                <a:lnTo>
                  <a:pt x="882834" y="3547078"/>
                </a:lnTo>
                <a:cubicBezTo>
                  <a:pt x="989570" y="3504447"/>
                  <a:pt x="1093515" y="3489073"/>
                  <a:pt x="1178973" y="3489073"/>
                </a:cubicBezTo>
                <a:moveTo>
                  <a:pt x="809585" y="2730108"/>
                </a:moveTo>
                <a:cubicBezTo>
                  <a:pt x="989919" y="2730108"/>
                  <a:pt x="1096654" y="2834238"/>
                  <a:pt x="1096654" y="3023979"/>
                </a:cubicBezTo>
                <a:cubicBezTo>
                  <a:pt x="1096654" y="3198346"/>
                  <a:pt x="1011196" y="3363627"/>
                  <a:pt x="800167" y="3458672"/>
                </a:cubicBezTo>
                <a:lnTo>
                  <a:pt x="668666" y="3311911"/>
                </a:lnTo>
                <a:cubicBezTo>
                  <a:pt x="552513" y="3183320"/>
                  <a:pt x="519027" y="3103650"/>
                  <a:pt x="519027" y="3008954"/>
                </a:cubicBezTo>
                <a:cubicBezTo>
                  <a:pt x="519027" y="2831093"/>
                  <a:pt x="632390" y="2730108"/>
                  <a:pt x="809585" y="2730108"/>
                </a:cubicBezTo>
                <a:moveTo>
                  <a:pt x="1576266" y="4312333"/>
                </a:moveTo>
                <a:cubicBezTo>
                  <a:pt x="1741252" y="4116302"/>
                  <a:pt x="1835779" y="3902101"/>
                  <a:pt x="1835779" y="3715504"/>
                </a:cubicBezTo>
                <a:cubicBezTo>
                  <a:pt x="1835779" y="3482783"/>
                  <a:pt x="1679862" y="3326937"/>
                  <a:pt x="1435696" y="3326937"/>
                </a:cubicBezTo>
                <a:cubicBezTo>
                  <a:pt x="1307335" y="3326937"/>
                  <a:pt x="1163625" y="3363627"/>
                  <a:pt x="1069098" y="3400317"/>
                </a:cubicBezTo>
                <a:lnTo>
                  <a:pt x="1062820" y="3388087"/>
                </a:lnTo>
                <a:cubicBezTo>
                  <a:pt x="1295126" y="3262641"/>
                  <a:pt x="1392793" y="3146280"/>
                  <a:pt x="1392793" y="2984144"/>
                </a:cubicBezTo>
                <a:cubicBezTo>
                  <a:pt x="1392793" y="2751423"/>
                  <a:pt x="1184903" y="2567971"/>
                  <a:pt x="818305" y="2567971"/>
                </a:cubicBezTo>
                <a:cubicBezTo>
                  <a:pt x="396595" y="2567971"/>
                  <a:pt x="189054" y="2803488"/>
                  <a:pt x="189054" y="3097360"/>
                </a:cubicBezTo>
                <a:cubicBezTo>
                  <a:pt x="189054" y="3256351"/>
                  <a:pt x="256374" y="3415692"/>
                  <a:pt x="433569" y="3608578"/>
                </a:cubicBezTo>
                <a:lnTo>
                  <a:pt x="436708" y="3614868"/>
                </a:lnTo>
                <a:cubicBezTo>
                  <a:pt x="137431" y="3758833"/>
                  <a:pt x="0" y="3991205"/>
                  <a:pt x="0" y="4230217"/>
                </a:cubicBezTo>
                <a:cubicBezTo>
                  <a:pt x="0" y="4545404"/>
                  <a:pt x="241376" y="4808526"/>
                  <a:pt x="613903" y="4808526"/>
                </a:cubicBezTo>
                <a:cubicBezTo>
                  <a:pt x="827723" y="4808526"/>
                  <a:pt x="1078167" y="4719770"/>
                  <a:pt x="1304544" y="4560779"/>
                </a:cubicBezTo>
                <a:lnTo>
                  <a:pt x="1488017" y="4759605"/>
                </a:lnTo>
                <a:lnTo>
                  <a:pt x="1967629" y="4759605"/>
                </a:lnTo>
                <a:lnTo>
                  <a:pt x="1967629" y="4744230"/>
                </a:lnTo>
                <a:lnTo>
                  <a:pt x="1576266" y="4312333"/>
                </a:lnTo>
                <a:close/>
              </a:path>
            </a:pathLst>
          </a:custGeom>
          <a:solidFill>
            <a:schemeClr val="bg1"/>
          </a:solidFill>
          <a:ln w="3486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01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1BEEFE38-569A-A8EF-1D54-81764BE3F5B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20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D45A48FB-9AA7-F5E5-80E7-97EC299F000F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56835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6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698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878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479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87803E29-408D-BDC5-463B-8562EADCC69D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161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53897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49365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283354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0451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74770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279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84141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108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56093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16482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447937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425E56B-E4E3-AAD1-76B4-3D67B284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6824" y="6413500"/>
            <a:ext cx="4754563" cy="153463"/>
          </a:xfrm>
        </p:spPr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83305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211038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3720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725954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2018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76468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595761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8972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517398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223265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094572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5253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987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8601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3FA985-3B61-CED4-73DE-1DFA4E2DD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424762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0256C6C6-C2B0-619B-06B6-F0B7706CD3DA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2472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B58D846E-E0EB-4B4E-2451-D64CE997DC63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9053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Graphic 8">
            <a:extLst>
              <a:ext uri="{FF2B5EF4-FFF2-40B4-BE49-F238E27FC236}">
                <a16:creationId xmlns:a16="http://schemas.microsoft.com/office/drawing/2014/main" id="{39092A83-DA5A-9054-8843-290AA80FA357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081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18202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95999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938253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642995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345345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8"/>
            <a:ext cx="5733085" cy="3427412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4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5733084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5337" y="2338388"/>
            <a:ext cx="4757737" cy="3427412"/>
          </a:xfrm>
        </p:spPr>
        <p:txBody>
          <a:bodyPr/>
          <a:lstStyle>
            <a:lvl1pPr>
              <a:lnSpc>
                <a:spcPct val="80000"/>
              </a:lnSpc>
              <a:defRPr sz="5400" i="0">
                <a:solidFill>
                  <a:schemeClr val="accent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tx1"/>
                </a:solidFill>
              </a:defRPr>
            </a:lvl2pPr>
            <a:lvl3pPr>
              <a:defRPr lang="en-GB" dirty="0" smtClean="0">
                <a:solidFill>
                  <a:schemeClr val="tx1"/>
                </a:solidFill>
              </a:defRPr>
            </a:lvl3pPr>
            <a:lvl4pPr>
              <a:defRPr lang="en-GB" dirty="0" smtClean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“Quote goes here. Delete speech marks if not required.”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62EBE26-5504-780B-C8F1-AFCE930394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5227C2-8D93-ABD3-A0D2-E4BD40BC7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3084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450967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Gray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705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4D4C34F6-671F-EEC0-FEE1-02A18D85B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4389438"/>
            <a:ext cx="5732692" cy="13763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Supporting details.</a:t>
            </a:r>
            <a:r>
              <a:rPr lang="en-GB"/>
              <a:t> Delete if not required. </a:t>
            </a:r>
            <a:r>
              <a:rPr lang="en-US" noProof="0"/>
              <a:t>Right click on background &gt; Select ‘Format background’ &gt; Select color fill to change color.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5A2407DB-5D57-30A3-8C4F-E07C5C9953F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3A6692-6756-028A-9F7E-2811210F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5A36194-2155-17EB-2B1C-E29869E86A1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9016" y="6437376"/>
            <a:ext cx="3264408" cy="146304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| CAPS – Customer AI Products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9632355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6" y="262670"/>
            <a:ext cx="8676632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1B742B80-7D42-6342-D318-238C7A6CC61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0BB7E-298C-C952-0B72-519501CE72E9}"/>
              </a:ext>
            </a:extLst>
          </p:cNvPr>
          <p:cNvSpPr txBox="1"/>
          <p:nvPr userDrawn="1"/>
        </p:nvSpPr>
        <p:spPr>
          <a:xfrm>
            <a:off x="7984959" y="6161524"/>
            <a:ext cx="3914942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- Customer AI Products &amp; Strategy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42D80B8-9D94-A4FE-A104-C937BDCF89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5779754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5" y="261082"/>
            <a:ext cx="8676633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451705C3-64AD-B944-7DD9-8FF5ECC05A87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accent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32A6B3-A100-17C8-83CF-514F06C3D0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4CD5-65C5-9C84-6C2E-C13AE87AE8A7}"/>
              </a:ext>
            </a:extLst>
          </p:cNvPr>
          <p:cNvSpPr txBox="1"/>
          <p:nvPr userDrawn="1"/>
        </p:nvSpPr>
        <p:spPr>
          <a:xfrm>
            <a:off x="8001001" y="6161524"/>
            <a:ext cx="3898900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CAPS - Customer AI Products &amp; Strategy </a:t>
            </a:r>
          </a:p>
        </p:txBody>
      </p:sp>
    </p:spTree>
    <p:extLst>
      <p:ext uri="{BB962C8B-B14F-4D97-AF65-F5344CB8AC3E}">
        <p14:creationId xmlns:p14="http://schemas.microsoft.com/office/powerpoint/2010/main" val="12324590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Image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80" y="266955"/>
            <a:ext cx="5734050" cy="3482172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  <a:br>
              <a:rPr lang="en-GB"/>
            </a:b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8846FEA3-8BCF-771B-66A3-DF7EC0E1363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D0067-6874-C5FB-7650-8E5F0777B494}"/>
              </a:ext>
            </a:extLst>
          </p:cNvPr>
          <p:cNvSpPr txBox="1"/>
          <p:nvPr userDrawn="1"/>
        </p:nvSpPr>
        <p:spPr>
          <a:xfrm>
            <a:off x="3225800" y="6157513"/>
            <a:ext cx="2940050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E1BD3F77-9A53-CD01-DCF8-3C90891AE6D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29417792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Panel Images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79" y="266955"/>
            <a:ext cx="8518155" cy="2946145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  <a:br>
              <a:rPr lang="en-GB"/>
            </a:b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8846FEA3-8BCF-771B-66A3-DF7EC0E1363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3244B-D149-866D-6F89-AAD66A080A7E}"/>
              </a:ext>
            </a:extLst>
          </p:cNvPr>
          <p:cNvSpPr txBox="1"/>
          <p:nvPr userDrawn="1"/>
        </p:nvSpPr>
        <p:spPr>
          <a:xfrm>
            <a:off x="7812505" y="6157513"/>
            <a:ext cx="408739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2805BBD-74C7-DA61-6F6B-3B684DEF9D0F}"/>
              </a:ext>
            </a:extLst>
          </p:cNvPr>
          <p:cNvSpPr txBox="1">
            <a:spLocks/>
          </p:cNvSpPr>
          <p:nvPr userDrawn="1"/>
        </p:nvSpPr>
        <p:spPr>
          <a:xfrm>
            <a:off x="9150578" y="1"/>
            <a:ext cx="3041422" cy="3428999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CA0C032-7A97-1BEF-7516-760655826D94}"/>
              </a:ext>
            </a:extLst>
          </p:cNvPr>
          <p:cNvSpPr txBox="1">
            <a:spLocks/>
          </p:cNvSpPr>
          <p:nvPr userDrawn="1"/>
        </p:nvSpPr>
        <p:spPr>
          <a:xfrm>
            <a:off x="5083403" y="3429000"/>
            <a:ext cx="3041422" cy="2479675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413103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anel Images - Long titles [Accessible Version]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979" y="266955"/>
            <a:ext cx="8518155" cy="2946145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/>
              <a:t>Longer titles will shrink automatically</a:t>
            </a:r>
            <a:br>
              <a:rPr lang="en-GB"/>
            </a:b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8846FEA3-8BCF-771B-66A3-DF7EC0E13638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accent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accent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6" y="4889500"/>
            <a:ext cx="2795587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details. Delete if not required.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26028-049C-57DC-4DED-10C5E199F80F}"/>
              </a:ext>
            </a:extLst>
          </p:cNvPr>
          <p:cNvSpPr txBox="1"/>
          <p:nvPr userDrawn="1"/>
        </p:nvSpPr>
        <p:spPr>
          <a:xfrm>
            <a:off x="7896727" y="6157513"/>
            <a:ext cx="4003174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04121E7-08DD-C793-86E0-65E3A5A388B9}"/>
              </a:ext>
            </a:extLst>
          </p:cNvPr>
          <p:cNvSpPr txBox="1">
            <a:spLocks/>
          </p:cNvSpPr>
          <p:nvPr userDrawn="1"/>
        </p:nvSpPr>
        <p:spPr>
          <a:xfrm>
            <a:off x="9150578" y="1"/>
            <a:ext cx="3041422" cy="3428999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4491B2F-D44C-0066-95F1-F250C57C0960}"/>
              </a:ext>
            </a:extLst>
          </p:cNvPr>
          <p:cNvSpPr txBox="1">
            <a:spLocks/>
          </p:cNvSpPr>
          <p:nvPr userDrawn="1"/>
        </p:nvSpPr>
        <p:spPr>
          <a:xfrm>
            <a:off x="5083403" y="3429000"/>
            <a:ext cx="3041422" cy="2479675"/>
          </a:xfrm>
          <a:prstGeom prst="rect">
            <a:avLst/>
          </a:prstGeom>
          <a:solidFill>
            <a:srgbClr val="F6F3F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lang="en-US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15624122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400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7671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Panel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D4FF8C-1D72-E0CF-4605-CF03816DB150}"/>
              </a:ext>
            </a:extLst>
          </p:cNvPr>
          <p:cNvSpPr/>
          <p:nvPr userDrawn="1"/>
        </p:nvSpPr>
        <p:spPr>
          <a:xfrm>
            <a:off x="9144000" y="2"/>
            <a:ext cx="3048000" cy="228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951803-8B14-5893-C6D9-F22E6D29647B}"/>
              </a:ext>
            </a:extLst>
          </p:cNvPr>
          <p:cNvSpPr/>
          <p:nvPr userDrawn="1"/>
        </p:nvSpPr>
        <p:spPr>
          <a:xfrm>
            <a:off x="0" y="4578308"/>
            <a:ext cx="8089900" cy="2282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39262F51-FFDD-F16F-770C-491E216BC8CC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E30424-3D6B-9C32-D056-E12FEE15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4612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2F9C5-6F6D-587C-351F-0B5583DF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0976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anel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DFFC51-5FDD-DBA1-C803-B017E296ADB6}"/>
              </a:ext>
            </a:extLst>
          </p:cNvPr>
          <p:cNvSpPr/>
          <p:nvPr userDrawn="1"/>
        </p:nvSpPr>
        <p:spPr>
          <a:xfrm>
            <a:off x="9144000" y="2"/>
            <a:ext cx="3048000" cy="228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A0B6D5-9FAE-6088-29AE-ECA683A12070}"/>
              </a:ext>
            </a:extLst>
          </p:cNvPr>
          <p:cNvSpPr/>
          <p:nvPr userDrawn="1"/>
        </p:nvSpPr>
        <p:spPr>
          <a:xfrm>
            <a:off x="0" y="4578308"/>
            <a:ext cx="8089900" cy="228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4612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Graphic 6">
            <a:extLst>
              <a:ext uri="{FF2B5EF4-FFF2-40B4-BE49-F238E27FC236}">
                <a16:creationId xmlns:a16="http://schemas.microsoft.com/office/drawing/2014/main" id="{2E30201A-1F36-24A6-C5DA-30B43BDA7568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7CFC2-2F20-6B30-7F66-A58A9E4BB6B9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96C02B-DDD3-6ECC-5C7A-81C542C2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8337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ay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705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4D4C34F6-671F-EEC0-FEE1-02A18D85B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9" y="4389438"/>
            <a:ext cx="5732692" cy="13763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Supporting details.</a:t>
            </a:r>
            <a:r>
              <a:rPr lang="en-GB"/>
              <a:t> Delete if not required. </a:t>
            </a:r>
            <a:r>
              <a:rPr lang="en-US" noProof="0"/>
              <a:t>Right click on background &gt; Select ‘Format background’ &gt; Select color fill to change color.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5A2407DB-5D57-30A3-8C4F-E07C5C9953F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3A6692-6756-028A-9F7E-2811210F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5A36194-2155-17EB-2B1C-E29869E86A1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9016" y="6437376"/>
            <a:ext cx="3264408" cy="146304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| CAPS – Customer AI Products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23690419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with Full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anchor="ctr"/>
          <a:lstStyle>
            <a:lvl1pPr algn="ctr"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over the image, ensure the text is legible.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70000"/>
            <a:ext cx="8672054" cy="368113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Longer titles will shrink automatically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47D3AC-2A11-6A26-9AC2-46E5AE22B8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936296 w 2102687"/>
              <a:gd name="connsiteY0" fmla="*/ 92110 h 147600"/>
              <a:gd name="connsiteX1" fmla="*/ 922629 w 2102687"/>
              <a:gd name="connsiteY1" fmla="*/ 96554 h 147600"/>
              <a:gd name="connsiteX2" fmla="*/ 910188 w 2102687"/>
              <a:gd name="connsiteY2" fmla="*/ 99583 h 147600"/>
              <a:gd name="connsiteX3" fmla="*/ 893046 w 2102687"/>
              <a:gd name="connsiteY3" fmla="*/ 116522 h 147600"/>
              <a:gd name="connsiteX4" fmla="*/ 912641 w 2102687"/>
              <a:gd name="connsiteY4" fmla="*/ 134269 h 147600"/>
              <a:gd name="connsiteX5" fmla="*/ 936296 w 2102687"/>
              <a:gd name="connsiteY5" fmla="*/ 111674 h 147600"/>
              <a:gd name="connsiteX6" fmla="*/ 150428 w 2102687"/>
              <a:gd name="connsiteY6" fmla="*/ 74796 h 147600"/>
              <a:gd name="connsiteX7" fmla="*/ 137987 w 2102687"/>
              <a:gd name="connsiteY7" fmla="*/ 100391 h 147600"/>
              <a:gd name="connsiteX8" fmla="*/ 169614 w 2102687"/>
              <a:gd name="connsiteY8" fmla="*/ 132855 h 147600"/>
              <a:gd name="connsiteX9" fmla="*/ 196540 w 2102687"/>
              <a:gd name="connsiteY9" fmla="*/ 124602 h 147600"/>
              <a:gd name="connsiteX10" fmla="*/ 194291 w 2102687"/>
              <a:gd name="connsiteY10" fmla="*/ 60685 h 147600"/>
              <a:gd name="connsiteX11" fmla="*/ 174491 w 2102687"/>
              <a:gd name="connsiteY11" fmla="*/ 64523 h 147600"/>
              <a:gd name="connsiteX12" fmla="*/ 214471 w 2102687"/>
              <a:gd name="connsiteY12" fmla="*/ 108067 h 147600"/>
              <a:gd name="connsiteX13" fmla="*/ 221013 w 2102687"/>
              <a:gd name="connsiteY13" fmla="*/ 86483 h 147600"/>
              <a:gd name="connsiteX14" fmla="*/ 194291 w 2102687"/>
              <a:gd name="connsiteY14" fmla="*/ 60685 h 147600"/>
              <a:gd name="connsiteX15" fmla="*/ 1659523 w 2102687"/>
              <a:gd name="connsiteY15" fmla="*/ 55808 h 147600"/>
              <a:gd name="connsiteX16" fmla="*/ 1631575 w 2102687"/>
              <a:gd name="connsiteY16" fmla="*/ 93927 h 147600"/>
              <a:gd name="connsiteX17" fmla="*/ 1659523 w 2102687"/>
              <a:gd name="connsiteY17" fmla="*/ 132047 h 147600"/>
              <a:gd name="connsiteX18" fmla="*/ 1687471 w 2102687"/>
              <a:gd name="connsiteY18" fmla="*/ 93927 h 147600"/>
              <a:gd name="connsiteX19" fmla="*/ 1659523 w 2102687"/>
              <a:gd name="connsiteY19" fmla="*/ 55808 h 147600"/>
              <a:gd name="connsiteX20" fmla="*/ 717211 w 2102687"/>
              <a:gd name="connsiteY20" fmla="*/ 55808 h 147600"/>
              <a:gd name="connsiteX21" fmla="*/ 688241 w 2102687"/>
              <a:gd name="connsiteY21" fmla="*/ 93927 h 147600"/>
              <a:gd name="connsiteX22" fmla="*/ 717211 w 2102687"/>
              <a:gd name="connsiteY22" fmla="*/ 132047 h 147600"/>
              <a:gd name="connsiteX23" fmla="*/ 746181 w 2102687"/>
              <a:gd name="connsiteY23" fmla="*/ 93927 h 147600"/>
              <a:gd name="connsiteX24" fmla="*/ 717211 w 2102687"/>
              <a:gd name="connsiteY24" fmla="*/ 55808 h 147600"/>
              <a:gd name="connsiteX25" fmla="*/ 2060809 w 2102687"/>
              <a:gd name="connsiteY25" fmla="*/ 55231 h 147600"/>
              <a:gd name="connsiteX26" fmla="*/ 2033270 w 2102687"/>
              <a:gd name="connsiteY26" fmla="*/ 83049 h 147600"/>
              <a:gd name="connsiteX27" fmla="*/ 2085486 w 2102687"/>
              <a:gd name="connsiteY27" fmla="*/ 83049 h 147600"/>
              <a:gd name="connsiteX28" fmla="*/ 2060809 w 2102687"/>
              <a:gd name="connsiteY28" fmla="*/ 55231 h 147600"/>
              <a:gd name="connsiteX29" fmla="*/ 1554887 w 2102687"/>
              <a:gd name="connsiteY29" fmla="*/ 55231 h 147600"/>
              <a:gd name="connsiteX30" fmla="*/ 1527347 w 2102687"/>
              <a:gd name="connsiteY30" fmla="*/ 83049 h 147600"/>
              <a:gd name="connsiteX31" fmla="*/ 1579563 w 2102687"/>
              <a:gd name="connsiteY31" fmla="*/ 83049 h 147600"/>
              <a:gd name="connsiteX32" fmla="*/ 1554887 w 2102687"/>
              <a:gd name="connsiteY32" fmla="*/ 55231 h 147600"/>
              <a:gd name="connsiteX33" fmla="*/ 1232946 w 2102687"/>
              <a:gd name="connsiteY33" fmla="*/ 55231 h 147600"/>
              <a:gd name="connsiteX34" fmla="*/ 1205407 w 2102687"/>
              <a:gd name="connsiteY34" fmla="*/ 83049 h 147600"/>
              <a:gd name="connsiteX35" fmla="*/ 1257623 w 2102687"/>
              <a:gd name="connsiteY35" fmla="*/ 83049 h 147600"/>
              <a:gd name="connsiteX36" fmla="*/ 1232946 w 2102687"/>
              <a:gd name="connsiteY36" fmla="*/ 55231 h 147600"/>
              <a:gd name="connsiteX37" fmla="*/ 1874140 w 2102687"/>
              <a:gd name="connsiteY37" fmla="*/ 43544 h 147600"/>
              <a:gd name="connsiteX38" fmla="*/ 1891078 w 2102687"/>
              <a:gd name="connsiteY38" fmla="*/ 43544 h 147600"/>
              <a:gd name="connsiteX39" fmla="*/ 1891078 w 2102687"/>
              <a:gd name="connsiteY39" fmla="*/ 144368 h 147600"/>
              <a:gd name="connsiteX40" fmla="*/ 1874140 w 2102687"/>
              <a:gd name="connsiteY40" fmla="*/ 144368 h 147600"/>
              <a:gd name="connsiteX41" fmla="*/ 1728502 w 2102687"/>
              <a:gd name="connsiteY41" fmla="*/ 43544 h 147600"/>
              <a:gd name="connsiteX42" fmla="*/ 1745440 w 2102687"/>
              <a:gd name="connsiteY42" fmla="*/ 43544 h 147600"/>
              <a:gd name="connsiteX43" fmla="*/ 1745440 w 2102687"/>
              <a:gd name="connsiteY43" fmla="*/ 144368 h 147600"/>
              <a:gd name="connsiteX44" fmla="*/ 1728502 w 2102687"/>
              <a:gd name="connsiteY44" fmla="*/ 144368 h 147600"/>
              <a:gd name="connsiteX45" fmla="*/ 1090345 w 2102687"/>
              <a:gd name="connsiteY45" fmla="*/ 43544 h 147600"/>
              <a:gd name="connsiteX46" fmla="*/ 1108305 w 2102687"/>
              <a:gd name="connsiteY46" fmla="*/ 43544 h 147600"/>
              <a:gd name="connsiteX47" fmla="*/ 1134618 w 2102687"/>
              <a:gd name="connsiteY47" fmla="*/ 125006 h 147600"/>
              <a:gd name="connsiteX48" fmla="*/ 1160726 w 2102687"/>
              <a:gd name="connsiteY48" fmla="*/ 43544 h 147600"/>
              <a:gd name="connsiteX49" fmla="*/ 1178073 w 2102687"/>
              <a:gd name="connsiteY49" fmla="*/ 43544 h 147600"/>
              <a:gd name="connsiteX50" fmla="*/ 1144839 w 2102687"/>
              <a:gd name="connsiteY50" fmla="*/ 144368 h 147600"/>
              <a:gd name="connsiteX51" fmla="*/ 1123608 w 2102687"/>
              <a:gd name="connsiteY51" fmla="*/ 144368 h 147600"/>
              <a:gd name="connsiteX52" fmla="*/ 1057082 w 2102687"/>
              <a:gd name="connsiteY52" fmla="*/ 43544 h 147600"/>
              <a:gd name="connsiteX53" fmla="*/ 1074020 w 2102687"/>
              <a:gd name="connsiteY53" fmla="*/ 43544 h 147600"/>
              <a:gd name="connsiteX54" fmla="*/ 1074020 w 2102687"/>
              <a:gd name="connsiteY54" fmla="*/ 144368 h 147600"/>
              <a:gd name="connsiteX55" fmla="*/ 1057082 w 2102687"/>
              <a:gd name="connsiteY55" fmla="*/ 144368 h 147600"/>
              <a:gd name="connsiteX56" fmla="*/ 773107 w 2102687"/>
              <a:gd name="connsiteY56" fmla="*/ 43544 h 147600"/>
              <a:gd name="connsiteX57" fmla="*/ 791067 w 2102687"/>
              <a:gd name="connsiteY57" fmla="*/ 43544 h 147600"/>
              <a:gd name="connsiteX58" fmla="*/ 817379 w 2102687"/>
              <a:gd name="connsiteY58" fmla="*/ 125006 h 147600"/>
              <a:gd name="connsiteX59" fmla="*/ 843487 w 2102687"/>
              <a:gd name="connsiteY59" fmla="*/ 43544 h 147600"/>
              <a:gd name="connsiteX60" fmla="*/ 860834 w 2102687"/>
              <a:gd name="connsiteY60" fmla="*/ 43544 h 147600"/>
              <a:gd name="connsiteX61" fmla="*/ 827600 w 2102687"/>
              <a:gd name="connsiteY61" fmla="*/ 144368 h 147600"/>
              <a:gd name="connsiteX62" fmla="*/ 806369 w 2102687"/>
              <a:gd name="connsiteY62" fmla="*/ 144368 h 147600"/>
              <a:gd name="connsiteX63" fmla="*/ 2060839 w 2102687"/>
              <a:gd name="connsiteY63" fmla="*/ 41524 h 147600"/>
              <a:gd name="connsiteX64" fmla="*/ 2102687 w 2102687"/>
              <a:gd name="connsiteY64" fmla="*/ 89282 h 147600"/>
              <a:gd name="connsiteX65" fmla="*/ 2102687 w 2102687"/>
              <a:gd name="connsiteY65" fmla="*/ 94937 h 147600"/>
              <a:gd name="connsiteX66" fmla="*/ 2032686 w 2102687"/>
              <a:gd name="connsiteY66" fmla="*/ 94937 h 147600"/>
              <a:gd name="connsiteX67" fmla="*/ 2062474 w 2102687"/>
              <a:gd name="connsiteY67" fmla="*/ 132249 h 147600"/>
              <a:gd name="connsiteX68" fmla="*/ 2086947 w 2102687"/>
              <a:gd name="connsiteY68" fmla="*/ 109481 h 147600"/>
              <a:gd name="connsiteX69" fmla="*/ 2102454 w 2102687"/>
              <a:gd name="connsiteY69" fmla="*/ 113521 h 147600"/>
              <a:gd name="connsiteX70" fmla="*/ 2060839 w 2102687"/>
              <a:gd name="connsiteY70" fmla="*/ 146388 h 147600"/>
              <a:gd name="connsiteX71" fmla="*/ 2015135 w 2102687"/>
              <a:gd name="connsiteY71" fmla="*/ 94764 h 147600"/>
              <a:gd name="connsiteX72" fmla="*/ 2060839 w 2102687"/>
              <a:gd name="connsiteY72" fmla="*/ 41524 h 147600"/>
              <a:gd name="connsiteX73" fmla="*/ 1961079 w 2102687"/>
              <a:gd name="connsiteY73" fmla="*/ 41524 h 147600"/>
              <a:gd name="connsiteX74" fmla="*/ 1993758 w 2102687"/>
              <a:gd name="connsiteY74" fmla="*/ 74594 h 147600"/>
              <a:gd name="connsiteX75" fmla="*/ 1993758 w 2102687"/>
              <a:gd name="connsiteY75" fmla="*/ 144368 h 147600"/>
              <a:gd name="connsiteX76" fmla="*/ 1976820 w 2102687"/>
              <a:gd name="connsiteY76" fmla="*/ 144368 h 147600"/>
              <a:gd name="connsiteX77" fmla="*/ 1976820 w 2102687"/>
              <a:gd name="connsiteY77" fmla="*/ 78028 h 147600"/>
              <a:gd name="connsiteX78" fmla="*/ 1954771 w 2102687"/>
              <a:gd name="connsiteY78" fmla="*/ 54452 h 147600"/>
              <a:gd name="connsiteX79" fmla="*/ 1932518 w 2102687"/>
              <a:gd name="connsiteY79" fmla="*/ 78028 h 147600"/>
              <a:gd name="connsiteX80" fmla="*/ 1932518 w 2102687"/>
              <a:gd name="connsiteY80" fmla="*/ 144368 h 147600"/>
              <a:gd name="connsiteX81" fmla="*/ 1915580 w 2102687"/>
              <a:gd name="connsiteY81" fmla="*/ 144368 h 147600"/>
              <a:gd name="connsiteX82" fmla="*/ 1915580 w 2102687"/>
              <a:gd name="connsiteY82" fmla="*/ 43544 h 147600"/>
              <a:gd name="connsiteX83" fmla="*/ 1932518 w 2102687"/>
              <a:gd name="connsiteY83" fmla="*/ 43544 h 147600"/>
              <a:gd name="connsiteX84" fmla="*/ 1932518 w 2102687"/>
              <a:gd name="connsiteY84" fmla="*/ 59069 h 147600"/>
              <a:gd name="connsiteX85" fmla="*/ 1961079 w 2102687"/>
              <a:gd name="connsiteY85" fmla="*/ 41524 h 147600"/>
              <a:gd name="connsiteX86" fmla="*/ 1813776 w 2102687"/>
              <a:gd name="connsiteY86" fmla="*/ 41524 h 147600"/>
              <a:gd name="connsiteX87" fmla="*/ 1854778 w 2102687"/>
              <a:gd name="connsiteY87" fmla="*/ 76152 h 147600"/>
              <a:gd name="connsiteX88" fmla="*/ 1838658 w 2102687"/>
              <a:gd name="connsiteY88" fmla="*/ 79990 h 147600"/>
              <a:gd name="connsiteX89" fmla="*/ 1813367 w 2102687"/>
              <a:gd name="connsiteY89" fmla="*/ 55808 h 147600"/>
              <a:gd name="connsiteX90" fmla="*/ 1784602 w 2102687"/>
              <a:gd name="connsiteY90" fmla="*/ 93726 h 147600"/>
              <a:gd name="connsiteX91" fmla="*/ 1814185 w 2102687"/>
              <a:gd name="connsiteY91" fmla="*/ 132047 h 147600"/>
              <a:gd name="connsiteX92" fmla="*/ 1838658 w 2102687"/>
              <a:gd name="connsiteY92" fmla="*/ 106653 h 147600"/>
              <a:gd name="connsiteX93" fmla="*/ 1854778 w 2102687"/>
              <a:gd name="connsiteY93" fmla="*/ 110491 h 147600"/>
              <a:gd name="connsiteX94" fmla="*/ 1812959 w 2102687"/>
              <a:gd name="connsiteY94" fmla="*/ 146388 h 147600"/>
              <a:gd name="connsiteX95" fmla="*/ 1766846 w 2102687"/>
              <a:gd name="connsiteY95" fmla="*/ 94966 h 147600"/>
              <a:gd name="connsiteX96" fmla="*/ 1813776 w 2102687"/>
              <a:gd name="connsiteY96" fmla="*/ 41524 h 147600"/>
              <a:gd name="connsiteX97" fmla="*/ 1554887 w 2102687"/>
              <a:gd name="connsiteY97" fmla="*/ 41524 h 147600"/>
              <a:gd name="connsiteX98" fmla="*/ 1596735 w 2102687"/>
              <a:gd name="connsiteY98" fmla="*/ 89282 h 147600"/>
              <a:gd name="connsiteX99" fmla="*/ 1596735 w 2102687"/>
              <a:gd name="connsiteY99" fmla="*/ 94937 h 147600"/>
              <a:gd name="connsiteX100" fmla="*/ 1526734 w 2102687"/>
              <a:gd name="connsiteY100" fmla="*/ 94937 h 147600"/>
              <a:gd name="connsiteX101" fmla="*/ 1556522 w 2102687"/>
              <a:gd name="connsiteY101" fmla="*/ 132249 h 147600"/>
              <a:gd name="connsiteX102" fmla="*/ 1580994 w 2102687"/>
              <a:gd name="connsiteY102" fmla="*/ 109481 h 147600"/>
              <a:gd name="connsiteX103" fmla="*/ 1596502 w 2102687"/>
              <a:gd name="connsiteY103" fmla="*/ 113521 h 147600"/>
              <a:gd name="connsiteX104" fmla="*/ 1554887 w 2102687"/>
              <a:gd name="connsiteY104" fmla="*/ 146388 h 147600"/>
              <a:gd name="connsiteX105" fmla="*/ 1509183 w 2102687"/>
              <a:gd name="connsiteY105" fmla="*/ 94764 h 147600"/>
              <a:gd name="connsiteX106" fmla="*/ 1554887 w 2102687"/>
              <a:gd name="connsiteY106" fmla="*/ 41524 h 147600"/>
              <a:gd name="connsiteX107" fmla="*/ 1232946 w 2102687"/>
              <a:gd name="connsiteY107" fmla="*/ 41524 h 147600"/>
              <a:gd name="connsiteX108" fmla="*/ 1274795 w 2102687"/>
              <a:gd name="connsiteY108" fmla="*/ 89282 h 147600"/>
              <a:gd name="connsiteX109" fmla="*/ 1274795 w 2102687"/>
              <a:gd name="connsiteY109" fmla="*/ 94937 h 147600"/>
              <a:gd name="connsiteX110" fmla="*/ 1204794 w 2102687"/>
              <a:gd name="connsiteY110" fmla="*/ 94937 h 147600"/>
              <a:gd name="connsiteX111" fmla="*/ 1234582 w 2102687"/>
              <a:gd name="connsiteY111" fmla="*/ 132249 h 147600"/>
              <a:gd name="connsiteX112" fmla="*/ 1259054 w 2102687"/>
              <a:gd name="connsiteY112" fmla="*/ 109481 h 147600"/>
              <a:gd name="connsiteX113" fmla="*/ 1274561 w 2102687"/>
              <a:gd name="connsiteY113" fmla="*/ 113521 h 147600"/>
              <a:gd name="connsiteX114" fmla="*/ 1232946 w 2102687"/>
              <a:gd name="connsiteY114" fmla="*/ 146388 h 147600"/>
              <a:gd name="connsiteX115" fmla="*/ 1187243 w 2102687"/>
              <a:gd name="connsiteY115" fmla="*/ 94764 h 147600"/>
              <a:gd name="connsiteX116" fmla="*/ 1232946 w 2102687"/>
              <a:gd name="connsiteY116" fmla="*/ 41524 h 147600"/>
              <a:gd name="connsiteX117" fmla="*/ 917956 w 2102687"/>
              <a:gd name="connsiteY117" fmla="*/ 41524 h 147600"/>
              <a:gd name="connsiteX118" fmla="*/ 953059 w 2102687"/>
              <a:gd name="connsiteY118" fmla="*/ 72170 h 147600"/>
              <a:gd name="connsiteX119" fmla="*/ 953059 w 2102687"/>
              <a:gd name="connsiteY119" fmla="*/ 123361 h 147600"/>
              <a:gd name="connsiteX120" fmla="*/ 955717 w 2102687"/>
              <a:gd name="connsiteY120" fmla="*/ 144339 h 147600"/>
              <a:gd name="connsiteX121" fmla="*/ 938370 w 2102687"/>
              <a:gd name="connsiteY121" fmla="*/ 144339 h 147600"/>
              <a:gd name="connsiteX122" fmla="*/ 936326 w 2102687"/>
              <a:gd name="connsiteY122" fmla="*/ 129017 h 147600"/>
              <a:gd name="connsiteX123" fmla="*/ 907969 w 2102687"/>
              <a:gd name="connsiteY123" fmla="*/ 146359 h 147600"/>
              <a:gd name="connsiteX124" fmla="*/ 876137 w 2102687"/>
              <a:gd name="connsiteY124" fmla="*/ 117734 h 147600"/>
              <a:gd name="connsiteX125" fmla="*/ 901018 w 2102687"/>
              <a:gd name="connsiteY125" fmla="*/ 89109 h 147600"/>
              <a:gd name="connsiteX126" fmla="*/ 930397 w 2102687"/>
              <a:gd name="connsiteY126" fmla="*/ 81837 h 147600"/>
              <a:gd name="connsiteX127" fmla="*/ 936326 w 2102687"/>
              <a:gd name="connsiteY127" fmla="*/ 73786 h 147600"/>
              <a:gd name="connsiteX128" fmla="*/ 936326 w 2102687"/>
              <a:gd name="connsiteY128" fmla="*/ 73180 h 147600"/>
              <a:gd name="connsiteX129" fmla="*/ 916730 w 2102687"/>
              <a:gd name="connsiteY129" fmla="*/ 54423 h 147600"/>
              <a:gd name="connsiteX130" fmla="*/ 892462 w 2102687"/>
              <a:gd name="connsiteY130" fmla="*/ 77018 h 147600"/>
              <a:gd name="connsiteX131" fmla="*/ 876750 w 2102687"/>
              <a:gd name="connsiteY131" fmla="*/ 73786 h 147600"/>
              <a:gd name="connsiteX132" fmla="*/ 917956 w 2102687"/>
              <a:gd name="connsiteY132" fmla="*/ 41524 h 147600"/>
              <a:gd name="connsiteX133" fmla="*/ 717999 w 2102687"/>
              <a:gd name="connsiteY133" fmla="*/ 41524 h 147600"/>
              <a:gd name="connsiteX134" fmla="*/ 763907 w 2102687"/>
              <a:gd name="connsiteY134" fmla="*/ 92744 h 147600"/>
              <a:gd name="connsiteX135" fmla="*/ 716364 w 2102687"/>
              <a:gd name="connsiteY135" fmla="*/ 146388 h 147600"/>
              <a:gd name="connsiteX136" fmla="*/ 670456 w 2102687"/>
              <a:gd name="connsiteY136" fmla="*/ 95168 h 147600"/>
              <a:gd name="connsiteX137" fmla="*/ 717999 w 2102687"/>
              <a:gd name="connsiteY137" fmla="*/ 41524 h 147600"/>
              <a:gd name="connsiteX138" fmla="*/ 616429 w 2102687"/>
              <a:gd name="connsiteY138" fmla="*/ 41524 h 147600"/>
              <a:gd name="connsiteX139" fmla="*/ 649108 w 2102687"/>
              <a:gd name="connsiteY139" fmla="*/ 74594 h 147600"/>
              <a:gd name="connsiteX140" fmla="*/ 649108 w 2102687"/>
              <a:gd name="connsiteY140" fmla="*/ 144368 h 147600"/>
              <a:gd name="connsiteX141" fmla="*/ 632170 w 2102687"/>
              <a:gd name="connsiteY141" fmla="*/ 144368 h 147600"/>
              <a:gd name="connsiteX142" fmla="*/ 632170 w 2102687"/>
              <a:gd name="connsiteY142" fmla="*/ 78028 h 147600"/>
              <a:gd name="connsiteX143" fmla="*/ 610121 w 2102687"/>
              <a:gd name="connsiteY143" fmla="*/ 54452 h 147600"/>
              <a:gd name="connsiteX144" fmla="*/ 587868 w 2102687"/>
              <a:gd name="connsiteY144" fmla="*/ 78028 h 147600"/>
              <a:gd name="connsiteX145" fmla="*/ 587868 w 2102687"/>
              <a:gd name="connsiteY145" fmla="*/ 144368 h 147600"/>
              <a:gd name="connsiteX146" fmla="*/ 570930 w 2102687"/>
              <a:gd name="connsiteY146" fmla="*/ 144368 h 147600"/>
              <a:gd name="connsiteX147" fmla="*/ 570930 w 2102687"/>
              <a:gd name="connsiteY147" fmla="*/ 43544 h 147600"/>
              <a:gd name="connsiteX148" fmla="*/ 587868 w 2102687"/>
              <a:gd name="connsiteY148" fmla="*/ 43544 h 147600"/>
              <a:gd name="connsiteX149" fmla="*/ 587868 w 2102687"/>
              <a:gd name="connsiteY149" fmla="*/ 59069 h 147600"/>
              <a:gd name="connsiteX150" fmla="*/ 616429 w 2102687"/>
              <a:gd name="connsiteY150" fmla="*/ 41524 h 147600"/>
              <a:gd name="connsiteX151" fmla="*/ 513808 w 2102687"/>
              <a:gd name="connsiteY151" fmla="*/ 41524 h 147600"/>
              <a:gd name="connsiteX152" fmla="*/ 546487 w 2102687"/>
              <a:gd name="connsiteY152" fmla="*/ 74594 h 147600"/>
              <a:gd name="connsiteX153" fmla="*/ 546487 w 2102687"/>
              <a:gd name="connsiteY153" fmla="*/ 144368 h 147600"/>
              <a:gd name="connsiteX154" fmla="*/ 529549 w 2102687"/>
              <a:gd name="connsiteY154" fmla="*/ 144368 h 147600"/>
              <a:gd name="connsiteX155" fmla="*/ 529549 w 2102687"/>
              <a:gd name="connsiteY155" fmla="*/ 78028 h 147600"/>
              <a:gd name="connsiteX156" fmla="*/ 507500 w 2102687"/>
              <a:gd name="connsiteY156" fmla="*/ 54452 h 147600"/>
              <a:gd name="connsiteX157" fmla="*/ 485247 w 2102687"/>
              <a:gd name="connsiteY157" fmla="*/ 78028 h 147600"/>
              <a:gd name="connsiteX158" fmla="*/ 485247 w 2102687"/>
              <a:gd name="connsiteY158" fmla="*/ 144368 h 147600"/>
              <a:gd name="connsiteX159" fmla="*/ 468309 w 2102687"/>
              <a:gd name="connsiteY159" fmla="*/ 144368 h 147600"/>
              <a:gd name="connsiteX160" fmla="*/ 468309 w 2102687"/>
              <a:gd name="connsiteY160" fmla="*/ 43544 h 147600"/>
              <a:gd name="connsiteX161" fmla="*/ 485247 w 2102687"/>
              <a:gd name="connsiteY161" fmla="*/ 43544 h 147600"/>
              <a:gd name="connsiteX162" fmla="*/ 485247 w 2102687"/>
              <a:gd name="connsiteY162" fmla="*/ 59069 h 147600"/>
              <a:gd name="connsiteX163" fmla="*/ 513808 w 2102687"/>
              <a:gd name="connsiteY163" fmla="*/ 41524 h 147600"/>
              <a:gd name="connsiteX164" fmla="*/ 1007903 w 2102687"/>
              <a:gd name="connsiteY164" fmla="*/ 15323 h 147600"/>
              <a:gd name="connsiteX165" fmla="*/ 1007903 w 2102687"/>
              <a:gd name="connsiteY165" fmla="*/ 43544 h 147600"/>
              <a:gd name="connsiteX166" fmla="*/ 1038100 w 2102687"/>
              <a:gd name="connsiteY166" fmla="*/ 43544 h 147600"/>
              <a:gd name="connsiteX167" fmla="*/ 1038100 w 2102687"/>
              <a:gd name="connsiteY167" fmla="*/ 56443 h 147600"/>
              <a:gd name="connsiteX168" fmla="*/ 1007903 w 2102687"/>
              <a:gd name="connsiteY168" fmla="*/ 56443 h 147600"/>
              <a:gd name="connsiteX169" fmla="*/ 1007903 w 2102687"/>
              <a:gd name="connsiteY169" fmla="*/ 115512 h 147600"/>
              <a:gd name="connsiteX170" fmla="*/ 1021162 w 2102687"/>
              <a:gd name="connsiteY170" fmla="*/ 132249 h 147600"/>
              <a:gd name="connsiteX171" fmla="*/ 1036056 w 2102687"/>
              <a:gd name="connsiteY171" fmla="*/ 128007 h 147600"/>
              <a:gd name="connsiteX172" fmla="*/ 1040757 w 2102687"/>
              <a:gd name="connsiteY172" fmla="*/ 140098 h 147600"/>
              <a:gd name="connsiteX173" fmla="*/ 1018913 w 2102687"/>
              <a:gd name="connsiteY173" fmla="*/ 146359 h 147600"/>
              <a:gd name="connsiteX174" fmla="*/ 990965 w 2102687"/>
              <a:gd name="connsiteY174" fmla="*/ 118138 h 147600"/>
              <a:gd name="connsiteX175" fmla="*/ 990965 w 2102687"/>
              <a:gd name="connsiteY175" fmla="*/ 56443 h 147600"/>
              <a:gd name="connsiteX176" fmla="*/ 971370 w 2102687"/>
              <a:gd name="connsiteY176" fmla="*/ 56443 h 147600"/>
              <a:gd name="connsiteX177" fmla="*/ 971370 w 2102687"/>
              <a:gd name="connsiteY177" fmla="*/ 43544 h 147600"/>
              <a:gd name="connsiteX178" fmla="*/ 990965 w 2102687"/>
              <a:gd name="connsiteY178" fmla="*/ 43544 h 147600"/>
              <a:gd name="connsiteX179" fmla="*/ 990965 w 2102687"/>
              <a:gd name="connsiteY179" fmla="*/ 19363 h 147600"/>
              <a:gd name="connsiteX180" fmla="*/ 169614 w 2102687"/>
              <a:gd name="connsiteY180" fmla="*/ 10677 h 147600"/>
              <a:gd name="connsiteX181" fmla="*/ 150252 w 2102687"/>
              <a:gd name="connsiteY181" fmla="*/ 29030 h 147600"/>
              <a:gd name="connsiteX182" fmla="*/ 160240 w 2102687"/>
              <a:gd name="connsiteY182" fmla="*/ 48998 h 147600"/>
              <a:gd name="connsiteX183" fmla="*/ 169001 w 2102687"/>
              <a:gd name="connsiteY183" fmla="*/ 58665 h 147600"/>
              <a:gd name="connsiteX184" fmla="*/ 188801 w 2102687"/>
              <a:gd name="connsiteY184" fmla="*/ 30040 h 147600"/>
              <a:gd name="connsiteX185" fmla="*/ 169614 w 2102687"/>
              <a:gd name="connsiteY185" fmla="*/ 10677 h 147600"/>
              <a:gd name="connsiteX186" fmla="*/ 326321 w 2102687"/>
              <a:gd name="connsiteY186" fmla="*/ 3232 h 147600"/>
              <a:gd name="connsiteX187" fmla="*/ 351611 w 2102687"/>
              <a:gd name="connsiteY187" fmla="*/ 3232 h 147600"/>
              <a:gd name="connsiteX188" fmla="*/ 351611 w 2102687"/>
              <a:gd name="connsiteY188" fmla="*/ 100997 h 147600"/>
              <a:gd name="connsiteX189" fmla="*/ 304272 w 2102687"/>
              <a:gd name="connsiteY189" fmla="*/ 147571 h 147600"/>
              <a:gd name="connsiteX190" fmla="*/ 256933 w 2102687"/>
              <a:gd name="connsiteY190" fmla="*/ 100997 h 147600"/>
              <a:gd name="connsiteX191" fmla="*/ 256933 w 2102687"/>
              <a:gd name="connsiteY191" fmla="*/ 92340 h 147600"/>
              <a:gd name="connsiteX192" fmla="*/ 282223 w 2102687"/>
              <a:gd name="connsiteY192" fmla="*/ 86079 h 147600"/>
              <a:gd name="connsiteX193" fmla="*/ 282223 w 2102687"/>
              <a:gd name="connsiteY193" fmla="*/ 105441 h 147600"/>
              <a:gd name="connsiteX194" fmla="*/ 304272 w 2102687"/>
              <a:gd name="connsiteY194" fmla="*/ 134471 h 147600"/>
              <a:gd name="connsiteX195" fmla="*/ 326321 w 2102687"/>
              <a:gd name="connsiteY195" fmla="*/ 107461 h 147600"/>
              <a:gd name="connsiteX196" fmla="*/ 69388 w 2102687"/>
              <a:gd name="connsiteY196" fmla="*/ 3232 h 147600"/>
              <a:gd name="connsiteX197" fmla="*/ 94678 w 2102687"/>
              <a:gd name="connsiteY197" fmla="*/ 3232 h 147600"/>
              <a:gd name="connsiteX198" fmla="*/ 94678 w 2102687"/>
              <a:gd name="connsiteY198" fmla="*/ 100997 h 147600"/>
              <a:gd name="connsiteX199" fmla="*/ 47339 w 2102687"/>
              <a:gd name="connsiteY199" fmla="*/ 147571 h 147600"/>
              <a:gd name="connsiteX200" fmla="*/ 0 w 2102687"/>
              <a:gd name="connsiteY200" fmla="*/ 100997 h 147600"/>
              <a:gd name="connsiteX201" fmla="*/ 0 w 2102687"/>
              <a:gd name="connsiteY201" fmla="*/ 92340 h 147600"/>
              <a:gd name="connsiteX202" fmla="*/ 25290 w 2102687"/>
              <a:gd name="connsiteY202" fmla="*/ 86079 h 147600"/>
              <a:gd name="connsiteX203" fmla="*/ 25290 w 2102687"/>
              <a:gd name="connsiteY203" fmla="*/ 105441 h 147600"/>
              <a:gd name="connsiteX204" fmla="*/ 47339 w 2102687"/>
              <a:gd name="connsiteY204" fmla="*/ 134471 h 147600"/>
              <a:gd name="connsiteX205" fmla="*/ 69388 w 2102687"/>
              <a:gd name="connsiteY205" fmla="*/ 107461 h 147600"/>
              <a:gd name="connsiteX206" fmla="*/ 1687091 w 2102687"/>
              <a:gd name="connsiteY206" fmla="*/ 3203 h 147600"/>
              <a:gd name="connsiteX207" fmla="*/ 1704029 w 2102687"/>
              <a:gd name="connsiteY207" fmla="*/ 3203 h 147600"/>
              <a:gd name="connsiteX208" fmla="*/ 1704029 w 2102687"/>
              <a:gd name="connsiteY208" fmla="*/ 123361 h 147600"/>
              <a:gd name="connsiteX209" fmla="*/ 1705256 w 2102687"/>
              <a:gd name="connsiteY209" fmla="*/ 144339 h 147600"/>
              <a:gd name="connsiteX210" fmla="*/ 1688113 w 2102687"/>
              <a:gd name="connsiteY210" fmla="*/ 144339 h 147600"/>
              <a:gd name="connsiteX211" fmla="*/ 1687091 w 2102687"/>
              <a:gd name="connsiteY211" fmla="*/ 131643 h 147600"/>
              <a:gd name="connsiteX212" fmla="*/ 1687091 w 2102687"/>
              <a:gd name="connsiteY212" fmla="*/ 123967 h 147600"/>
              <a:gd name="connsiteX213" fmla="*/ 1655259 w 2102687"/>
              <a:gd name="connsiteY213" fmla="*/ 146359 h 147600"/>
              <a:gd name="connsiteX214" fmla="*/ 1613848 w 2102687"/>
              <a:gd name="connsiteY214" fmla="*/ 94534 h 147600"/>
              <a:gd name="connsiteX215" fmla="*/ 1656690 w 2102687"/>
              <a:gd name="connsiteY215" fmla="*/ 41496 h 147600"/>
              <a:gd name="connsiteX216" fmla="*/ 1687091 w 2102687"/>
              <a:gd name="connsiteY216" fmla="*/ 62878 h 147600"/>
              <a:gd name="connsiteX217" fmla="*/ 1345964 w 2102687"/>
              <a:gd name="connsiteY217" fmla="*/ 3203 h 147600"/>
              <a:gd name="connsiteX218" fmla="*/ 1374116 w 2102687"/>
              <a:gd name="connsiteY218" fmla="*/ 3203 h 147600"/>
              <a:gd name="connsiteX219" fmla="*/ 1416578 w 2102687"/>
              <a:gd name="connsiteY219" fmla="*/ 116926 h 147600"/>
              <a:gd name="connsiteX220" fmla="*/ 1458807 w 2102687"/>
              <a:gd name="connsiteY220" fmla="*/ 3203 h 147600"/>
              <a:gd name="connsiteX221" fmla="*/ 1485732 w 2102687"/>
              <a:gd name="connsiteY221" fmla="*/ 3203 h 147600"/>
              <a:gd name="connsiteX222" fmla="*/ 1485732 w 2102687"/>
              <a:gd name="connsiteY222" fmla="*/ 144339 h 147600"/>
              <a:gd name="connsiteX223" fmla="*/ 1467976 w 2102687"/>
              <a:gd name="connsiteY223" fmla="*/ 144339 h 147600"/>
              <a:gd name="connsiteX224" fmla="*/ 1467976 w 2102687"/>
              <a:gd name="connsiteY224" fmla="*/ 22566 h 147600"/>
              <a:gd name="connsiteX225" fmla="*/ 1422886 w 2102687"/>
              <a:gd name="connsiteY225" fmla="*/ 144339 h 147600"/>
              <a:gd name="connsiteX226" fmla="*/ 1409219 w 2102687"/>
              <a:gd name="connsiteY226" fmla="*/ 144339 h 147600"/>
              <a:gd name="connsiteX227" fmla="*/ 1363720 w 2102687"/>
              <a:gd name="connsiteY227" fmla="*/ 22768 h 147600"/>
              <a:gd name="connsiteX228" fmla="*/ 1363720 w 2102687"/>
              <a:gd name="connsiteY228" fmla="*/ 144339 h 147600"/>
              <a:gd name="connsiteX229" fmla="*/ 1345964 w 2102687"/>
              <a:gd name="connsiteY229" fmla="*/ 144339 h 147600"/>
              <a:gd name="connsiteX230" fmla="*/ 424007 w 2102687"/>
              <a:gd name="connsiteY230" fmla="*/ 3203 h 147600"/>
              <a:gd name="connsiteX231" fmla="*/ 441763 w 2102687"/>
              <a:gd name="connsiteY231" fmla="*/ 3203 h 147600"/>
              <a:gd name="connsiteX232" fmla="*/ 441763 w 2102687"/>
              <a:gd name="connsiteY232" fmla="*/ 144339 h 147600"/>
              <a:gd name="connsiteX233" fmla="*/ 424007 w 2102687"/>
              <a:gd name="connsiteY233" fmla="*/ 144339 h 147600"/>
              <a:gd name="connsiteX234" fmla="*/ 1882726 w 2102687"/>
              <a:gd name="connsiteY234" fmla="*/ 202 h 147600"/>
              <a:gd name="connsiteX235" fmla="*/ 1894554 w 2102687"/>
              <a:gd name="connsiteY235" fmla="*/ 12091 h 147600"/>
              <a:gd name="connsiteX236" fmla="*/ 1882726 w 2102687"/>
              <a:gd name="connsiteY236" fmla="*/ 23778 h 147600"/>
              <a:gd name="connsiteX237" fmla="*/ 1870694 w 2102687"/>
              <a:gd name="connsiteY237" fmla="*/ 12091 h 147600"/>
              <a:gd name="connsiteX238" fmla="*/ 1882726 w 2102687"/>
              <a:gd name="connsiteY238" fmla="*/ 202 h 147600"/>
              <a:gd name="connsiteX239" fmla="*/ 1737058 w 2102687"/>
              <a:gd name="connsiteY239" fmla="*/ 202 h 147600"/>
              <a:gd name="connsiteX240" fmla="*/ 1748886 w 2102687"/>
              <a:gd name="connsiteY240" fmla="*/ 12091 h 147600"/>
              <a:gd name="connsiteX241" fmla="*/ 1737058 w 2102687"/>
              <a:gd name="connsiteY241" fmla="*/ 23778 h 147600"/>
              <a:gd name="connsiteX242" fmla="*/ 1725026 w 2102687"/>
              <a:gd name="connsiteY242" fmla="*/ 12091 h 147600"/>
              <a:gd name="connsiteX243" fmla="*/ 1737058 w 2102687"/>
              <a:gd name="connsiteY243" fmla="*/ 202 h 147600"/>
              <a:gd name="connsiteX244" fmla="*/ 1065639 w 2102687"/>
              <a:gd name="connsiteY244" fmla="*/ 202 h 147600"/>
              <a:gd name="connsiteX245" fmla="*/ 1077466 w 2102687"/>
              <a:gd name="connsiteY245" fmla="*/ 12091 h 147600"/>
              <a:gd name="connsiteX246" fmla="*/ 1065639 w 2102687"/>
              <a:gd name="connsiteY246" fmla="*/ 23778 h 147600"/>
              <a:gd name="connsiteX247" fmla="*/ 1053607 w 2102687"/>
              <a:gd name="connsiteY247" fmla="*/ 12091 h 147600"/>
              <a:gd name="connsiteX248" fmla="*/ 1065639 w 2102687"/>
              <a:gd name="connsiteY248" fmla="*/ 202 h 147600"/>
              <a:gd name="connsiteX249" fmla="*/ 170228 w 2102687"/>
              <a:gd name="connsiteY249" fmla="*/ 0 h 147600"/>
              <a:gd name="connsiteX250" fmla="*/ 208601 w 2102687"/>
              <a:gd name="connsiteY250" fmla="*/ 27414 h 147600"/>
              <a:gd name="connsiteX251" fmla="*/ 186553 w 2102687"/>
              <a:gd name="connsiteY251" fmla="*/ 54019 h 147600"/>
              <a:gd name="connsiteX252" fmla="*/ 186961 w 2102687"/>
              <a:gd name="connsiteY252" fmla="*/ 54827 h 147600"/>
              <a:gd name="connsiteX253" fmla="*/ 211434 w 2102687"/>
              <a:gd name="connsiteY253" fmla="*/ 49979 h 147600"/>
              <a:gd name="connsiteX254" fmla="*/ 238155 w 2102687"/>
              <a:gd name="connsiteY254" fmla="*/ 75575 h 147600"/>
              <a:gd name="connsiteX255" fmla="*/ 220808 w 2102687"/>
              <a:gd name="connsiteY255" fmla="*/ 114906 h 147600"/>
              <a:gd name="connsiteX256" fmla="*/ 246946 w 2102687"/>
              <a:gd name="connsiteY256" fmla="*/ 143358 h 147600"/>
              <a:gd name="connsiteX257" fmla="*/ 246946 w 2102687"/>
              <a:gd name="connsiteY257" fmla="*/ 144368 h 147600"/>
              <a:gd name="connsiteX258" fmla="*/ 214909 w 2102687"/>
              <a:gd name="connsiteY258" fmla="*/ 144368 h 147600"/>
              <a:gd name="connsiteX259" fmla="*/ 202673 w 2102687"/>
              <a:gd name="connsiteY259" fmla="*/ 131268 h 147600"/>
              <a:gd name="connsiteX260" fmla="*/ 156561 w 2102687"/>
              <a:gd name="connsiteY260" fmla="*/ 147600 h 147600"/>
              <a:gd name="connsiteX261" fmla="*/ 115559 w 2102687"/>
              <a:gd name="connsiteY261" fmla="*/ 109481 h 147600"/>
              <a:gd name="connsiteX262" fmla="*/ 144733 w 2102687"/>
              <a:gd name="connsiteY262" fmla="*/ 68967 h 147600"/>
              <a:gd name="connsiteX263" fmla="*/ 144529 w 2102687"/>
              <a:gd name="connsiteY263" fmla="*/ 68563 h 147600"/>
              <a:gd name="connsiteX264" fmla="*/ 128204 w 2102687"/>
              <a:gd name="connsiteY264" fmla="*/ 34888 h 147600"/>
              <a:gd name="connsiteX265" fmla="*/ 170228 w 2102687"/>
              <a:gd name="connsiteY265" fmla="*/ 0 h 14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2102687" h="147600">
                <a:moveTo>
                  <a:pt x="936296" y="92110"/>
                </a:moveTo>
                <a:cubicBezTo>
                  <a:pt x="934661" y="93524"/>
                  <a:pt x="930397" y="94736"/>
                  <a:pt x="922629" y="96554"/>
                </a:cubicBezTo>
                <a:lnTo>
                  <a:pt x="910188" y="99583"/>
                </a:lnTo>
                <a:cubicBezTo>
                  <a:pt x="898565" y="102411"/>
                  <a:pt x="893046" y="107057"/>
                  <a:pt x="893046" y="116522"/>
                </a:cubicBezTo>
                <a:cubicBezTo>
                  <a:pt x="893046" y="127805"/>
                  <a:pt x="901018" y="134269"/>
                  <a:pt x="912641" y="134269"/>
                </a:cubicBezTo>
                <a:cubicBezTo>
                  <a:pt x="925900" y="134269"/>
                  <a:pt x="936326" y="126622"/>
                  <a:pt x="936296" y="111674"/>
                </a:cubicBezTo>
                <a:close/>
                <a:moveTo>
                  <a:pt x="150428" y="74796"/>
                </a:moveTo>
                <a:cubicBezTo>
                  <a:pt x="142689" y="80221"/>
                  <a:pt x="137987" y="89916"/>
                  <a:pt x="137987" y="100391"/>
                </a:cubicBezTo>
                <a:cubicBezTo>
                  <a:pt x="137987" y="117128"/>
                  <a:pt x="150019" y="132855"/>
                  <a:pt x="169614" y="132855"/>
                </a:cubicBezTo>
                <a:cubicBezTo>
                  <a:pt x="178376" y="132855"/>
                  <a:pt x="187954" y="129623"/>
                  <a:pt x="196540" y="124602"/>
                </a:cubicBezTo>
                <a:close/>
                <a:moveTo>
                  <a:pt x="194291" y="60685"/>
                </a:moveTo>
                <a:cubicBezTo>
                  <a:pt x="188568" y="60685"/>
                  <a:pt x="181646" y="61695"/>
                  <a:pt x="174491" y="64523"/>
                </a:cubicBezTo>
                <a:lnTo>
                  <a:pt x="214471" y="108067"/>
                </a:lnTo>
                <a:cubicBezTo>
                  <a:pt x="218969" y="101199"/>
                  <a:pt x="221013" y="93754"/>
                  <a:pt x="221013" y="86483"/>
                </a:cubicBezTo>
                <a:cubicBezTo>
                  <a:pt x="221013" y="70150"/>
                  <a:pt x="210821" y="60685"/>
                  <a:pt x="194291" y="60685"/>
                </a:cubicBezTo>
                <a:close/>
                <a:moveTo>
                  <a:pt x="1659523" y="55808"/>
                </a:moveTo>
                <a:cubicBezTo>
                  <a:pt x="1642789" y="55808"/>
                  <a:pt x="1631575" y="67524"/>
                  <a:pt x="1631575" y="93927"/>
                </a:cubicBezTo>
                <a:cubicBezTo>
                  <a:pt x="1631575" y="120158"/>
                  <a:pt x="1642789" y="132047"/>
                  <a:pt x="1659523" y="132047"/>
                </a:cubicBezTo>
                <a:cubicBezTo>
                  <a:pt x="1676257" y="132047"/>
                  <a:pt x="1687500" y="120158"/>
                  <a:pt x="1687471" y="93927"/>
                </a:cubicBezTo>
                <a:cubicBezTo>
                  <a:pt x="1687471" y="67495"/>
                  <a:pt x="1676257" y="55808"/>
                  <a:pt x="1659523" y="55808"/>
                </a:cubicBezTo>
                <a:close/>
                <a:moveTo>
                  <a:pt x="717211" y="55808"/>
                </a:moveTo>
                <a:cubicBezTo>
                  <a:pt x="699864" y="55808"/>
                  <a:pt x="688241" y="67726"/>
                  <a:pt x="688241" y="93927"/>
                </a:cubicBezTo>
                <a:cubicBezTo>
                  <a:pt x="688241" y="119956"/>
                  <a:pt x="700068" y="132047"/>
                  <a:pt x="717211" y="132047"/>
                </a:cubicBezTo>
                <a:cubicBezTo>
                  <a:pt x="734733" y="132047"/>
                  <a:pt x="746181" y="119956"/>
                  <a:pt x="746181" y="93927"/>
                </a:cubicBezTo>
                <a:cubicBezTo>
                  <a:pt x="746181" y="67697"/>
                  <a:pt x="734353" y="55808"/>
                  <a:pt x="717211" y="55808"/>
                </a:cubicBezTo>
                <a:close/>
                <a:moveTo>
                  <a:pt x="2060809" y="55231"/>
                </a:moveTo>
                <a:cubicBezTo>
                  <a:pt x="2044689" y="55231"/>
                  <a:pt x="2035519" y="65302"/>
                  <a:pt x="2033270" y="83049"/>
                </a:cubicBezTo>
                <a:lnTo>
                  <a:pt x="2085486" y="83049"/>
                </a:lnTo>
                <a:cubicBezTo>
                  <a:pt x="2085078" y="64321"/>
                  <a:pt x="2076112" y="55231"/>
                  <a:pt x="2060809" y="55231"/>
                </a:cubicBezTo>
                <a:close/>
                <a:moveTo>
                  <a:pt x="1554887" y="55231"/>
                </a:moveTo>
                <a:cubicBezTo>
                  <a:pt x="1538766" y="55231"/>
                  <a:pt x="1529596" y="65302"/>
                  <a:pt x="1527347" y="83049"/>
                </a:cubicBezTo>
                <a:lnTo>
                  <a:pt x="1579563" y="83049"/>
                </a:lnTo>
                <a:cubicBezTo>
                  <a:pt x="1579155" y="64321"/>
                  <a:pt x="1570189" y="55231"/>
                  <a:pt x="1554887" y="55231"/>
                </a:cubicBezTo>
                <a:close/>
                <a:moveTo>
                  <a:pt x="1232946" y="55231"/>
                </a:moveTo>
                <a:cubicBezTo>
                  <a:pt x="1216826" y="55231"/>
                  <a:pt x="1207656" y="65302"/>
                  <a:pt x="1205407" y="83049"/>
                </a:cubicBezTo>
                <a:lnTo>
                  <a:pt x="1257623" y="83049"/>
                </a:lnTo>
                <a:cubicBezTo>
                  <a:pt x="1257214" y="64321"/>
                  <a:pt x="1248249" y="55231"/>
                  <a:pt x="1232946" y="55231"/>
                </a:cubicBezTo>
                <a:close/>
                <a:moveTo>
                  <a:pt x="1874140" y="43544"/>
                </a:moveTo>
                <a:lnTo>
                  <a:pt x="1891078" y="43544"/>
                </a:lnTo>
                <a:lnTo>
                  <a:pt x="1891078" y="144368"/>
                </a:lnTo>
                <a:lnTo>
                  <a:pt x="1874140" y="144368"/>
                </a:lnTo>
                <a:close/>
                <a:moveTo>
                  <a:pt x="1728502" y="43544"/>
                </a:moveTo>
                <a:lnTo>
                  <a:pt x="1745440" y="43544"/>
                </a:lnTo>
                <a:lnTo>
                  <a:pt x="1745440" y="144368"/>
                </a:lnTo>
                <a:lnTo>
                  <a:pt x="1728502" y="144368"/>
                </a:lnTo>
                <a:close/>
                <a:moveTo>
                  <a:pt x="1090345" y="43544"/>
                </a:moveTo>
                <a:lnTo>
                  <a:pt x="1108305" y="43544"/>
                </a:lnTo>
                <a:lnTo>
                  <a:pt x="1134618" y="125006"/>
                </a:lnTo>
                <a:lnTo>
                  <a:pt x="1160726" y="43544"/>
                </a:lnTo>
                <a:lnTo>
                  <a:pt x="1178073" y="43544"/>
                </a:lnTo>
                <a:lnTo>
                  <a:pt x="1144839" y="144368"/>
                </a:lnTo>
                <a:lnTo>
                  <a:pt x="1123608" y="144368"/>
                </a:lnTo>
                <a:close/>
                <a:moveTo>
                  <a:pt x="1057082" y="43544"/>
                </a:moveTo>
                <a:lnTo>
                  <a:pt x="1074020" y="43544"/>
                </a:lnTo>
                <a:lnTo>
                  <a:pt x="1074020" y="144368"/>
                </a:lnTo>
                <a:lnTo>
                  <a:pt x="1057082" y="144368"/>
                </a:lnTo>
                <a:close/>
                <a:moveTo>
                  <a:pt x="773107" y="43544"/>
                </a:moveTo>
                <a:lnTo>
                  <a:pt x="791067" y="43544"/>
                </a:lnTo>
                <a:lnTo>
                  <a:pt x="817379" y="125006"/>
                </a:lnTo>
                <a:lnTo>
                  <a:pt x="843487" y="43544"/>
                </a:lnTo>
                <a:lnTo>
                  <a:pt x="860834" y="43544"/>
                </a:lnTo>
                <a:lnTo>
                  <a:pt x="827600" y="144368"/>
                </a:lnTo>
                <a:lnTo>
                  <a:pt x="806369" y="144368"/>
                </a:lnTo>
                <a:close/>
                <a:moveTo>
                  <a:pt x="2060839" y="41524"/>
                </a:moveTo>
                <a:cubicBezTo>
                  <a:pt x="2083267" y="41524"/>
                  <a:pt x="2102658" y="54019"/>
                  <a:pt x="2102687" y="89282"/>
                </a:cubicBezTo>
                <a:lnTo>
                  <a:pt x="2102687" y="94937"/>
                </a:lnTo>
                <a:lnTo>
                  <a:pt x="2032686" y="94937"/>
                </a:lnTo>
                <a:cubicBezTo>
                  <a:pt x="2033300" y="117532"/>
                  <a:pt x="2042265" y="132249"/>
                  <a:pt x="2062474" y="132249"/>
                </a:cubicBezTo>
                <a:cubicBezTo>
                  <a:pt x="2075119" y="132249"/>
                  <a:pt x="2084289" y="126420"/>
                  <a:pt x="2086947" y="109481"/>
                </a:cubicBezTo>
                <a:lnTo>
                  <a:pt x="2102454" y="113521"/>
                </a:lnTo>
                <a:cubicBezTo>
                  <a:pt x="2098803" y="133288"/>
                  <a:pt x="2084114" y="146388"/>
                  <a:pt x="2060839" y="146388"/>
                </a:cubicBezTo>
                <a:cubicBezTo>
                  <a:pt x="2032482" y="146388"/>
                  <a:pt x="2015135" y="127834"/>
                  <a:pt x="2015135" y="94764"/>
                </a:cubicBezTo>
                <a:cubicBezTo>
                  <a:pt x="2015135" y="60281"/>
                  <a:pt x="2033913" y="41524"/>
                  <a:pt x="2060839" y="41524"/>
                </a:cubicBezTo>
                <a:close/>
                <a:moveTo>
                  <a:pt x="1961079" y="41524"/>
                </a:moveTo>
                <a:cubicBezTo>
                  <a:pt x="1981668" y="41524"/>
                  <a:pt x="1993729" y="55635"/>
                  <a:pt x="1993758" y="74594"/>
                </a:cubicBezTo>
                <a:lnTo>
                  <a:pt x="1993758" y="144368"/>
                </a:lnTo>
                <a:lnTo>
                  <a:pt x="1976820" y="144368"/>
                </a:lnTo>
                <a:lnTo>
                  <a:pt x="1976820" y="78028"/>
                </a:lnTo>
                <a:cubicBezTo>
                  <a:pt x="1976820" y="63917"/>
                  <a:pt x="1969665" y="54452"/>
                  <a:pt x="1954771" y="54452"/>
                </a:cubicBezTo>
                <a:cubicBezTo>
                  <a:pt x="1939673" y="54452"/>
                  <a:pt x="1932518" y="63917"/>
                  <a:pt x="1932518" y="78028"/>
                </a:cubicBezTo>
                <a:lnTo>
                  <a:pt x="1932518" y="144368"/>
                </a:lnTo>
                <a:lnTo>
                  <a:pt x="1915580" y="144368"/>
                </a:lnTo>
                <a:lnTo>
                  <a:pt x="1915580" y="43544"/>
                </a:lnTo>
                <a:lnTo>
                  <a:pt x="1932518" y="43544"/>
                </a:lnTo>
                <a:lnTo>
                  <a:pt x="1932518" y="59069"/>
                </a:lnTo>
                <a:cubicBezTo>
                  <a:pt x="1936606" y="48392"/>
                  <a:pt x="1946594" y="41524"/>
                  <a:pt x="1961079" y="41524"/>
                </a:cubicBezTo>
                <a:close/>
                <a:moveTo>
                  <a:pt x="1813776" y="41524"/>
                </a:moveTo>
                <a:cubicBezTo>
                  <a:pt x="1837840" y="41524"/>
                  <a:pt x="1851916" y="55635"/>
                  <a:pt x="1854778" y="76152"/>
                </a:cubicBezTo>
                <a:lnTo>
                  <a:pt x="1838658" y="79990"/>
                </a:lnTo>
                <a:cubicBezTo>
                  <a:pt x="1835620" y="62070"/>
                  <a:pt x="1826217" y="55808"/>
                  <a:pt x="1813367" y="55808"/>
                </a:cubicBezTo>
                <a:cubicBezTo>
                  <a:pt x="1795203" y="55808"/>
                  <a:pt x="1784602" y="68534"/>
                  <a:pt x="1784602" y="93726"/>
                </a:cubicBezTo>
                <a:cubicBezTo>
                  <a:pt x="1784602" y="117936"/>
                  <a:pt x="1794589" y="132047"/>
                  <a:pt x="1814185" y="132047"/>
                </a:cubicBezTo>
                <a:cubicBezTo>
                  <a:pt x="1827648" y="132047"/>
                  <a:pt x="1835796" y="125612"/>
                  <a:pt x="1838658" y="106653"/>
                </a:cubicBezTo>
                <a:lnTo>
                  <a:pt x="1854778" y="110491"/>
                </a:lnTo>
                <a:cubicBezTo>
                  <a:pt x="1851945" y="131268"/>
                  <a:pt x="1837840" y="146388"/>
                  <a:pt x="1812959" y="146388"/>
                </a:cubicBezTo>
                <a:cubicBezTo>
                  <a:pt x="1785419" y="146388"/>
                  <a:pt x="1766846" y="128440"/>
                  <a:pt x="1766846" y="94966"/>
                </a:cubicBezTo>
                <a:cubicBezTo>
                  <a:pt x="1766846" y="60887"/>
                  <a:pt x="1785828" y="41524"/>
                  <a:pt x="1813776" y="41524"/>
                </a:cubicBezTo>
                <a:close/>
                <a:moveTo>
                  <a:pt x="1554887" y="41524"/>
                </a:moveTo>
                <a:cubicBezTo>
                  <a:pt x="1577315" y="41524"/>
                  <a:pt x="1596706" y="54019"/>
                  <a:pt x="1596735" y="89282"/>
                </a:cubicBezTo>
                <a:lnTo>
                  <a:pt x="1596735" y="94937"/>
                </a:lnTo>
                <a:lnTo>
                  <a:pt x="1526734" y="94937"/>
                </a:lnTo>
                <a:cubicBezTo>
                  <a:pt x="1527347" y="117532"/>
                  <a:pt x="1536313" y="132249"/>
                  <a:pt x="1556522" y="132249"/>
                </a:cubicBezTo>
                <a:cubicBezTo>
                  <a:pt x="1569167" y="132249"/>
                  <a:pt x="1578337" y="126420"/>
                  <a:pt x="1580994" y="109481"/>
                </a:cubicBezTo>
                <a:lnTo>
                  <a:pt x="1596502" y="113521"/>
                </a:lnTo>
                <a:cubicBezTo>
                  <a:pt x="1592851" y="133288"/>
                  <a:pt x="1578162" y="146388"/>
                  <a:pt x="1554887" y="146388"/>
                </a:cubicBezTo>
                <a:cubicBezTo>
                  <a:pt x="1526530" y="146388"/>
                  <a:pt x="1509183" y="127834"/>
                  <a:pt x="1509183" y="94764"/>
                </a:cubicBezTo>
                <a:cubicBezTo>
                  <a:pt x="1509183" y="60281"/>
                  <a:pt x="1527961" y="41524"/>
                  <a:pt x="1554887" y="41524"/>
                </a:cubicBezTo>
                <a:close/>
                <a:moveTo>
                  <a:pt x="1232946" y="41524"/>
                </a:moveTo>
                <a:cubicBezTo>
                  <a:pt x="1255404" y="41524"/>
                  <a:pt x="1274766" y="54019"/>
                  <a:pt x="1274795" y="89282"/>
                </a:cubicBezTo>
                <a:lnTo>
                  <a:pt x="1274795" y="94937"/>
                </a:lnTo>
                <a:lnTo>
                  <a:pt x="1204794" y="94937"/>
                </a:lnTo>
                <a:cubicBezTo>
                  <a:pt x="1205407" y="117532"/>
                  <a:pt x="1214373" y="132249"/>
                  <a:pt x="1234582" y="132249"/>
                </a:cubicBezTo>
                <a:cubicBezTo>
                  <a:pt x="1247227" y="132249"/>
                  <a:pt x="1256397" y="126420"/>
                  <a:pt x="1259054" y="109481"/>
                </a:cubicBezTo>
                <a:lnTo>
                  <a:pt x="1274561" y="113521"/>
                </a:lnTo>
                <a:cubicBezTo>
                  <a:pt x="1270911" y="133288"/>
                  <a:pt x="1256221" y="146388"/>
                  <a:pt x="1232946" y="146388"/>
                </a:cubicBezTo>
                <a:cubicBezTo>
                  <a:pt x="1204590" y="146388"/>
                  <a:pt x="1187243" y="127834"/>
                  <a:pt x="1187243" y="94764"/>
                </a:cubicBezTo>
                <a:cubicBezTo>
                  <a:pt x="1187243" y="60281"/>
                  <a:pt x="1206020" y="41524"/>
                  <a:pt x="1232946" y="41524"/>
                </a:cubicBezTo>
                <a:close/>
                <a:moveTo>
                  <a:pt x="917956" y="41524"/>
                </a:moveTo>
                <a:cubicBezTo>
                  <a:pt x="939771" y="41524"/>
                  <a:pt x="953059" y="53211"/>
                  <a:pt x="953059" y="72170"/>
                </a:cubicBezTo>
                <a:lnTo>
                  <a:pt x="953059" y="123361"/>
                </a:lnTo>
                <a:cubicBezTo>
                  <a:pt x="953059" y="131845"/>
                  <a:pt x="953877" y="139088"/>
                  <a:pt x="955717" y="144339"/>
                </a:cubicBezTo>
                <a:lnTo>
                  <a:pt x="938370" y="144339"/>
                </a:lnTo>
                <a:cubicBezTo>
                  <a:pt x="937552" y="142522"/>
                  <a:pt x="936734" y="138482"/>
                  <a:pt x="936326" y="129017"/>
                </a:cubicBezTo>
                <a:cubicBezTo>
                  <a:pt x="933463" y="139088"/>
                  <a:pt x="923271" y="146359"/>
                  <a:pt x="907969" y="146359"/>
                </a:cubicBezTo>
                <a:cubicBezTo>
                  <a:pt x="889804" y="146359"/>
                  <a:pt x="876137" y="135885"/>
                  <a:pt x="876137" y="117734"/>
                </a:cubicBezTo>
                <a:cubicBezTo>
                  <a:pt x="876137" y="103421"/>
                  <a:pt x="885307" y="93148"/>
                  <a:pt x="901018" y="89109"/>
                </a:cubicBezTo>
                <a:lnTo>
                  <a:pt x="930397" y="81837"/>
                </a:lnTo>
                <a:cubicBezTo>
                  <a:pt x="934895" y="80654"/>
                  <a:pt x="936326" y="78634"/>
                  <a:pt x="936326" y="73786"/>
                </a:cubicBezTo>
                <a:lnTo>
                  <a:pt x="936326" y="73180"/>
                </a:lnTo>
                <a:cubicBezTo>
                  <a:pt x="936326" y="61493"/>
                  <a:pt x="929784" y="54423"/>
                  <a:pt x="916730" y="54423"/>
                </a:cubicBezTo>
                <a:cubicBezTo>
                  <a:pt x="901223" y="54423"/>
                  <a:pt x="893279" y="64119"/>
                  <a:pt x="892462" y="77018"/>
                </a:cubicBezTo>
                <a:lnTo>
                  <a:pt x="876750" y="73786"/>
                </a:lnTo>
                <a:cubicBezTo>
                  <a:pt x="877977" y="56241"/>
                  <a:pt x="893279" y="41524"/>
                  <a:pt x="917956" y="41524"/>
                </a:cubicBezTo>
                <a:close/>
                <a:moveTo>
                  <a:pt x="717999" y="41524"/>
                </a:moveTo>
                <a:cubicBezTo>
                  <a:pt x="746794" y="41524"/>
                  <a:pt x="763937" y="60887"/>
                  <a:pt x="763907" y="92744"/>
                </a:cubicBezTo>
                <a:cubicBezTo>
                  <a:pt x="763907" y="124198"/>
                  <a:pt x="747174" y="146388"/>
                  <a:pt x="716364" y="146388"/>
                </a:cubicBezTo>
                <a:cubicBezTo>
                  <a:pt x="687803" y="146388"/>
                  <a:pt x="670456" y="127026"/>
                  <a:pt x="670456" y="95168"/>
                </a:cubicBezTo>
                <a:cubicBezTo>
                  <a:pt x="670456" y="63715"/>
                  <a:pt x="687394" y="41524"/>
                  <a:pt x="717999" y="41524"/>
                </a:cubicBezTo>
                <a:close/>
                <a:moveTo>
                  <a:pt x="616429" y="41524"/>
                </a:moveTo>
                <a:cubicBezTo>
                  <a:pt x="637018" y="41524"/>
                  <a:pt x="649079" y="55635"/>
                  <a:pt x="649108" y="74594"/>
                </a:cubicBezTo>
                <a:lnTo>
                  <a:pt x="649108" y="144368"/>
                </a:lnTo>
                <a:lnTo>
                  <a:pt x="632170" y="144368"/>
                </a:lnTo>
                <a:lnTo>
                  <a:pt x="632170" y="78028"/>
                </a:lnTo>
                <a:cubicBezTo>
                  <a:pt x="632170" y="63917"/>
                  <a:pt x="625015" y="54452"/>
                  <a:pt x="610121" y="54452"/>
                </a:cubicBezTo>
                <a:cubicBezTo>
                  <a:pt x="595023" y="54452"/>
                  <a:pt x="587868" y="63917"/>
                  <a:pt x="587868" y="78028"/>
                </a:cubicBezTo>
                <a:lnTo>
                  <a:pt x="587868" y="144368"/>
                </a:lnTo>
                <a:lnTo>
                  <a:pt x="570930" y="144368"/>
                </a:lnTo>
                <a:lnTo>
                  <a:pt x="570930" y="43544"/>
                </a:lnTo>
                <a:lnTo>
                  <a:pt x="587868" y="43544"/>
                </a:lnTo>
                <a:lnTo>
                  <a:pt x="587868" y="59069"/>
                </a:lnTo>
                <a:cubicBezTo>
                  <a:pt x="591957" y="48392"/>
                  <a:pt x="601944" y="41524"/>
                  <a:pt x="616429" y="41524"/>
                </a:cubicBezTo>
                <a:close/>
                <a:moveTo>
                  <a:pt x="513808" y="41524"/>
                </a:moveTo>
                <a:cubicBezTo>
                  <a:pt x="534396" y="41524"/>
                  <a:pt x="546458" y="55635"/>
                  <a:pt x="546487" y="74594"/>
                </a:cubicBezTo>
                <a:lnTo>
                  <a:pt x="546487" y="144368"/>
                </a:lnTo>
                <a:lnTo>
                  <a:pt x="529549" y="144368"/>
                </a:lnTo>
                <a:lnTo>
                  <a:pt x="529549" y="78028"/>
                </a:lnTo>
                <a:cubicBezTo>
                  <a:pt x="529549" y="63917"/>
                  <a:pt x="522394" y="54452"/>
                  <a:pt x="507500" y="54452"/>
                </a:cubicBezTo>
                <a:cubicBezTo>
                  <a:pt x="492402" y="54452"/>
                  <a:pt x="485247" y="63917"/>
                  <a:pt x="485247" y="78028"/>
                </a:cubicBezTo>
                <a:lnTo>
                  <a:pt x="485247" y="144368"/>
                </a:lnTo>
                <a:lnTo>
                  <a:pt x="468309" y="144368"/>
                </a:lnTo>
                <a:lnTo>
                  <a:pt x="468309" y="43544"/>
                </a:lnTo>
                <a:lnTo>
                  <a:pt x="485247" y="43544"/>
                </a:lnTo>
                <a:lnTo>
                  <a:pt x="485247" y="59069"/>
                </a:lnTo>
                <a:cubicBezTo>
                  <a:pt x="489335" y="48392"/>
                  <a:pt x="499323" y="41524"/>
                  <a:pt x="513808" y="41524"/>
                </a:cubicBezTo>
                <a:close/>
                <a:moveTo>
                  <a:pt x="1007903" y="15323"/>
                </a:moveTo>
                <a:lnTo>
                  <a:pt x="1007903" y="43544"/>
                </a:lnTo>
                <a:lnTo>
                  <a:pt x="1038100" y="43544"/>
                </a:lnTo>
                <a:lnTo>
                  <a:pt x="1038100" y="56443"/>
                </a:lnTo>
                <a:lnTo>
                  <a:pt x="1007903" y="56443"/>
                </a:lnTo>
                <a:lnTo>
                  <a:pt x="1007903" y="115512"/>
                </a:lnTo>
                <a:cubicBezTo>
                  <a:pt x="1007903" y="126795"/>
                  <a:pt x="1011963" y="132249"/>
                  <a:pt x="1021162" y="132249"/>
                </a:cubicBezTo>
                <a:cubicBezTo>
                  <a:pt x="1029923" y="132249"/>
                  <a:pt x="1036056" y="128007"/>
                  <a:pt x="1036056" y="128007"/>
                </a:cubicBezTo>
                <a:lnTo>
                  <a:pt x="1040757" y="140098"/>
                </a:lnTo>
                <a:cubicBezTo>
                  <a:pt x="1037487" y="143128"/>
                  <a:pt x="1028901" y="146359"/>
                  <a:pt x="1018913" y="146359"/>
                </a:cubicBezTo>
                <a:cubicBezTo>
                  <a:pt x="998909" y="146359"/>
                  <a:pt x="990965" y="134673"/>
                  <a:pt x="990965" y="118138"/>
                </a:cubicBezTo>
                <a:lnTo>
                  <a:pt x="990965" y="56443"/>
                </a:lnTo>
                <a:lnTo>
                  <a:pt x="971370" y="56443"/>
                </a:lnTo>
                <a:lnTo>
                  <a:pt x="971370" y="43544"/>
                </a:lnTo>
                <a:lnTo>
                  <a:pt x="990965" y="43544"/>
                </a:lnTo>
                <a:lnTo>
                  <a:pt x="990965" y="19363"/>
                </a:lnTo>
                <a:close/>
                <a:moveTo>
                  <a:pt x="169614" y="10677"/>
                </a:moveTo>
                <a:cubicBezTo>
                  <a:pt x="157758" y="10677"/>
                  <a:pt x="150223" y="17343"/>
                  <a:pt x="150252" y="29030"/>
                </a:cubicBezTo>
                <a:cubicBezTo>
                  <a:pt x="150252" y="35292"/>
                  <a:pt x="152472" y="40543"/>
                  <a:pt x="160240" y="48998"/>
                </a:cubicBezTo>
                <a:lnTo>
                  <a:pt x="169001" y="58665"/>
                </a:lnTo>
                <a:cubicBezTo>
                  <a:pt x="183077" y="52432"/>
                  <a:pt x="188801" y="41524"/>
                  <a:pt x="188801" y="30040"/>
                </a:cubicBezTo>
                <a:cubicBezTo>
                  <a:pt x="188801" y="17545"/>
                  <a:pt x="181646" y="10677"/>
                  <a:pt x="169614" y="10677"/>
                </a:cubicBezTo>
                <a:close/>
                <a:moveTo>
                  <a:pt x="326321" y="3232"/>
                </a:moveTo>
                <a:lnTo>
                  <a:pt x="351611" y="3232"/>
                </a:lnTo>
                <a:lnTo>
                  <a:pt x="351611" y="100997"/>
                </a:lnTo>
                <a:cubicBezTo>
                  <a:pt x="351611" y="127401"/>
                  <a:pt x="338353" y="147571"/>
                  <a:pt x="304272" y="147571"/>
                </a:cubicBezTo>
                <a:cubicBezTo>
                  <a:pt x="270192" y="147571"/>
                  <a:pt x="256933" y="127430"/>
                  <a:pt x="256933" y="100997"/>
                </a:cubicBezTo>
                <a:lnTo>
                  <a:pt x="256933" y="92340"/>
                </a:lnTo>
                <a:lnTo>
                  <a:pt x="282223" y="86079"/>
                </a:lnTo>
                <a:lnTo>
                  <a:pt x="282223" y="105441"/>
                </a:lnTo>
                <a:cubicBezTo>
                  <a:pt x="282223" y="123794"/>
                  <a:pt x="288970" y="134471"/>
                  <a:pt x="304272" y="134471"/>
                </a:cubicBezTo>
                <a:cubicBezTo>
                  <a:pt x="319779" y="134471"/>
                  <a:pt x="326321" y="124400"/>
                  <a:pt x="326321" y="107461"/>
                </a:cubicBezTo>
                <a:close/>
                <a:moveTo>
                  <a:pt x="69388" y="3232"/>
                </a:moveTo>
                <a:lnTo>
                  <a:pt x="94678" y="3232"/>
                </a:lnTo>
                <a:lnTo>
                  <a:pt x="94678" y="100997"/>
                </a:lnTo>
                <a:cubicBezTo>
                  <a:pt x="94678" y="127401"/>
                  <a:pt x="81420" y="147571"/>
                  <a:pt x="47339" y="147571"/>
                </a:cubicBezTo>
                <a:cubicBezTo>
                  <a:pt x="13259" y="147571"/>
                  <a:pt x="0" y="127430"/>
                  <a:pt x="0" y="100997"/>
                </a:cubicBezTo>
                <a:lnTo>
                  <a:pt x="0" y="92340"/>
                </a:lnTo>
                <a:lnTo>
                  <a:pt x="25290" y="86079"/>
                </a:lnTo>
                <a:lnTo>
                  <a:pt x="25290" y="105441"/>
                </a:lnTo>
                <a:cubicBezTo>
                  <a:pt x="25290" y="123794"/>
                  <a:pt x="32037" y="134471"/>
                  <a:pt x="47339" y="134471"/>
                </a:cubicBezTo>
                <a:cubicBezTo>
                  <a:pt x="62846" y="134471"/>
                  <a:pt x="69388" y="124400"/>
                  <a:pt x="69388" y="107461"/>
                </a:cubicBezTo>
                <a:close/>
                <a:moveTo>
                  <a:pt x="1687091" y="3203"/>
                </a:moveTo>
                <a:lnTo>
                  <a:pt x="1704029" y="3203"/>
                </a:lnTo>
                <a:lnTo>
                  <a:pt x="1704029" y="123361"/>
                </a:lnTo>
                <a:cubicBezTo>
                  <a:pt x="1704029" y="132451"/>
                  <a:pt x="1704438" y="139492"/>
                  <a:pt x="1705256" y="144339"/>
                </a:cubicBezTo>
                <a:lnTo>
                  <a:pt x="1688113" y="144339"/>
                </a:lnTo>
                <a:cubicBezTo>
                  <a:pt x="1687500" y="141310"/>
                  <a:pt x="1687091" y="136289"/>
                  <a:pt x="1687091" y="131643"/>
                </a:cubicBezTo>
                <a:lnTo>
                  <a:pt x="1687091" y="123967"/>
                </a:lnTo>
                <a:cubicBezTo>
                  <a:pt x="1683207" y="137097"/>
                  <a:pt x="1671379" y="146359"/>
                  <a:pt x="1655259" y="146359"/>
                </a:cubicBezTo>
                <a:cubicBezTo>
                  <a:pt x="1633853" y="146359"/>
                  <a:pt x="1613848" y="130229"/>
                  <a:pt x="1613848" y="94534"/>
                </a:cubicBezTo>
                <a:cubicBezTo>
                  <a:pt x="1613848" y="59242"/>
                  <a:pt x="1633824" y="41496"/>
                  <a:pt x="1656690" y="41496"/>
                </a:cubicBezTo>
                <a:cubicBezTo>
                  <a:pt x="1674446" y="41496"/>
                  <a:pt x="1683411" y="51797"/>
                  <a:pt x="1687091" y="62878"/>
                </a:cubicBezTo>
                <a:close/>
                <a:moveTo>
                  <a:pt x="1345964" y="3203"/>
                </a:moveTo>
                <a:lnTo>
                  <a:pt x="1374116" y="3203"/>
                </a:lnTo>
                <a:lnTo>
                  <a:pt x="1416578" y="116926"/>
                </a:lnTo>
                <a:lnTo>
                  <a:pt x="1458807" y="3203"/>
                </a:lnTo>
                <a:lnTo>
                  <a:pt x="1485732" y="3203"/>
                </a:lnTo>
                <a:lnTo>
                  <a:pt x="1485732" y="144339"/>
                </a:lnTo>
                <a:lnTo>
                  <a:pt x="1467976" y="144339"/>
                </a:lnTo>
                <a:lnTo>
                  <a:pt x="1467976" y="22566"/>
                </a:lnTo>
                <a:lnTo>
                  <a:pt x="1422886" y="144339"/>
                </a:lnTo>
                <a:lnTo>
                  <a:pt x="1409219" y="144339"/>
                </a:lnTo>
                <a:lnTo>
                  <a:pt x="1363720" y="22768"/>
                </a:lnTo>
                <a:lnTo>
                  <a:pt x="1363720" y="144339"/>
                </a:lnTo>
                <a:lnTo>
                  <a:pt x="1345964" y="144339"/>
                </a:lnTo>
                <a:close/>
                <a:moveTo>
                  <a:pt x="424007" y="3203"/>
                </a:moveTo>
                <a:lnTo>
                  <a:pt x="441763" y="3203"/>
                </a:lnTo>
                <a:lnTo>
                  <a:pt x="441763" y="144339"/>
                </a:lnTo>
                <a:lnTo>
                  <a:pt x="424007" y="144339"/>
                </a:lnTo>
                <a:close/>
                <a:moveTo>
                  <a:pt x="1882726" y="202"/>
                </a:moveTo>
                <a:cubicBezTo>
                  <a:pt x="1889443" y="202"/>
                  <a:pt x="1894554" y="5425"/>
                  <a:pt x="1894554" y="12091"/>
                </a:cubicBezTo>
                <a:cubicBezTo>
                  <a:pt x="1894554" y="18728"/>
                  <a:pt x="1889472" y="23778"/>
                  <a:pt x="1882726" y="23778"/>
                </a:cubicBezTo>
                <a:cubicBezTo>
                  <a:pt x="1876009" y="23778"/>
                  <a:pt x="1870694" y="18757"/>
                  <a:pt x="1870694" y="12091"/>
                </a:cubicBezTo>
                <a:cubicBezTo>
                  <a:pt x="1870694" y="5454"/>
                  <a:pt x="1875980" y="202"/>
                  <a:pt x="1882726" y="202"/>
                </a:cubicBezTo>
                <a:close/>
                <a:moveTo>
                  <a:pt x="1737058" y="202"/>
                </a:moveTo>
                <a:cubicBezTo>
                  <a:pt x="1743804" y="202"/>
                  <a:pt x="1748886" y="5425"/>
                  <a:pt x="1748886" y="12091"/>
                </a:cubicBezTo>
                <a:cubicBezTo>
                  <a:pt x="1748886" y="18728"/>
                  <a:pt x="1743804" y="23778"/>
                  <a:pt x="1737058" y="23778"/>
                </a:cubicBezTo>
                <a:cubicBezTo>
                  <a:pt x="1730342" y="23778"/>
                  <a:pt x="1725026" y="18757"/>
                  <a:pt x="1725026" y="12091"/>
                </a:cubicBezTo>
                <a:cubicBezTo>
                  <a:pt x="1725026" y="5454"/>
                  <a:pt x="1730312" y="202"/>
                  <a:pt x="1737058" y="202"/>
                </a:cubicBezTo>
                <a:close/>
                <a:moveTo>
                  <a:pt x="1065639" y="202"/>
                </a:moveTo>
                <a:cubicBezTo>
                  <a:pt x="1072385" y="202"/>
                  <a:pt x="1077496" y="5425"/>
                  <a:pt x="1077466" y="12091"/>
                </a:cubicBezTo>
                <a:cubicBezTo>
                  <a:pt x="1077466" y="18728"/>
                  <a:pt x="1072385" y="23778"/>
                  <a:pt x="1065639" y="23778"/>
                </a:cubicBezTo>
                <a:cubicBezTo>
                  <a:pt x="1058922" y="23778"/>
                  <a:pt x="1053607" y="18757"/>
                  <a:pt x="1053607" y="12091"/>
                </a:cubicBezTo>
                <a:cubicBezTo>
                  <a:pt x="1053607" y="5454"/>
                  <a:pt x="1058893" y="202"/>
                  <a:pt x="1065639" y="202"/>
                </a:cubicBezTo>
                <a:close/>
                <a:moveTo>
                  <a:pt x="170228" y="0"/>
                </a:moveTo>
                <a:cubicBezTo>
                  <a:pt x="194730" y="0"/>
                  <a:pt x="208601" y="12091"/>
                  <a:pt x="208601" y="27414"/>
                </a:cubicBezTo>
                <a:cubicBezTo>
                  <a:pt x="208601" y="38091"/>
                  <a:pt x="202060" y="45766"/>
                  <a:pt x="186553" y="54019"/>
                </a:cubicBezTo>
                <a:lnTo>
                  <a:pt x="186961" y="54827"/>
                </a:lnTo>
                <a:cubicBezTo>
                  <a:pt x="193269" y="52403"/>
                  <a:pt x="202877" y="49979"/>
                  <a:pt x="211434" y="49979"/>
                </a:cubicBezTo>
                <a:cubicBezTo>
                  <a:pt x="227759" y="49979"/>
                  <a:pt x="238155" y="60252"/>
                  <a:pt x="238155" y="75575"/>
                </a:cubicBezTo>
                <a:cubicBezTo>
                  <a:pt x="238155" y="87897"/>
                  <a:pt x="231818" y="102007"/>
                  <a:pt x="220808" y="114906"/>
                </a:cubicBezTo>
                <a:lnTo>
                  <a:pt x="246946" y="143358"/>
                </a:lnTo>
                <a:lnTo>
                  <a:pt x="246946" y="144368"/>
                </a:lnTo>
                <a:lnTo>
                  <a:pt x="214909" y="144368"/>
                </a:lnTo>
                <a:lnTo>
                  <a:pt x="202673" y="131268"/>
                </a:lnTo>
                <a:cubicBezTo>
                  <a:pt x="187575" y="141742"/>
                  <a:pt x="170841" y="147600"/>
                  <a:pt x="156561" y="147600"/>
                </a:cubicBezTo>
                <a:cubicBezTo>
                  <a:pt x="131679" y="147600"/>
                  <a:pt x="115559" y="130258"/>
                  <a:pt x="115559" y="109481"/>
                </a:cubicBezTo>
                <a:cubicBezTo>
                  <a:pt x="115559" y="93754"/>
                  <a:pt x="124729" y="78432"/>
                  <a:pt x="144733" y="68967"/>
                </a:cubicBezTo>
                <a:lnTo>
                  <a:pt x="144529" y="68563"/>
                </a:lnTo>
                <a:cubicBezTo>
                  <a:pt x="132701" y="55866"/>
                  <a:pt x="128204" y="45362"/>
                  <a:pt x="128204" y="34888"/>
                </a:cubicBezTo>
                <a:cubicBezTo>
                  <a:pt x="128204" y="15525"/>
                  <a:pt x="142076" y="0"/>
                  <a:pt x="17022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pPr lvl="0"/>
            <a:r>
              <a:rPr lang="en-GB"/>
              <a:t> 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91BFCC-4CF5-814A-036A-AA78247FF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56DB5F-0847-3908-4395-EE4F0E4C06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29016" y="6437376"/>
            <a:ext cx="3264408" cy="146304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| CAPS – Customer AI Products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7396435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Red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66400"/>
            <a:ext cx="5732004" cy="368113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EB33CF25-C637-277A-8434-3B5FD6EEA889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ED40C-92DB-D5D4-29A2-BD746563EF84}"/>
              </a:ext>
            </a:extLst>
          </p:cNvPr>
          <p:cNvSpPr txBox="1"/>
          <p:nvPr userDrawn="1"/>
        </p:nvSpPr>
        <p:spPr>
          <a:xfrm>
            <a:off x="2609850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7474C3C3-E6CF-FCE1-1181-F02BC23A101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5851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15919815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384" y="270000"/>
            <a:ext cx="5732004" cy="368113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7400" spc="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968DE-0027-9BD7-A0E1-728CB904D284}"/>
              </a:ext>
            </a:extLst>
          </p:cNvPr>
          <p:cNvSpPr txBox="1"/>
          <p:nvPr userDrawn="1"/>
        </p:nvSpPr>
        <p:spPr>
          <a:xfrm>
            <a:off x="2609850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C3BD605-06B1-68EF-DD24-2EA9D4780A8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65851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</p:spTree>
    <p:extLst>
      <p:ext uri="{BB962C8B-B14F-4D97-AF65-F5344CB8AC3E}">
        <p14:creationId xmlns:p14="http://schemas.microsoft.com/office/powerpoint/2010/main" val="31385969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488600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3D73DEF-9C82-2768-837B-EB448FCEC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854467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0" y="231771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4000" y="625471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44000" y="1022195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44000" y="141891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0" y="1815643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44000" y="221236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44000" y="2607652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44000" y="300293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44000" y="3398222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644000" y="3793507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644000" y="4185778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644000" y="457804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44000" y="496901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1273176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44000" y="5359989"/>
            <a:ext cx="4317438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F28211-1086-A258-4B97-2558FD5CB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557833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495918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7596-CD4E-AD17-0A30-20998164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614423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72FD49B7-27D7-D2A3-F6D3-143AB3CB9EA9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43DFA16-4809-A367-8DA1-8599EDC67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279466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D648F-2C1F-18F3-0EAC-19F31396D791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1A9DEC-1972-000C-297E-FD62059E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5099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FE0DB2D-5681-9C6E-43DA-7FD40833A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279466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1301998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88F223-1D7A-707E-10AB-5C41663BE54B}"/>
              </a:ext>
            </a:extLst>
          </p:cNvPr>
          <p:cNvSpPr/>
          <p:nvPr userDrawn="1"/>
        </p:nvSpPr>
        <p:spPr>
          <a:xfrm>
            <a:off x="6583680" y="0"/>
            <a:ext cx="56083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3085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4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5733084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5337" y="2338388"/>
            <a:ext cx="4757737" cy="3427412"/>
          </a:xfrm>
        </p:spPr>
        <p:txBody>
          <a:bodyPr/>
          <a:lstStyle>
            <a:lvl1pPr>
              <a:lnSpc>
                <a:spcPct val="80000"/>
              </a:lnSpc>
              <a:defRPr sz="5400">
                <a:solidFill>
                  <a:schemeClr val="bg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bg1"/>
                </a:solidFill>
              </a:defRPr>
            </a:lvl2pPr>
            <a:lvl3pPr>
              <a:defRPr lang="en-GB" dirty="0" smtClean="0">
                <a:solidFill>
                  <a:schemeClr val="bg1"/>
                </a:solidFill>
              </a:defRPr>
            </a:lvl3pPr>
            <a:lvl4pPr>
              <a:defRPr lang="en-GB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“Quote goes here. Delete speech marks if not required.”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616647F-6551-5C71-EECF-7BC298E933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EC8F6E-46BB-F39D-C0DC-751CB8913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312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9679584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8"/>
            <a:ext cx="5733085" cy="3427412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4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5733084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45337" y="2338388"/>
            <a:ext cx="4757737" cy="3427412"/>
          </a:xfrm>
        </p:spPr>
        <p:txBody>
          <a:bodyPr/>
          <a:lstStyle>
            <a:lvl1pPr>
              <a:lnSpc>
                <a:spcPct val="80000"/>
              </a:lnSpc>
              <a:defRPr sz="5400" i="0">
                <a:solidFill>
                  <a:schemeClr val="accent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tx1"/>
                </a:solidFill>
              </a:defRPr>
            </a:lvl2pPr>
            <a:lvl3pPr>
              <a:defRPr lang="en-GB" dirty="0" smtClean="0">
                <a:solidFill>
                  <a:schemeClr val="tx1"/>
                </a:solidFill>
              </a:defRPr>
            </a:lvl3pPr>
            <a:lvl4pPr>
              <a:defRPr lang="en-GB" dirty="0" smtClean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“Quote goes here. Delete speech marks if not required.”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62EBE26-5504-780B-C8F1-AFCE930394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5227C2-8D93-ABD3-A0D2-E4BD40BC7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3084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850953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5495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3867150"/>
            <a:ext cx="3778250" cy="1816002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11399-EA78-1501-D5C3-39F7E534C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4240509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3979312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8609734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3943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7699C8C-E675-503A-24B2-BFCC24CE4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3406061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0A90C1-8224-5C16-1EC9-D3E24C8CF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4546425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FD518FF-79D2-C6D5-01D5-64DFE2312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8805097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CAB8AB-4C0B-7253-B5CE-B910AD2A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249239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1599"/>
            <a:ext cx="2793541" cy="1902675"/>
          </a:xfrm>
        </p:spPr>
        <p:txBody>
          <a:bodyPr/>
          <a:lstStyle>
            <a:lvl1pPr>
              <a:defRPr lang="en-GB" sz="1400" dirty="0" smtClean="0"/>
            </a:lvl1pPr>
            <a:lvl2pPr>
              <a:defRPr lang="en-GB" sz="1400" dirty="0" smtClean="0"/>
            </a:lvl2pPr>
            <a:lvl3pPr>
              <a:defRPr lang="en-GB" sz="1200" dirty="0" smtClean="0"/>
            </a:lvl3pPr>
            <a:lvl4pPr>
              <a:defRPr lang="en-GB" sz="1200" dirty="0" smtClean="0"/>
            </a:lvl4pPr>
            <a:lvl5pPr>
              <a:defRPr lang="en-GB" sz="8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21599"/>
            <a:ext cx="2793542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21599"/>
            <a:ext cx="2803525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21599"/>
            <a:ext cx="2793997" cy="1902675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902673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902674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902673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902674"/>
          </a:xfrm>
        </p:spPr>
        <p:txBody>
          <a:bodyPr/>
          <a:lstStyle>
            <a:lvl1pPr>
              <a:defRPr lang="en-GB" sz="1400" smtClean="0"/>
            </a:lvl1pPr>
            <a:lvl2pPr>
              <a:defRPr lang="en-GB" sz="1400" smtClean="0"/>
            </a:lvl2pPr>
            <a:lvl3pPr>
              <a:defRPr lang="en-GB" sz="1200" smtClean="0"/>
            </a:lvl3pPr>
            <a:lvl4pPr>
              <a:defRPr lang="en-GB" sz="1200" smtClean="0"/>
            </a:lvl4pPr>
            <a:lvl5pPr>
              <a:defRPr lang="en-GB" sz="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3B6904-8EEB-8C52-41B0-27C88B55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1997732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459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4E01DA7-F0B0-D0D7-0F82-2CEA27458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312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20766627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44011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1480" y="4894903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440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06874" y="4894903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44011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4205" y="4894903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BE4CD19-6DA9-A930-91EE-59CB48D4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249445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2917825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F27FF6-CF7D-B29E-40F2-BF449AACF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CDADD7-2ADE-F7A6-3ACF-DBB0741F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0622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4313EC1-0D30-C944-21E6-B89F8290D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0418984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6A8E91-3BCB-12F2-1699-CC1C37680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2322631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image,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10632110" cy="4685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title. Black or white text only.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1063210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22380795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GB"/>
              <a:t>Click to add text – delete if not required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19533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175852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064966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9698417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3010694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34758220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CA9CB80-774D-68B5-7E25-86D9D123D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2003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8821691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4" y="2338387"/>
            <a:ext cx="5732003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00874E2-51B6-C9BA-5767-10D0B2852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5739479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8586890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9385" y="2338387"/>
            <a:ext cx="4750422" cy="3427413"/>
          </a:xfrm>
        </p:spPr>
        <p:txBody>
          <a:bodyPr/>
          <a:lstStyle/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F0325E1-B647-A8E5-18BB-BF2ED4C7A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7693690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690176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0" y="0"/>
            <a:ext cx="5041900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99915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47258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66650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412721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70614" y="0"/>
            <a:ext cx="6021385" cy="68580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DB01CA91-2C5B-2D77-5D4E-1C984996CE2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EB334-38D2-0E3A-EEFE-895ED1408B0A}"/>
              </a:ext>
            </a:extLst>
          </p:cNvPr>
          <p:cNvSpPr txBox="1"/>
          <p:nvPr userDrawn="1"/>
        </p:nvSpPr>
        <p:spPr>
          <a:xfrm>
            <a:off x="2609850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126154936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9"/>
            <a:ext cx="377507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4376739"/>
            <a:ext cx="3778250" cy="1389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9"/>
            <a:ext cx="377507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A2EFD0EE-AC0A-DFBC-9ED6-5E0C2DBF3659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9B23211-718F-C72D-C415-24096BDEE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FCA0E-511F-42F5-F78B-A8D1F25050CD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BAE1C4-8C53-F889-33BD-2F49ACEA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8312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925" y="4376739"/>
            <a:ext cx="2776485" cy="1389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4E066FDA-E547-8AA8-7DD5-BF710BC6600F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498F38D-E287-CD9F-9BFC-10B3256FE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footer goes here if required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ECF35-F1A8-B140-22FB-5AC4EEE0BD6A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29701B-BA59-63AC-184E-531FE07F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1942" y="6433878"/>
            <a:ext cx="320674" cy="1534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00116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9"/>
            <a:ext cx="2797905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6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9"/>
            <a:ext cx="2794731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606912E-45D9-5EEE-9496-4E85E1874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2505539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9"/>
            <a:ext cx="1811338" cy="1389062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36E8E3-26E6-DF9F-264A-BFE1AD9B0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4953769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add text. Delete if not required.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  <a:r>
              <a:rPr lang="en-GB"/>
              <a:t> Delete if not required.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46859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D0E279-D09C-E44C-0FD5-7AAE367C5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9873202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414417D5-97B5-C408-55BC-A80D08E4AAB7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B7E02200-51E6-11EB-F9C2-B25EC78CCA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035735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4F314-FB4D-E6EF-5F63-2AF06D7E91A3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26308083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035735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E99F374C-18A8-5D23-9D20-654744EC23F1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accent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F364F-4567-6E44-23BF-A7DDDF84DECC}"/>
              </a:ext>
            </a:extLst>
          </p:cNvPr>
          <p:cNvSpPr txBox="1"/>
          <p:nvPr userDrawn="1"/>
        </p:nvSpPr>
        <p:spPr>
          <a:xfrm>
            <a:off x="8124825" y="6157513"/>
            <a:ext cx="3775075" cy="4004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CAPS – Customer AI Products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96783387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461665"/>
          </a:xfrm>
        </p:spPr>
        <p:txBody>
          <a:bodyPr/>
          <a:lstStyle>
            <a:lvl1pPr>
              <a:defRPr sz="33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601601" y="1713178"/>
            <a:ext cx="10985780" cy="4169411"/>
          </a:xfrm>
        </p:spPr>
        <p:txBody>
          <a:bodyPr/>
          <a:lstStyle>
            <a:lvl1pPr marL="234147" marR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 sz="20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534437" marR="0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491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97236" marR="0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487905" marR="0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marL="234147" marR="0" lvl="0" indent="-234147" algn="l" defTabSz="76197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2333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Edit Master text styles</a:t>
            </a:r>
          </a:p>
          <a:p>
            <a:pPr marL="534437" marR="0" lvl="1" indent="-23414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Second level</a:t>
            </a:r>
          </a:p>
          <a:p>
            <a:pPr marL="731491" marR="0" lvl="2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Third level</a:t>
            </a:r>
          </a:p>
          <a:p>
            <a:pPr marL="1097236" marR="0" lvl="3" indent="-201160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–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Fourth level</a:t>
            </a:r>
          </a:p>
          <a:p>
            <a:pPr marL="1487905" marR="0" lvl="4" indent="-191127" algn="l" defTabSz="76197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212121"/>
              </a:buClr>
              <a:buSzPct val="100000"/>
              <a:buFont typeface="Arial" pitchFamily="-65" charset="0"/>
              <a:buChar char="»"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Verdana" charset="0"/>
                <a:ea typeface="Verdana" charset="0"/>
                <a:cs typeface="Verdana" charset="0"/>
                <a:sym typeface="Arial" pitchFamily="-65" charset="0"/>
              </a:rPr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0709" y="6297783"/>
            <a:ext cx="379678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D816501-AAE5-214E-B100-00C3DC5F5E3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EB17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EB17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34639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13460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E9E206AB-587F-4AC2-9EF7-AA339899F4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9" name="Picture 338" descr="https://www.sdgs.be/sites/default/files/page/image/jsn_logo_jj_horz_color_rgb_correct_0.png">
            <a:extLst>
              <a:ext uri="{FF2B5EF4-FFF2-40B4-BE49-F238E27FC236}">
                <a16:creationId xmlns:a16="http://schemas.microsoft.com/office/drawing/2014/main" id="{1ABAE989-FC77-484B-9029-A639F323258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20" t="20286" r="5920" b="20286"/>
          <a:stretch/>
        </p:blipFill>
        <p:spPr bwMode="auto">
          <a:xfrm>
            <a:off x="9204253" y="6272274"/>
            <a:ext cx="1936060" cy="41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0A878F77-7B97-4CF5-9863-E28C3784E489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551177" y="6417021"/>
            <a:ext cx="521291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Source: 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59BDEB-9409-4383-AFED-C3AB81ED85F7}"/>
              </a:ext>
            </a:extLst>
          </p:cNvPr>
          <p:cNvGrpSpPr>
            <a:grpSpLocks/>
          </p:cNvGrpSpPr>
          <p:nvPr userDrawn="1"/>
        </p:nvGrpSpPr>
        <p:grpSpPr>
          <a:xfrm>
            <a:off x="553972" y="6268189"/>
            <a:ext cx="2049436" cy="480665"/>
            <a:chOff x="6091829" y="2353554"/>
            <a:chExt cx="10661936" cy="250065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EA6E7DC-7411-4669-8456-B2EC332F5257}"/>
                </a:ext>
              </a:extLst>
            </p:cNvPr>
            <p:cNvSpPr/>
            <p:nvPr/>
          </p:nvSpPr>
          <p:spPr>
            <a:xfrm>
              <a:off x="10351080" y="2673743"/>
              <a:ext cx="204075" cy="332350"/>
            </a:xfrm>
            <a:custGeom>
              <a:avLst/>
              <a:gdLst>
                <a:gd name="connsiteX0" fmla="*/ 191442 w 204074"/>
                <a:gd name="connsiteY0" fmla="*/ 287233 h 332350"/>
                <a:gd name="connsiteX1" fmla="*/ 155058 w 204074"/>
                <a:gd name="connsiteY1" fmla="*/ 323383 h 332350"/>
                <a:gd name="connsiteX2" fmla="*/ 49173 w 204074"/>
                <a:gd name="connsiteY2" fmla="*/ 323383 h 332350"/>
                <a:gd name="connsiteX3" fmla="*/ 13023 w 204074"/>
                <a:gd name="connsiteY3" fmla="*/ 287233 h 332350"/>
                <a:gd name="connsiteX4" fmla="*/ 20 w 204074"/>
                <a:gd name="connsiteY4" fmla="*/ 234290 h 332350"/>
                <a:gd name="connsiteX5" fmla="*/ 6434 w 204074"/>
                <a:gd name="connsiteY5" fmla="*/ 218372 h 332350"/>
                <a:gd name="connsiteX6" fmla="*/ 22177 w 204074"/>
                <a:gd name="connsiteY6" fmla="*/ 212192 h 332350"/>
                <a:gd name="connsiteX7" fmla="*/ 44215 w 204074"/>
                <a:gd name="connsiteY7" fmla="*/ 232448 h 332350"/>
                <a:gd name="connsiteX8" fmla="*/ 44217 w 204074"/>
                <a:gd name="connsiteY8" fmla="*/ 234174 h 332350"/>
                <a:gd name="connsiteX9" fmla="*/ 60368 w 204074"/>
                <a:gd name="connsiteY9" fmla="*/ 278837 h 332350"/>
                <a:gd name="connsiteX10" fmla="*/ 102058 w 204074"/>
                <a:gd name="connsiteY10" fmla="*/ 296329 h 332350"/>
                <a:gd name="connsiteX11" fmla="*/ 143922 w 204074"/>
                <a:gd name="connsiteY11" fmla="*/ 278837 h 332350"/>
                <a:gd name="connsiteX12" fmla="*/ 160306 w 204074"/>
                <a:gd name="connsiteY12" fmla="*/ 234174 h 332350"/>
                <a:gd name="connsiteX13" fmla="*/ 160306 w 204074"/>
                <a:gd name="connsiteY13" fmla="*/ 22111 h 332350"/>
                <a:gd name="connsiteX14" fmla="*/ 166486 w 204074"/>
                <a:gd name="connsiteY14" fmla="*/ 6135 h 332350"/>
                <a:gd name="connsiteX15" fmla="*/ 181996 w 204074"/>
                <a:gd name="connsiteY15" fmla="*/ 13 h 332350"/>
                <a:gd name="connsiteX16" fmla="*/ 198147 w 204074"/>
                <a:gd name="connsiteY16" fmla="*/ 6135 h 332350"/>
                <a:gd name="connsiteX17" fmla="*/ 204561 w 204074"/>
                <a:gd name="connsiteY17" fmla="*/ 22111 h 332350"/>
                <a:gd name="connsiteX18" fmla="*/ 204561 w 204074"/>
                <a:gd name="connsiteY18" fmla="*/ 234174 h 332350"/>
                <a:gd name="connsiteX19" fmla="*/ 191442 w 204074"/>
                <a:gd name="connsiteY19" fmla="*/ 287233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4074" h="332350">
                  <a:moveTo>
                    <a:pt x="191442" y="287233"/>
                  </a:moveTo>
                  <a:cubicBezTo>
                    <a:pt x="182905" y="302427"/>
                    <a:pt x="170307" y="314944"/>
                    <a:pt x="155058" y="323383"/>
                  </a:cubicBezTo>
                  <a:cubicBezTo>
                    <a:pt x="121892" y="340721"/>
                    <a:pt x="82339" y="340721"/>
                    <a:pt x="49173" y="323383"/>
                  </a:cubicBezTo>
                  <a:cubicBezTo>
                    <a:pt x="33954" y="314985"/>
                    <a:pt x="21421" y="302453"/>
                    <a:pt x="13023" y="287233"/>
                  </a:cubicBezTo>
                  <a:cubicBezTo>
                    <a:pt x="4142" y="271023"/>
                    <a:pt x="-341" y="252770"/>
                    <a:pt x="20" y="234290"/>
                  </a:cubicBezTo>
                  <a:cubicBezTo>
                    <a:pt x="-171" y="228319"/>
                    <a:pt x="2157" y="222543"/>
                    <a:pt x="6434" y="218372"/>
                  </a:cubicBezTo>
                  <a:cubicBezTo>
                    <a:pt x="10629" y="214267"/>
                    <a:pt x="16309" y="212037"/>
                    <a:pt x="22177" y="212192"/>
                  </a:cubicBezTo>
                  <a:cubicBezTo>
                    <a:pt x="33856" y="211700"/>
                    <a:pt x="43722" y="220769"/>
                    <a:pt x="44215" y="232448"/>
                  </a:cubicBezTo>
                  <a:cubicBezTo>
                    <a:pt x="44239" y="233023"/>
                    <a:pt x="44239" y="233598"/>
                    <a:pt x="44217" y="234174"/>
                  </a:cubicBezTo>
                  <a:cubicBezTo>
                    <a:pt x="43565" y="250599"/>
                    <a:pt x="49361" y="266628"/>
                    <a:pt x="60368" y="278837"/>
                  </a:cubicBezTo>
                  <a:cubicBezTo>
                    <a:pt x="71051" y="290465"/>
                    <a:pt x="86275" y="296854"/>
                    <a:pt x="102058" y="296329"/>
                  </a:cubicBezTo>
                  <a:cubicBezTo>
                    <a:pt x="117887" y="296835"/>
                    <a:pt x="133158" y="290454"/>
                    <a:pt x="143922" y="278837"/>
                  </a:cubicBezTo>
                  <a:cubicBezTo>
                    <a:pt x="155051" y="266687"/>
                    <a:pt x="160939" y="250638"/>
                    <a:pt x="160306" y="234174"/>
                  </a:cubicBezTo>
                  <a:lnTo>
                    <a:pt x="160306" y="22111"/>
                  </a:lnTo>
                  <a:cubicBezTo>
                    <a:pt x="160073" y="16161"/>
                    <a:pt x="162310" y="10379"/>
                    <a:pt x="166486" y="6135"/>
                  </a:cubicBezTo>
                  <a:cubicBezTo>
                    <a:pt x="170593" y="2046"/>
                    <a:pt x="176204" y="-169"/>
                    <a:pt x="181996" y="13"/>
                  </a:cubicBezTo>
                  <a:cubicBezTo>
                    <a:pt x="187982" y="-189"/>
                    <a:pt x="193799" y="2016"/>
                    <a:pt x="198147" y="6135"/>
                  </a:cubicBezTo>
                  <a:cubicBezTo>
                    <a:pt x="202440" y="10319"/>
                    <a:pt x="204769" y="16120"/>
                    <a:pt x="204561" y="22111"/>
                  </a:cubicBezTo>
                  <a:lnTo>
                    <a:pt x="204561" y="234174"/>
                  </a:lnTo>
                  <a:cubicBezTo>
                    <a:pt x="204932" y="252706"/>
                    <a:pt x="200406" y="271009"/>
                    <a:pt x="191442" y="287233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2A2C1D-8411-4BD1-B073-E5772FCC6483}"/>
                </a:ext>
              </a:extLst>
            </p:cNvPr>
            <p:cNvSpPr/>
            <p:nvPr/>
          </p:nvSpPr>
          <p:spPr>
            <a:xfrm>
              <a:off x="10763214" y="2673731"/>
              <a:ext cx="279874" cy="326519"/>
            </a:xfrm>
            <a:custGeom>
              <a:avLst/>
              <a:gdLst>
                <a:gd name="connsiteX0" fmla="*/ 285121 w 279873"/>
                <a:gd name="connsiteY0" fmla="*/ 310451 h 326519"/>
                <a:gd name="connsiteX1" fmla="*/ 278708 w 279873"/>
                <a:gd name="connsiteY1" fmla="*/ 325786 h 326519"/>
                <a:gd name="connsiteX2" fmla="*/ 263023 w 279873"/>
                <a:gd name="connsiteY2" fmla="*/ 332141 h 326519"/>
                <a:gd name="connsiteX3" fmla="*/ 250895 w 279873"/>
                <a:gd name="connsiteY3" fmla="*/ 328526 h 326519"/>
                <a:gd name="connsiteX4" fmla="*/ 242616 w 279873"/>
                <a:gd name="connsiteY4" fmla="*/ 318498 h 326519"/>
                <a:gd name="connsiteX5" fmla="*/ 218768 w 279873"/>
                <a:gd name="connsiteY5" fmla="*/ 258966 h 326519"/>
                <a:gd name="connsiteX6" fmla="*/ 66353 w 279873"/>
                <a:gd name="connsiteY6" fmla="*/ 258966 h 326519"/>
                <a:gd name="connsiteX7" fmla="*/ 42098 w 279873"/>
                <a:gd name="connsiteY7" fmla="*/ 318498 h 326519"/>
                <a:gd name="connsiteX8" fmla="*/ 33585 w 279873"/>
                <a:gd name="connsiteY8" fmla="*/ 328526 h 326519"/>
                <a:gd name="connsiteX9" fmla="*/ 21923 w 279873"/>
                <a:gd name="connsiteY9" fmla="*/ 332141 h 326519"/>
                <a:gd name="connsiteX10" fmla="*/ 6414 w 279873"/>
                <a:gd name="connsiteY10" fmla="*/ 325553 h 326519"/>
                <a:gd name="connsiteX11" fmla="*/ 0 w 279873"/>
                <a:gd name="connsiteY11" fmla="*/ 309985 h 326519"/>
                <a:gd name="connsiteX12" fmla="*/ 2099 w 279873"/>
                <a:gd name="connsiteY12" fmla="*/ 300189 h 326519"/>
                <a:gd name="connsiteX13" fmla="*/ 121862 w 279873"/>
                <a:gd name="connsiteY13" fmla="*/ 14893 h 326519"/>
                <a:gd name="connsiteX14" fmla="*/ 142677 w 279873"/>
                <a:gd name="connsiteY14" fmla="*/ 25 h 326519"/>
                <a:gd name="connsiteX15" fmla="*/ 163551 w 279873"/>
                <a:gd name="connsiteY15" fmla="*/ 14893 h 326519"/>
                <a:gd name="connsiteX16" fmla="*/ 283431 w 279873"/>
                <a:gd name="connsiteY16" fmla="*/ 301064 h 326519"/>
                <a:gd name="connsiteX17" fmla="*/ 285121 w 279873"/>
                <a:gd name="connsiteY17" fmla="*/ 310451 h 326519"/>
                <a:gd name="connsiteX18" fmla="*/ 204133 w 279873"/>
                <a:gd name="connsiteY18" fmla="*/ 222524 h 326519"/>
                <a:gd name="connsiteX19" fmla="*/ 143319 w 279873"/>
                <a:gd name="connsiteY19" fmla="*/ 70926 h 326519"/>
                <a:gd name="connsiteX20" fmla="*/ 81047 w 279873"/>
                <a:gd name="connsiteY20" fmla="*/ 222524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873" h="326519">
                  <a:moveTo>
                    <a:pt x="285121" y="310451"/>
                  </a:moveTo>
                  <a:cubicBezTo>
                    <a:pt x="285185" y="316228"/>
                    <a:pt x="282864" y="321775"/>
                    <a:pt x="278708" y="325786"/>
                  </a:cubicBezTo>
                  <a:cubicBezTo>
                    <a:pt x="274579" y="329975"/>
                    <a:pt x="268904" y="332275"/>
                    <a:pt x="263023" y="332141"/>
                  </a:cubicBezTo>
                  <a:cubicBezTo>
                    <a:pt x="258717" y="332124"/>
                    <a:pt x="254508" y="330869"/>
                    <a:pt x="250895" y="328526"/>
                  </a:cubicBezTo>
                  <a:cubicBezTo>
                    <a:pt x="247110" y="326182"/>
                    <a:pt x="244200" y="322658"/>
                    <a:pt x="242616" y="318498"/>
                  </a:cubicBezTo>
                  <a:lnTo>
                    <a:pt x="218768" y="258966"/>
                  </a:lnTo>
                  <a:lnTo>
                    <a:pt x="66353" y="258966"/>
                  </a:lnTo>
                  <a:lnTo>
                    <a:pt x="42098" y="318498"/>
                  </a:lnTo>
                  <a:cubicBezTo>
                    <a:pt x="40281" y="322588"/>
                    <a:pt x="37326" y="326070"/>
                    <a:pt x="33585" y="328526"/>
                  </a:cubicBezTo>
                  <a:cubicBezTo>
                    <a:pt x="30129" y="330835"/>
                    <a:pt x="26078" y="332091"/>
                    <a:pt x="21923" y="332141"/>
                  </a:cubicBezTo>
                  <a:cubicBezTo>
                    <a:pt x="16044" y="332289"/>
                    <a:pt x="10389" y="329887"/>
                    <a:pt x="6414" y="325553"/>
                  </a:cubicBezTo>
                  <a:cubicBezTo>
                    <a:pt x="2289" y="321424"/>
                    <a:pt x="-19" y="315821"/>
                    <a:pt x="0" y="309985"/>
                  </a:cubicBezTo>
                  <a:cubicBezTo>
                    <a:pt x="105" y="306620"/>
                    <a:pt x="816" y="303301"/>
                    <a:pt x="2099" y="300189"/>
                  </a:cubicBezTo>
                  <a:lnTo>
                    <a:pt x="121862" y="14893"/>
                  </a:lnTo>
                  <a:cubicBezTo>
                    <a:pt x="124797" y="5914"/>
                    <a:pt x="133232" y="-111"/>
                    <a:pt x="142677" y="25"/>
                  </a:cubicBezTo>
                  <a:cubicBezTo>
                    <a:pt x="152236" y="-440"/>
                    <a:pt x="160867" y="5708"/>
                    <a:pt x="163551" y="14893"/>
                  </a:cubicBezTo>
                  <a:lnTo>
                    <a:pt x="283431" y="301064"/>
                  </a:lnTo>
                  <a:cubicBezTo>
                    <a:pt x="284557" y="304065"/>
                    <a:pt x="285129" y="307246"/>
                    <a:pt x="285121" y="310451"/>
                  </a:cubicBezTo>
                  <a:close/>
                  <a:moveTo>
                    <a:pt x="204133" y="222524"/>
                  </a:moveTo>
                  <a:lnTo>
                    <a:pt x="143319" y="70926"/>
                  </a:lnTo>
                  <a:lnTo>
                    <a:pt x="81047" y="222524"/>
                  </a:ln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9912C5-F672-4F5C-92C9-6EEEBC7184C9}"/>
                </a:ext>
              </a:extLst>
            </p:cNvPr>
            <p:cNvSpPr/>
            <p:nvPr/>
          </p:nvSpPr>
          <p:spPr>
            <a:xfrm>
              <a:off x="11266910" y="2673747"/>
              <a:ext cx="262382" cy="326519"/>
            </a:xfrm>
            <a:custGeom>
              <a:avLst/>
              <a:gdLst>
                <a:gd name="connsiteX0" fmla="*/ 230739 w 262381"/>
                <a:gd name="connsiteY0" fmla="*/ 6131 h 326519"/>
                <a:gd name="connsiteX1" fmla="*/ 246482 w 262381"/>
                <a:gd name="connsiteY1" fmla="*/ 9 h 326519"/>
                <a:gd name="connsiteX2" fmla="*/ 261992 w 262381"/>
                <a:gd name="connsiteY2" fmla="*/ 6131 h 326519"/>
                <a:gd name="connsiteX3" fmla="*/ 268173 w 262381"/>
                <a:gd name="connsiteY3" fmla="*/ 22107 h 326519"/>
                <a:gd name="connsiteX4" fmla="*/ 268172 w 262381"/>
                <a:gd name="connsiteY4" fmla="*/ 309969 h 326519"/>
                <a:gd name="connsiteX5" fmla="*/ 261991 w 262381"/>
                <a:gd name="connsiteY5" fmla="*/ 325887 h 326519"/>
                <a:gd name="connsiteX6" fmla="*/ 246481 w 262381"/>
                <a:gd name="connsiteY6" fmla="*/ 332067 h 326519"/>
                <a:gd name="connsiteX7" fmla="*/ 236860 w 262381"/>
                <a:gd name="connsiteY7" fmla="*/ 330143 h 326519"/>
                <a:gd name="connsiteX8" fmla="*/ 229455 w 262381"/>
                <a:gd name="connsiteY8" fmla="*/ 324313 h 326519"/>
                <a:gd name="connsiteX9" fmla="*/ 43807 w 262381"/>
                <a:gd name="connsiteY9" fmla="*/ 77790 h 326519"/>
                <a:gd name="connsiteX10" fmla="*/ 43807 w 262381"/>
                <a:gd name="connsiteY10" fmla="*/ 309969 h 326519"/>
                <a:gd name="connsiteX11" fmla="*/ 37626 w 262381"/>
                <a:gd name="connsiteY11" fmla="*/ 325712 h 326519"/>
                <a:gd name="connsiteX12" fmla="*/ 6140 w 262381"/>
                <a:gd name="connsiteY12" fmla="*/ 325712 h 326519"/>
                <a:gd name="connsiteX13" fmla="*/ 18 w 262381"/>
                <a:gd name="connsiteY13" fmla="*/ 309794 h 326519"/>
                <a:gd name="connsiteX14" fmla="*/ 18 w 262381"/>
                <a:gd name="connsiteY14" fmla="*/ 22107 h 326519"/>
                <a:gd name="connsiteX15" fmla="*/ 6140 w 262381"/>
                <a:gd name="connsiteY15" fmla="*/ 6131 h 326519"/>
                <a:gd name="connsiteX16" fmla="*/ 21650 w 262381"/>
                <a:gd name="connsiteY16" fmla="*/ 9 h 326519"/>
                <a:gd name="connsiteX17" fmla="*/ 31037 w 262381"/>
                <a:gd name="connsiteY17" fmla="*/ 2341 h 326519"/>
                <a:gd name="connsiteX18" fmla="*/ 38675 w 262381"/>
                <a:gd name="connsiteY18" fmla="*/ 8172 h 326519"/>
                <a:gd name="connsiteX19" fmla="*/ 224092 w 262381"/>
                <a:gd name="connsiteY19" fmla="*/ 254869 h 326519"/>
                <a:gd name="connsiteX20" fmla="*/ 224092 w 262381"/>
                <a:gd name="connsiteY20" fmla="*/ 22224 h 326519"/>
                <a:gd name="connsiteX21" fmla="*/ 230739 w 262381"/>
                <a:gd name="connsiteY21" fmla="*/ 6131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2381" h="326519">
                  <a:moveTo>
                    <a:pt x="230739" y="6131"/>
                  </a:moveTo>
                  <a:cubicBezTo>
                    <a:pt x="234955" y="2064"/>
                    <a:pt x="240626" y="-142"/>
                    <a:pt x="246482" y="9"/>
                  </a:cubicBezTo>
                  <a:cubicBezTo>
                    <a:pt x="252272" y="-159"/>
                    <a:pt x="257877" y="2054"/>
                    <a:pt x="261992" y="6131"/>
                  </a:cubicBezTo>
                  <a:cubicBezTo>
                    <a:pt x="266145" y="10390"/>
                    <a:pt x="268378" y="16162"/>
                    <a:pt x="268173" y="22107"/>
                  </a:cubicBezTo>
                  <a:lnTo>
                    <a:pt x="268172" y="309969"/>
                  </a:lnTo>
                  <a:cubicBezTo>
                    <a:pt x="268388" y="315899"/>
                    <a:pt x="266153" y="321657"/>
                    <a:pt x="261991" y="325887"/>
                  </a:cubicBezTo>
                  <a:cubicBezTo>
                    <a:pt x="257902" y="330009"/>
                    <a:pt x="252285" y="332247"/>
                    <a:pt x="246481" y="332067"/>
                  </a:cubicBezTo>
                  <a:cubicBezTo>
                    <a:pt x="243181" y="332038"/>
                    <a:pt x="239917" y="331385"/>
                    <a:pt x="236860" y="330143"/>
                  </a:cubicBezTo>
                  <a:cubicBezTo>
                    <a:pt x="233845" y="329018"/>
                    <a:pt x="231256" y="326980"/>
                    <a:pt x="229455" y="324313"/>
                  </a:cubicBezTo>
                  <a:lnTo>
                    <a:pt x="43807" y="77790"/>
                  </a:lnTo>
                  <a:lnTo>
                    <a:pt x="43807" y="309969"/>
                  </a:lnTo>
                  <a:cubicBezTo>
                    <a:pt x="43962" y="315837"/>
                    <a:pt x="41732" y="321517"/>
                    <a:pt x="37626" y="325712"/>
                  </a:cubicBezTo>
                  <a:cubicBezTo>
                    <a:pt x="28792" y="334064"/>
                    <a:pt x="14973" y="334064"/>
                    <a:pt x="6140" y="325712"/>
                  </a:cubicBezTo>
                  <a:cubicBezTo>
                    <a:pt x="1993" y="321476"/>
                    <a:pt x="-222" y="315717"/>
                    <a:pt x="18" y="309794"/>
                  </a:cubicBezTo>
                  <a:lnTo>
                    <a:pt x="18" y="22107"/>
                  </a:lnTo>
                  <a:cubicBezTo>
                    <a:pt x="-210" y="16169"/>
                    <a:pt x="2003" y="10396"/>
                    <a:pt x="6140" y="6131"/>
                  </a:cubicBezTo>
                  <a:cubicBezTo>
                    <a:pt x="10258" y="2060"/>
                    <a:pt x="15861" y="-152"/>
                    <a:pt x="21650" y="9"/>
                  </a:cubicBezTo>
                  <a:cubicBezTo>
                    <a:pt x="24920" y="27"/>
                    <a:pt x="28139" y="827"/>
                    <a:pt x="31037" y="2341"/>
                  </a:cubicBezTo>
                  <a:cubicBezTo>
                    <a:pt x="33937" y="3772"/>
                    <a:pt x="36531" y="5752"/>
                    <a:pt x="38675" y="8172"/>
                  </a:cubicBezTo>
                  <a:lnTo>
                    <a:pt x="224092" y="254869"/>
                  </a:lnTo>
                  <a:lnTo>
                    <a:pt x="224092" y="22224"/>
                  </a:lnTo>
                  <a:cubicBezTo>
                    <a:pt x="223912" y="16157"/>
                    <a:pt x="226330" y="10302"/>
                    <a:pt x="230739" y="6131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D673D0-FCD7-4FB1-8267-C295FEBFFED5}"/>
                </a:ext>
              </a:extLst>
            </p:cNvPr>
            <p:cNvSpPr/>
            <p:nvPr/>
          </p:nvSpPr>
          <p:spPr>
            <a:xfrm>
              <a:off x="11771925" y="2670017"/>
              <a:ext cx="239059" cy="338181"/>
            </a:xfrm>
            <a:custGeom>
              <a:avLst/>
              <a:gdLst>
                <a:gd name="connsiteX0" fmla="*/ 191365 w 239058"/>
                <a:gd name="connsiteY0" fmla="*/ 14759 h 338180"/>
                <a:gd name="connsiteX1" fmla="*/ 233871 w 239058"/>
                <a:gd name="connsiteY1" fmla="*/ 57323 h 338180"/>
                <a:gd name="connsiteX2" fmla="*/ 239002 w 239058"/>
                <a:gd name="connsiteY2" fmla="*/ 72599 h 338180"/>
                <a:gd name="connsiteX3" fmla="*/ 230489 w 239058"/>
                <a:gd name="connsiteY3" fmla="*/ 87934 h 338180"/>
                <a:gd name="connsiteX4" fmla="*/ 219411 w 239058"/>
                <a:gd name="connsiteY4" fmla="*/ 90908 h 338180"/>
                <a:gd name="connsiteX5" fmla="*/ 207749 w 239058"/>
                <a:gd name="connsiteY5" fmla="*/ 87701 h 338180"/>
                <a:gd name="connsiteX6" fmla="*/ 199237 w 239058"/>
                <a:gd name="connsiteY6" fmla="*/ 79013 h 338180"/>
                <a:gd name="connsiteX7" fmla="*/ 170549 w 239058"/>
                <a:gd name="connsiteY7" fmla="*/ 49860 h 338180"/>
                <a:gd name="connsiteX8" fmla="*/ 126936 w 239058"/>
                <a:gd name="connsiteY8" fmla="*/ 39890 h 338180"/>
                <a:gd name="connsiteX9" fmla="*/ 74459 w 239058"/>
                <a:gd name="connsiteY9" fmla="*/ 52425 h 338180"/>
                <a:gd name="connsiteX10" fmla="*/ 54460 w 239058"/>
                <a:gd name="connsiteY10" fmla="*/ 88751 h 338180"/>
                <a:gd name="connsiteX11" fmla="*/ 72360 w 239058"/>
                <a:gd name="connsiteY11" fmla="*/ 125776 h 338180"/>
                <a:gd name="connsiteX12" fmla="*/ 136089 w 239058"/>
                <a:gd name="connsiteY12" fmla="*/ 145308 h 338180"/>
                <a:gd name="connsiteX13" fmla="*/ 215212 w 239058"/>
                <a:gd name="connsiteY13" fmla="*/ 176153 h 338180"/>
                <a:gd name="connsiteX14" fmla="*/ 243316 w 239058"/>
                <a:gd name="connsiteY14" fmla="*/ 244022 h 338180"/>
                <a:gd name="connsiteX15" fmla="*/ 226698 w 239058"/>
                <a:gd name="connsiteY15" fmla="*/ 296499 h 338180"/>
                <a:gd name="connsiteX16" fmla="*/ 182676 w 239058"/>
                <a:gd name="connsiteY16" fmla="*/ 329267 h 338180"/>
                <a:gd name="connsiteX17" fmla="*/ 123786 w 239058"/>
                <a:gd name="connsiteY17" fmla="*/ 340112 h 338180"/>
                <a:gd name="connsiteX18" fmla="*/ 48745 w 239058"/>
                <a:gd name="connsiteY18" fmla="*/ 321396 h 338180"/>
                <a:gd name="connsiteX19" fmla="*/ 2099 w 239058"/>
                <a:gd name="connsiteY19" fmla="*/ 272476 h 338180"/>
                <a:gd name="connsiteX20" fmla="*/ 0 w 239058"/>
                <a:gd name="connsiteY20" fmla="*/ 263963 h 338180"/>
                <a:gd name="connsiteX21" fmla="*/ 4665 w 239058"/>
                <a:gd name="connsiteY21" fmla="*/ 252710 h 338180"/>
                <a:gd name="connsiteX22" fmla="*/ 17434 w 239058"/>
                <a:gd name="connsiteY22" fmla="*/ 246121 h 338180"/>
                <a:gd name="connsiteX23" fmla="*/ 21690 w 239058"/>
                <a:gd name="connsiteY23" fmla="*/ 245713 h 338180"/>
                <a:gd name="connsiteX24" fmla="*/ 34634 w 239058"/>
                <a:gd name="connsiteY24" fmla="*/ 249736 h 338180"/>
                <a:gd name="connsiteX25" fmla="*/ 43788 w 239058"/>
                <a:gd name="connsiteY25" fmla="*/ 260581 h 338180"/>
                <a:gd name="connsiteX26" fmla="*/ 73992 w 239058"/>
                <a:gd name="connsiteY26" fmla="*/ 288627 h 338180"/>
                <a:gd name="connsiteX27" fmla="*/ 123728 w 239058"/>
                <a:gd name="connsiteY27" fmla="*/ 300288 h 338180"/>
                <a:gd name="connsiteX28" fmla="*/ 177720 w 239058"/>
                <a:gd name="connsiteY28" fmla="*/ 285653 h 338180"/>
                <a:gd name="connsiteX29" fmla="*/ 199877 w 239058"/>
                <a:gd name="connsiteY29" fmla="*/ 245421 h 338180"/>
                <a:gd name="connsiteX30" fmla="*/ 181161 w 239058"/>
                <a:gd name="connsiteY30" fmla="*/ 203965 h 338180"/>
                <a:gd name="connsiteX31" fmla="*/ 124136 w 239058"/>
                <a:gd name="connsiteY31" fmla="*/ 182916 h 338180"/>
                <a:gd name="connsiteX32" fmla="*/ 41224 w 239058"/>
                <a:gd name="connsiteY32" fmla="*/ 152072 h 338180"/>
                <a:gd name="connsiteX33" fmla="*/ 11021 w 239058"/>
                <a:gd name="connsiteY33" fmla="*/ 87934 h 338180"/>
                <a:gd name="connsiteX34" fmla="*/ 26530 w 239058"/>
                <a:gd name="connsiteY34" fmla="*/ 40880 h 338180"/>
                <a:gd name="connsiteX35" fmla="*/ 69386 w 239058"/>
                <a:gd name="connsiteY35" fmla="*/ 10503 h 338180"/>
                <a:gd name="connsiteX36" fmla="*/ 129967 w 239058"/>
                <a:gd name="connsiteY36" fmla="*/ 66 h 338180"/>
                <a:gd name="connsiteX37" fmla="*/ 191365 w 239058"/>
                <a:gd name="connsiteY37" fmla="*/ 14759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9058" h="338180">
                  <a:moveTo>
                    <a:pt x="191365" y="14759"/>
                  </a:moveTo>
                  <a:cubicBezTo>
                    <a:pt x="208731" y="25347"/>
                    <a:pt x="223306" y="39943"/>
                    <a:pt x="233871" y="57323"/>
                  </a:cubicBezTo>
                  <a:cubicBezTo>
                    <a:pt x="236982" y="61832"/>
                    <a:pt x="238760" y="67126"/>
                    <a:pt x="239002" y="72599"/>
                  </a:cubicBezTo>
                  <a:cubicBezTo>
                    <a:pt x="239000" y="78837"/>
                    <a:pt x="235782" y="84634"/>
                    <a:pt x="230489" y="87934"/>
                  </a:cubicBezTo>
                  <a:cubicBezTo>
                    <a:pt x="227159" y="89970"/>
                    <a:pt x="223312" y="91003"/>
                    <a:pt x="219411" y="90908"/>
                  </a:cubicBezTo>
                  <a:cubicBezTo>
                    <a:pt x="215309" y="90883"/>
                    <a:pt x="211287" y="89777"/>
                    <a:pt x="207749" y="87701"/>
                  </a:cubicBezTo>
                  <a:cubicBezTo>
                    <a:pt x="204145" y="85671"/>
                    <a:pt x="201192" y="82658"/>
                    <a:pt x="199237" y="79013"/>
                  </a:cubicBezTo>
                  <a:cubicBezTo>
                    <a:pt x="192345" y="66987"/>
                    <a:pt x="182463" y="56945"/>
                    <a:pt x="170549" y="49860"/>
                  </a:cubicBezTo>
                  <a:cubicBezTo>
                    <a:pt x="157145" y="42750"/>
                    <a:pt x="142098" y="39310"/>
                    <a:pt x="126936" y="39890"/>
                  </a:cubicBezTo>
                  <a:cubicBezTo>
                    <a:pt x="108612" y="39045"/>
                    <a:pt x="90423" y="43390"/>
                    <a:pt x="74459" y="52425"/>
                  </a:cubicBezTo>
                  <a:cubicBezTo>
                    <a:pt x="61595" y="59911"/>
                    <a:pt x="53905" y="73878"/>
                    <a:pt x="54460" y="88751"/>
                  </a:cubicBezTo>
                  <a:cubicBezTo>
                    <a:pt x="54307" y="103213"/>
                    <a:pt x="60931" y="116913"/>
                    <a:pt x="72360" y="125776"/>
                  </a:cubicBezTo>
                  <a:cubicBezTo>
                    <a:pt x="84255" y="135688"/>
                    <a:pt x="105498" y="142199"/>
                    <a:pt x="136089" y="145308"/>
                  </a:cubicBezTo>
                  <a:cubicBezTo>
                    <a:pt x="170141" y="148729"/>
                    <a:pt x="196515" y="159011"/>
                    <a:pt x="215212" y="176153"/>
                  </a:cubicBezTo>
                  <a:cubicBezTo>
                    <a:pt x="234087" y="193555"/>
                    <a:pt x="244363" y="218371"/>
                    <a:pt x="243316" y="244022"/>
                  </a:cubicBezTo>
                  <a:cubicBezTo>
                    <a:pt x="243812" y="262882"/>
                    <a:pt x="237960" y="281362"/>
                    <a:pt x="226698" y="296499"/>
                  </a:cubicBezTo>
                  <a:cubicBezTo>
                    <a:pt x="215376" y="311322"/>
                    <a:pt x="200125" y="322675"/>
                    <a:pt x="182676" y="329267"/>
                  </a:cubicBezTo>
                  <a:cubicBezTo>
                    <a:pt x="163914" y="336592"/>
                    <a:pt x="143927" y="340272"/>
                    <a:pt x="123786" y="340112"/>
                  </a:cubicBezTo>
                  <a:cubicBezTo>
                    <a:pt x="97578" y="340442"/>
                    <a:pt x="71728" y="333995"/>
                    <a:pt x="48745" y="321396"/>
                  </a:cubicBezTo>
                  <a:cubicBezTo>
                    <a:pt x="28050" y="310916"/>
                    <a:pt x="11583" y="293646"/>
                    <a:pt x="2099" y="272476"/>
                  </a:cubicBezTo>
                  <a:cubicBezTo>
                    <a:pt x="868" y="269797"/>
                    <a:pt x="156" y="266908"/>
                    <a:pt x="0" y="263963"/>
                  </a:cubicBezTo>
                  <a:cubicBezTo>
                    <a:pt x="-31" y="259736"/>
                    <a:pt x="1652" y="255676"/>
                    <a:pt x="4665" y="252710"/>
                  </a:cubicBezTo>
                  <a:cubicBezTo>
                    <a:pt x="8145" y="249256"/>
                    <a:pt x="12603" y="246956"/>
                    <a:pt x="17434" y="246121"/>
                  </a:cubicBezTo>
                  <a:cubicBezTo>
                    <a:pt x="18826" y="245777"/>
                    <a:pt x="20259" y="245640"/>
                    <a:pt x="21690" y="245713"/>
                  </a:cubicBezTo>
                  <a:cubicBezTo>
                    <a:pt x="26308" y="245743"/>
                    <a:pt x="30813" y="247143"/>
                    <a:pt x="34634" y="249736"/>
                  </a:cubicBezTo>
                  <a:cubicBezTo>
                    <a:pt x="38706" y="252350"/>
                    <a:pt x="41896" y="256129"/>
                    <a:pt x="43788" y="260581"/>
                  </a:cubicBezTo>
                  <a:cubicBezTo>
                    <a:pt x="50388" y="273082"/>
                    <a:pt x="61037" y="282970"/>
                    <a:pt x="73992" y="288627"/>
                  </a:cubicBezTo>
                  <a:cubicBezTo>
                    <a:pt x="89391" y="296460"/>
                    <a:pt x="106452" y="300460"/>
                    <a:pt x="123728" y="300288"/>
                  </a:cubicBezTo>
                  <a:cubicBezTo>
                    <a:pt x="142781" y="300890"/>
                    <a:pt x="161580" y="295795"/>
                    <a:pt x="177720" y="285653"/>
                  </a:cubicBezTo>
                  <a:cubicBezTo>
                    <a:pt x="191760" y="277161"/>
                    <a:pt x="200205" y="261826"/>
                    <a:pt x="199877" y="245421"/>
                  </a:cubicBezTo>
                  <a:cubicBezTo>
                    <a:pt x="199968" y="229537"/>
                    <a:pt x="193135" y="214402"/>
                    <a:pt x="181161" y="203965"/>
                  </a:cubicBezTo>
                  <a:cubicBezTo>
                    <a:pt x="168683" y="192304"/>
                    <a:pt x="149675" y="185288"/>
                    <a:pt x="124136" y="182916"/>
                  </a:cubicBezTo>
                  <a:cubicBezTo>
                    <a:pt x="89152" y="179535"/>
                    <a:pt x="61515" y="169253"/>
                    <a:pt x="41224" y="152072"/>
                  </a:cubicBezTo>
                  <a:cubicBezTo>
                    <a:pt x="21851" y="136458"/>
                    <a:pt x="10717" y="112815"/>
                    <a:pt x="11021" y="87934"/>
                  </a:cubicBezTo>
                  <a:cubicBezTo>
                    <a:pt x="10644" y="70936"/>
                    <a:pt x="16120" y="54324"/>
                    <a:pt x="26530" y="40880"/>
                  </a:cubicBezTo>
                  <a:cubicBezTo>
                    <a:pt x="37751" y="27006"/>
                    <a:pt x="52579" y="16495"/>
                    <a:pt x="69386" y="10503"/>
                  </a:cubicBezTo>
                  <a:cubicBezTo>
                    <a:pt x="88762" y="3312"/>
                    <a:pt x="109302" y="-226"/>
                    <a:pt x="129967" y="66"/>
                  </a:cubicBezTo>
                  <a:cubicBezTo>
                    <a:pt x="151382" y="-645"/>
                    <a:pt x="172591" y="4431"/>
                    <a:pt x="191365" y="14759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805AD3-28BB-452A-8368-741B5A45DCFA}"/>
                </a:ext>
              </a:extLst>
            </p:cNvPr>
            <p:cNvSpPr/>
            <p:nvPr/>
          </p:nvSpPr>
          <p:spPr>
            <a:xfrm>
              <a:off x="12234591" y="2670225"/>
              <a:ext cx="239059" cy="338181"/>
            </a:xfrm>
            <a:custGeom>
              <a:avLst/>
              <a:gdLst>
                <a:gd name="connsiteX0" fmla="*/ 191364 w 239058"/>
                <a:gd name="connsiteY0" fmla="*/ 14551 h 338180"/>
                <a:gd name="connsiteX1" fmla="*/ 233870 w 239058"/>
                <a:gd name="connsiteY1" fmla="*/ 57115 h 338180"/>
                <a:gd name="connsiteX2" fmla="*/ 239001 w 239058"/>
                <a:gd name="connsiteY2" fmla="*/ 72392 h 338180"/>
                <a:gd name="connsiteX3" fmla="*/ 230489 w 239058"/>
                <a:gd name="connsiteY3" fmla="*/ 87727 h 338180"/>
                <a:gd name="connsiteX4" fmla="*/ 219410 w 239058"/>
                <a:gd name="connsiteY4" fmla="*/ 90700 h 338180"/>
                <a:gd name="connsiteX5" fmla="*/ 207749 w 239058"/>
                <a:gd name="connsiteY5" fmla="*/ 87493 h 338180"/>
                <a:gd name="connsiteX6" fmla="*/ 199236 w 239058"/>
                <a:gd name="connsiteY6" fmla="*/ 78806 h 338180"/>
                <a:gd name="connsiteX7" fmla="*/ 170549 w 239058"/>
                <a:gd name="connsiteY7" fmla="*/ 49652 h 338180"/>
                <a:gd name="connsiteX8" fmla="*/ 126994 w 239058"/>
                <a:gd name="connsiteY8" fmla="*/ 39682 h 338180"/>
                <a:gd name="connsiteX9" fmla="*/ 74517 w 239058"/>
                <a:gd name="connsiteY9" fmla="*/ 52218 h 338180"/>
                <a:gd name="connsiteX10" fmla="*/ 54518 w 239058"/>
                <a:gd name="connsiteY10" fmla="*/ 88543 h 338180"/>
                <a:gd name="connsiteX11" fmla="*/ 72418 w 239058"/>
                <a:gd name="connsiteY11" fmla="*/ 125568 h 338180"/>
                <a:gd name="connsiteX12" fmla="*/ 136206 w 239058"/>
                <a:gd name="connsiteY12" fmla="*/ 145101 h 338180"/>
                <a:gd name="connsiteX13" fmla="*/ 215270 w 239058"/>
                <a:gd name="connsiteY13" fmla="*/ 175945 h 338180"/>
                <a:gd name="connsiteX14" fmla="*/ 243373 w 239058"/>
                <a:gd name="connsiteY14" fmla="*/ 243815 h 338180"/>
                <a:gd name="connsiteX15" fmla="*/ 226756 w 239058"/>
                <a:gd name="connsiteY15" fmla="*/ 296291 h 338180"/>
                <a:gd name="connsiteX16" fmla="*/ 182792 w 239058"/>
                <a:gd name="connsiteY16" fmla="*/ 329059 h 338180"/>
                <a:gd name="connsiteX17" fmla="*/ 123844 w 239058"/>
                <a:gd name="connsiteY17" fmla="*/ 339904 h 338180"/>
                <a:gd name="connsiteX18" fmla="*/ 48803 w 239058"/>
                <a:gd name="connsiteY18" fmla="*/ 321188 h 338180"/>
                <a:gd name="connsiteX19" fmla="*/ 2157 w 239058"/>
                <a:gd name="connsiteY19" fmla="*/ 272268 h 338180"/>
                <a:gd name="connsiteX20" fmla="*/ 0 w 239058"/>
                <a:gd name="connsiteY20" fmla="*/ 263755 h 338180"/>
                <a:gd name="connsiteX21" fmla="*/ 4665 w 239058"/>
                <a:gd name="connsiteY21" fmla="*/ 252502 h 338180"/>
                <a:gd name="connsiteX22" fmla="*/ 17434 w 239058"/>
                <a:gd name="connsiteY22" fmla="*/ 245914 h 338180"/>
                <a:gd name="connsiteX23" fmla="*/ 21690 w 239058"/>
                <a:gd name="connsiteY23" fmla="*/ 245505 h 338180"/>
                <a:gd name="connsiteX24" fmla="*/ 34634 w 239058"/>
                <a:gd name="connsiteY24" fmla="*/ 249529 h 338180"/>
                <a:gd name="connsiteX25" fmla="*/ 43788 w 239058"/>
                <a:gd name="connsiteY25" fmla="*/ 260374 h 338180"/>
                <a:gd name="connsiteX26" fmla="*/ 73991 w 239058"/>
                <a:gd name="connsiteY26" fmla="*/ 288419 h 338180"/>
                <a:gd name="connsiteX27" fmla="*/ 123727 w 239058"/>
                <a:gd name="connsiteY27" fmla="*/ 300081 h 338180"/>
                <a:gd name="connsiteX28" fmla="*/ 177778 w 239058"/>
                <a:gd name="connsiteY28" fmla="*/ 285446 h 338180"/>
                <a:gd name="connsiteX29" fmla="*/ 199877 w 239058"/>
                <a:gd name="connsiteY29" fmla="*/ 245214 h 338180"/>
                <a:gd name="connsiteX30" fmla="*/ 181160 w 239058"/>
                <a:gd name="connsiteY30" fmla="*/ 203758 h 338180"/>
                <a:gd name="connsiteX31" fmla="*/ 124194 w 239058"/>
                <a:gd name="connsiteY31" fmla="*/ 182709 h 338180"/>
                <a:gd name="connsiteX32" fmla="*/ 41223 w 239058"/>
                <a:gd name="connsiteY32" fmla="*/ 151864 h 338180"/>
                <a:gd name="connsiteX33" fmla="*/ 11078 w 239058"/>
                <a:gd name="connsiteY33" fmla="*/ 87727 h 338180"/>
                <a:gd name="connsiteX34" fmla="*/ 26588 w 239058"/>
                <a:gd name="connsiteY34" fmla="*/ 40673 h 338180"/>
                <a:gd name="connsiteX35" fmla="*/ 69094 w 239058"/>
                <a:gd name="connsiteY35" fmla="*/ 10528 h 338180"/>
                <a:gd name="connsiteX36" fmla="*/ 129675 w 239058"/>
                <a:gd name="connsiteY36" fmla="*/ 91 h 338180"/>
                <a:gd name="connsiteX37" fmla="*/ 191364 w 239058"/>
                <a:gd name="connsiteY37" fmla="*/ 14551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9058" h="338180">
                  <a:moveTo>
                    <a:pt x="191364" y="14551"/>
                  </a:moveTo>
                  <a:cubicBezTo>
                    <a:pt x="208730" y="25140"/>
                    <a:pt x="223306" y="39735"/>
                    <a:pt x="233870" y="57115"/>
                  </a:cubicBezTo>
                  <a:cubicBezTo>
                    <a:pt x="237011" y="61610"/>
                    <a:pt x="238792" y="66913"/>
                    <a:pt x="239001" y="72392"/>
                  </a:cubicBezTo>
                  <a:cubicBezTo>
                    <a:pt x="239000" y="78630"/>
                    <a:pt x="235782" y="84426"/>
                    <a:pt x="230489" y="87727"/>
                  </a:cubicBezTo>
                  <a:cubicBezTo>
                    <a:pt x="227161" y="89769"/>
                    <a:pt x="223313" y="90802"/>
                    <a:pt x="219410" y="90700"/>
                  </a:cubicBezTo>
                  <a:cubicBezTo>
                    <a:pt x="215308" y="90675"/>
                    <a:pt x="211286" y="89569"/>
                    <a:pt x="207749" y="87493"/>
                  </a:cubicBezTo>
                  <a:cubicBezTo>
                    <a:pt x="204144" y="85464"/>
                    <a:pt x="201192" y="82450"/>
                    <a:pt x="199236" y="78806"/>
                  </a:cubicBezTo>
                  <a:cubicBezTo>
                    <a:pt x="192344" y="66779"/>
                    <a:pt x="182463" y="56737"/>
                    <a:pt x="170549" y="49652"/>
                  </a:cubicBezTo>
                  <a:cubicBezTo>
                    <a:pt x="157162" y="42549"/>
                    <a:pt x="142137" y="39110"/>
                    <a:pt x="126994" y="39682"/>
                  </a:cubicBezTo>
                  <a:cubicBezTo>
                    <a:pt x="108671" y="38847"/>
                    <a:pt x="90484" y="43192"/>
                    <a:pt x="74517" y="52218"/>
                  </a:cubicBezTo>
                  <a:cubicBezTo>
                    <a:pt x="61672" y="59722"/>
                    <a:pt x="53990" y="73676"/>
                    <a:pt x="54518" y="88543"/>
                  </a:cubicBezTo>
                  <a:cubicBezTo>
                    <a:pt x="54428" y="102991"/>
                    <a:pt x="61039" y="116665"/>
                    <a:pt x="72418" y="125568"/>
                  </a:cubicBezTo>
                  <a:cubicBezTo>
                    <a:pt x="84312" y="135480"/>
                    <a:pt x="105575" y="141991"/>
                    <a:pt x="136206" y="145101"/>
                  </a:cubicBezTo>
                  <a:cubicBezTo>
                    <a:pt x="170179" y="148521"/>
                    <a:pt x="196534" y="158803"/>
                    <a:pt x="215270" y="175945"/>
                  </a:cubicBezTo>
                  <a:cubicBezTo>
                    <a:pt x="234145" y="193347"/>
                    <a:pt x="244421" y="218163"/>
                    <a:pt x="243373" y="243815"/>
                  </a:cubicBezTo>
                  <a:cubicBezTo>
                    <a:pt x="243870" y="262675"/>
                    <a:pt x="238018" y="281155"/>
                    <a:pt x="226756" y="296291"/>
                  </a:cubicBezTo>
                  <a:cubicBezTo>
                    <a:pt x="215456" y="311112"/>
                    <a:pt x="200225" y="322466"/>
                    <a:pt x="182792" y="329059"/>
                  </a:cubicBezTo>
                  <a:cubicBezTo>
                    <a:pt x="164008" y="336379"/>
                    <a:pt x="144003" y="340059"/>
                    <a:pt x="123844" y="339904"/>
                  </a:cubicBezTo>
                  <a:cubicBezTo>
                    <a:pt x="97637" y="340219"/>
                    <a:pt x="71793" y="333773"/>
                    <a:pt x="48803" y="321188"/>
                  </a:cubicBezTo>
                  <a:cubicBezTo>
                    <a:pt x="28099" y="310720"/>
                    <a:pt x="11629" y="293446"/>
                    <a:pt x="2157" y="272268"/>
                  </a:cubicBezTo>
                  <a:cubicBezTo>
                    <a:pt x="883" y="269601"/>
                    <a:pt x="150" y="266708"/>
                    <a:pt x="0" y="263755"/>
                  </a:cubicBezTo>
                  <a:cubicBezTo>
                    <a:pt x="1" y="259534"/>
                    <a:pt x="1679" y="255486"/>
                    <a:pt x="4665" y="252502"/>
                  </a:cubicBezTo>
                  <a:cubicBezTo>
                    <a:pt x="8162" y="249073"/>
                    <a:pt x="12612" y="246777"/>
                    <a:pt x="17434" y="245914"/>
                  </a:cubicBezTo>
                  <a:cubicBezTo>
                    <a:pt x="18826" y="245574"/>
                    <a:pt x="20259" y="245437"/>
                    <a:pt x="21690" y="245505"/>
                  </a:cubicBezTo>
                  <a:cubicBezTo>
                    <a:pt x="26308" y="245535"/>
                    <a:pt x="30813" y="246936"/>
                    <a:pt x="34634" y="249529"/>
                  </a:cubicBezTo>
                  <a:cubicBezTo>
                    <a:pt x="38705" y="252142"/>
                    <a:pt x="41895" y="255921"/>
                    <a:pt x="43788" y="260374"/>
                  </a:cubicBezTo>
                  <a:cubicBezTo>
                    <a:pt x="50388" y="272874"/>
                    <a:pt x="61037" y="282762"/>
                    <a:pt x="73991" y="288419"/>
                  </a:cubicBezTo>
                  <a:cubicBezTo>
                    <a:pt x="89392" y="296246"/>
                    <a:pt x="106452" y="300246"/>
                    <a:pt x="123727" y="300081"/>
                  </a:cubicBezTo>
                  <a:cubicBezTo>
                    <a:pt x="142798" y="300684"/>
                    <a:pt x="161616" y="295588"/>
                    <a:pt x="177778" y="285446"/>
                  </a:cubicBezTo>
                  <a:cubicBezTo>
                    <a:pt x="191786" y="276930"/>
                    <a:pt x="200205" y="261604"/>
                    <a:pt x="199877" y="245214"/>
                  </a:cubicBezTo>
                  <a:cubicBezTo>
                    <a:pt x="199999" y="229323"/>
                    <a:pt x="193161" y="214175"/>
                    <a:pt x="181160" y="203758"/>
                  </a:cubicBezTo>
                  <a:cubicBezTo>
                    <a:pt x="168683" y="192096"/>
                    <a:pt x="149694" y="185080"/>
                    <a:pt x="124194" y="182709"/>
                  </a:cubicBezTo>
                  <a:cubicBezTo>
                    <a:pt x="89210" y="179327"/>
                    <a:pt x="61553" y="169045"/>
                    <a:pt x="41223" y="151864"/>
                  </a:cubicBezTo>
                  <a:cubicBezTo>
                    <a:pt x="21872" y="136238"/>
                    <a:pt x="10761" y="112597"/>
                    <a:pt x="11078" y="87727"/>
                  </a:cubicBezTo>
                  <a:cubicBezTo>
                    <a:pt x="10673" y="70724"/>
                    <a:pt x="16152" y="54102"/>
                    <a:pt x="26588" y="40673"/>
                  </a:cubicBezTo>
                  <a:cubicBezTo>
                    <a:pt x="37724" y="26917"/>
                    <a:pt x="52429" y="16488"/>
                    <a:pt x="69094" y="10528"/>
                  </a:cubicBezTo>
                  <a:cubicBezTo>
                    <a:pt x="88471" y="3338"/>
                    <a:pt x="109010" y="-201"/>
                    <a:pt x="129675" y="91"/>
                  </a:cubicBezTo>
                  <a:cubicBezTo>
                    <a:pt x="151167" y="-749"/>
                    <a:pt x="172485" y="4248"/>
                    <a:pt x="191364" y="14551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83DB8D-2EAF-477A-B58C-1B8E72E012B7}"/>
                </a:ext>
              </a:extLst>
            </p:cNvPr>
            <p:cNvSpPr/>
            <p:nvPr/>
          </p:nvSpPr>
          <p:spPr>
            <a:xfrm>
              <a:off x="12715379" y="2673735"/>
              <a:ext cx="233228" cy="326519"/>
            </a:xfrm>
            <a:custGeom>
              <a:avLst/>
              <a:gdLst>
                <a:gd name="connsiteX0" fmla="*/ 230267 w 233228"/>
                <a:gd name="connsiteY0" fmla="*/ 296804 h 326519"/>
                <a:gd name="connsiteX1" fmla="*/ 236097 w 233228"/>
                <a:gd name="connsiteY1" fmla="*/ 311322 h 326519"/>
                <a:gd name="connsiteX2" fmla="*/ 230267 w 233228"/>
                <a:gd name="connsiteY2" fmla="*/ 326365 h 326519"/>
                <a:gd name="connsiteX3" fmla="*/ 214524 w 233228"/>
                <a:gd name="connsiteY3" fmla="*/ 332196 h 326519"/>
                <a:gd name="connsiteX4" fmla="*/ 22110 w 233228"/>
                <a:gd name="connsiteY4" fmla="*/ 332196 h 326519"/>
                <a:gd name="connsiteX5" fmla="*/ 6367 w 233228"/>
                <a:gd name="connsiteY5" fmla="*/ 325840 h 326519"/>
                <a:gd name="connsiteX6" fmla="*/ 12 w 233228"/>
                <a:gd name="connsiteY6" fmla="*/ 310098 h 326519"/>
                <a:gd name="connsiteX7" fmla="*/ 12 w 233228"/>
                <a:gd name="connsiteY7" fmla="*/ 22119 h 326519"/>
                <a:gd name="connsiteX8" fmla="*/ 6367 w 233228"/>
                <a:gd name="connsiteY8" fmla="*/ 6143 h 326519"/>
                <a:gd name="connsiteX9" fmla="*/ 22110 w 233228"/>
                <a:gd name="connsiteY9" fmla="*/ 21 h 326519"/>
                <a:gd name="connsiteX10" fmla="*/ 214523 w 233228"/>
                <a:gd name="connsiteY10" fmla="*/ 21 h 326519"/>
                <a:gd name="connsiteX11" fmla="*/ 230266 w 233228"/>
                <a:gd name="connsiteY11" fmla="*/ 5851 h 326519"/>
                <a:gd name="connsiteX12" fmla="*/ 236097 w 233228"/>
                <a:gd name="connsiteY12" fmla="*/ 20953 h 326519"/>
                <a:gd name="connsiteX13" fmla="*/ 230266 w 233228"/>
                <a:gd name="connsiteY13" fmla="*/ 35413 h 326519"/>
                <a:gd name="connsiteX14" fmla="*/ 214523 w 233228"/>
                <a:gd name="connsiteY14" fmla="*/ 40952 h 326519"/>
                <a:gd name="connsiteX15" fmla="*/ 44384 w 233228"/>
                <a:gd name="connsiteY15" fmla="*/ 40952 h 326519"/>
                <a:gd name="connsiteX16" fmla="*/ 44384 w 233228"/>
                <a:gd name="connsiteY16" fmla="*/ 144272 h 326519"/>
                <a:gd name="connsiteX17" fmla="*/ 166478 w 233228"/>
                <a:gd name="connsiteY17" fmla="*/ 144272 h 326519"/>
                <a:gd name="connsiteX18" fmla="*/ 181988 w 233228"/>
                <a:gd name="connsiteY18" fmla="*/ 150103 h 326519"/>
                <a:gd name="connsiteX19" fmla="*/ 188169 w 233228"/>
                <a:gd name="connsiteY19" fmla="*/ 164738 h 326519"/>
                <a:gd name="connsiteX20" fmla="*/ 181988 w 233228"/>
                <a:gd name="connsiteY20" fmla="*/ 179431 h 326519"/>
                <a:gd name="connsiteX21" fmla="*/ 166478 w 233228"/>
                <a:gd name="connsiteY21" fmla="*/ 185262 h 326519"/>
                <a:gd name="connsiteX22" fmla="*/ 44384 w 233228"/>
                <a:gd name="connsiteY22" fmla="*/ 185262 h 326519"/>
                <a:gd name="connsiteX23" fmla="*/ 44384 w 233228"/>
                <a:gd name="connsiteY23" fmla="*/ 291323 h 326519"/>
                <a:gd name="connsiteX24" fmla="*/ 214523 w 233228"/>
                <a:gd name="connsiteY24" fmla="*/ 291323 h 326519"/>
                <a:gd name="connsiteX25" fmla="*/ 230266 w 233228"/>
                <a:gd name="connsiteY25" fmla="*/ 296804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3228" h="326519">
                  <a:moveTo>
                    <a:pt x="230267" y="296804"/>
                  </a:moveTo>
                  <a:cubicBezTo>
                    <a:pt x="234204" y="300582"/>
                    <a:pt x="236328" y="305870"/>
                    <a:pt x="236097" y="311322"/>
                  </a:cubicBezTo>
                  <a:cubicBezTo>
                    <a:pt x="236374" y="316936"/>
                    <a:pt x="234255" y="322404"/>
                    <a:pt x="230267" y="326365"/>
                  </a:cubicBezTo>
                  <a:cubicBezTo>
                    <a:pt x="226018" y="330349"/>
                    <a:pt x="220343" y="332451"/>
                    <a:pt x="214524" y="332196"/>
                  </a:cubicBezTo>
                  <a:lnTo>
                    <a:pt x="22110" y="332196"/>
                  </a:lnTo>
                  <a:cubicBezTo>
                    <a:pt x="16210" y="332346"/>
                    <a:pt x="10510" y="330045"/>
                    <a:pt x="6367" y="325840"/>
                  </a:cubicBezTo>
                  <a:cubicBezTo>
                    <a:pt x="2187" y="321682"/>
                    <a:pt x="-110" y="315993"/>
                    <a:pt x="12" y="310098"/>
                  </a:cubicBezTo>
                  <a:lnTo>
                    <a:pt x="12" y="22119"/>
                  </a:lnTo>
                  <a:cubicBezTo>
                    <a:pt x="-189" y="16141"/>
                    <a:pt x="2115" y="10350"/>
                    <a:pt x="6367" y="6143"/>
                  </a:cubicBezTo>
                  <a:cubicBezTo>
                    <a:pt x="10583" y="2076"/>
                    <a:pt x="16254" y="-130"/>
                    <a:pt x="22110" y="21"/>
                  </a:cubicBezTo>
                  <a:lnTo>
                    <a:pt x="214523" y="21"/>
                  </a:lnTo>
                  <a:cubicBezTo>
                    <a:pt x="220342" y="-234"/>
                    <a:pt x="226017" y="1868"/>
                    <a:pt x="230266" y="5851"/>
                  </a:cubicBezTo>
                  <a:cubicBezTo>
                    <a:pt x="234245" y="9843"/>
                    <a:pt x="236361" y="15324"/>
                    <a:pt x="236097" y="20953"/>
                  </a:cubicBezTo>
                  <a:cubicBezTo>
                    <a:pt x="236333" y="26389"/>
                    <a:pt x="234207" y="31662"/>
                    <a:pt x="230266" y="35413"/>
                  </a:cubicBezTo>
                  <a:cubicBezTo>
                    <a:pt x="225934" y="39230"/>
                    <a:pt x="220290" y="41216"/>
                    <a:pt x="214523" y="40952"/>
                  </a:cubicBezTo>
                  <a:lnTo>
                    <a:pt x="44384" y="40952"/>
                  </a:lnTo>
                  <a:lnTo>
                    <a:pt x="44384" y="144272"/>
                  </a:lnTo>
                  <a:lnTo>
                    <a:pt x="166478" y="144272"/>
                  </a:lnTo>
                  <a:cubicBezTo>
                    <a:pt x="172213" y="144106"/>
                    <a:pt x="177783" y="146200"/>
                    <a:pt x="181988" y="150103"/>
                  </a:cubicBezTo>
                  <a:cubicBezTo>
                    <a:pt x="186073" y="153854"/>
                    <a:pt x="188328" y="159194"/>
                    <a:pt x="188169" y="164738"/>
                  </a:cubicBezTo>
                  <a:cubicBezTo>
                    <a:pt x="188314" y="170296"/>
                    <a:pt x="186063" y="175649"/>
                    <a:pt x="181988" y="179431"/>
                  </a:cubicBezTo>
                  <a:cubicBezTo>
                    <a:pt x="177773" y="183318"/>
                    <a:pt x="172210" y="185410"/>
                    <a:pt x="166478" y="185262"/>
                  </a:cubicBezTo>
                  <a:lnTo>
                    <a:pt x="44384" y="185262"/>
                  </a:lnTo>
                  <a:lnTo>
                    <a:pt x="44384" y="291323"/>
                  </a:lnTo>
                  <a:lnTo>
                    <a:pt x="214523" y="291323"/>
                  </a:lnTo>
                  <a:cubicBezTo>
                    <a:pt x="220283" y="291037"/>
                    <a:pt x="225929" y="293002"/>
                    <a:pt x="230266" y="296804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8F4D99F-2F9C-4E9D-88D1-B71C5375C4A8}"/>
                </a:ext>
              </a:extLst>
            </p:cNvPr>
            <p:cNvSpPr/>
            <p:nvPr/>
          </p:nvSpPr>
          <p:spPr>
            <a:xfrm>
              <a:off x="13183345" y="2673746"/>
              <a:ext cx="262382" cy="326519"/>
            </a:xfrm>
            <a:custGeom>
              <a:avLst/>
              <a:gdLst>
                <a:gd name="connsiteX0" fmla="*/ 230506 w 262381"/>
                <a:gd name="connsiteY0" fmla="*/ 6132 h 326519"/>
                <a:gd name="connsiteX1" fmla="*/ 246249 w 262381"/>
                <a:gd name="connsiteY1" fmla="*/ 10 h 326519"/>
                <a:gd name="connsiteX2" fmla="*/ 261759 w 262381"/>
                <a:gd name="connsiteY2" fmla="*/ 6132 h 326519"/>
                <a:gd name="connsiteX3" fmla="*/ 267939 w 262381"/>
                <a:gd name="connsiteY3" fmla="*/ 22109 h 326519"/>
                <a:gd name="connsiteX4" fmla="*/ 267939 w 262381"/>
                <a:gd name="connsiteY4" fmla="*/ 309970 h 326519"/>
                <a:gd name="connsiteX5" fmla="*/ 261759 w 262381"/>
                <a:gd name="connsiteY5" fmla="*/ 325888 h 326519"/>
                <a:gd name="connsiteX6" fmla="*/ 246249 w 262381"/>
                <a:gd name="connsiteY6" fmla="*/ 332069 h 326519"/>
                <a:gd name="connsiteX7" fmla="*/ 236686 w 262381"/>
                <a:gd name="connsiteY7" fmla="*/ 330145 h 326519"/>
                <a:gd name="connsiteX8" fmla="*/ 229223 w 262381"/>
                <a:gd name="connsiteY8" fmla="*/ 324314 h 326519"/>
                <a:gd name="connsiteX9" fmla="*/ 43808 w 262381"/>
                <a:gd name="connsiteY9" fmla="*/ 77617 h 326519"/>
                <a:gd name="connsiteX10" fmla="*/ 43808 w 262381"/>
                <a:gd name="connsiteY10" fmla="*/ 309970 h 326519"/>
                <a:gd name="connsiteX11" fmla="*/ 37627 w 262381"/>
                <a:gd name="connsiteY11" fmla="*/ 325713 h 326519"/>
                <a:gd name="connsiteX12" fmla="*/ 6199 w 262381"/>
                <a:gd name="connsiteY12" fmla="*/ 325713 h 326519"/>
                <a:gd name="connsiteX13" fmla="*/ 18 w 262381"/>
                <a:gd name="connsiteY13" fmla="*/ 309795 h 326519"/>
                <a:gd name="connsiteX14" fmla="*/ 19 w 262381"/>
                <a:gd name="connsiteY14" fmla="*/ 22109 h 326519"/>
                <a:gd name="connsiteX15" fmla="*/ 6200 w 262381"/>
                <a:gd name="connsiteY15" fmla="*/ 6132 h 326519"/>
                <a:gd name="connsiteX16" fmla="*/ 21710 w 262381"/>
                <a:gd name="connsiteY16" fmla="*/ 10 h 326519"/>
                <a:gd name="connsiteX17" fmla="*/ 31039 w 262381"/>
                <a:gd name="connsiteY17" fmla="*/ 2343 h 326519"/>
                <a:gd name="connsiteX18" fmla="*/ 38677 w 262381"/>
                <a:gd name="connsiteY18" fmla="*/ 8173 h 326519"/>
                <a:gd name="connsiteX19" fmla="*/ 224092 w 262381"/>
                <a:gd name="connsiteY19" fmla="*/ 254870 h 326519"/>
                <a:gd name="connsiteX20" fmla="*/ 224092 w 262381"/>
                <a:gd name="connsiteY20" fmla="*/ 22225 h 326519"/>
                <a:gd name="connsiteX21" fmla="*/ 230506 w 262381"/>
                <a:gd name="connsiteY21" fmla="*/ 6132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2381" h="326519">
                  <a:moveTo>
                    <a:pt x="230506" y="6132"/>
                  </a:moveTo>
                  <a:cubicBezTo>
                    <a:pt x="234722" y="2065"/>
                    <a:pt x="240393" y="-140"/>
                    <a:pt x="246249" y="10"/>
                  </a:cubicBezTo>
                  <a:cubicBezTo>
                    <a:pt x="252041" y="-171"/>
                    <a:pt x="257652" y="2044"/>
                    <a:pt x="261759" y="6132"/>
                  </a:cubicBezTo>
                  <a:cubicBezTo>
                    <a:pt x="265912" y="10392"/>
                    <a:pt x="268144" y="16163"/>
                    <a:pt x="267939" y="22109"/>
                  </a:cubicBezTo>
                  <a:lnTo>
                    <a:pt x="267939" y="309970"/>
                  </a:lnTo>
                  <a:cubicBezTo>
                    <a:pt x="268156" y="315901"/>
                    <a:pt x="265921" y="321658"/>
                    <a:pt x="261759" y="325888"/>
                  </a:cubicBezTo>
                  <a:cubicBezTo>
                    <a:pt x="257674" y="330016"/>
                    <a:pt x="252054" y="332256"/>
                    <a:pt x="246249" y="332069"/>
                  </a:cubicBezTo>
                  <a:cubicBezTo>
                    <a:pt x="242968" y="332039"/>
                    <a:pt x="239723" y="331386"/>
                    <a:pt x="236686" y="330145"/>
                  </a:cubicBezTo>
                  <a:cubicBezTo>
                    <a:pt x="233655" y="329020"/>
                    <a:pt x="231048" y="326983"/>
                    <a:pt x="229223" y="324314"/>
                  </a:cubicBezTo>
                  <a:lnTo>
                    <a:pt x="43808" y="77617"/>
                  </a:lnTo>
                  <a:lnTo>
                    <a:pt x="43808" y="309970"/>
                  </a:lnTo>
                  <a:cubicBezTo>
                    <a:pt x="43963" y="315838"/>
                    <a:pt x="41733" y="321518"/>
                    <a:pt x="37627" y="325713"/>
                  </a:cubicBezTo>
                  <a:cubicBezTo>
                    <a:pt x="28812" y="334058"/>
                    <a:pt x="15013" y="334058"/>
                    <a:pt x="6199" y="325713"/>
                  </a:cubicBezTo>
                  <a:cubicBezTo>
                    <a:pt x="2013" y="321499"/>
                    <a:pt x="-227" y="315730"/>
                    <a:pt x="18" y="309795"/>
                  </a:cubicBezTo>
                  <a:lnTo>
                    <a:pt x="19" y="22109"/>
                  </a:lnTo>
                  <a:cubicBezTo>
                    <a:pt x="-214" y="16158"/>
                    <a:pt x="2022" y="10377"/>
                    <a:pt x="6200" y="6132"/>
                  </a:cubicBezTo>
                  <a:cubicBezTo>
                    <a:pt x="10307" y="2044"/>
                    <a:pt x="15917" y="-171"/>
                    <a:pt x="21710" y="10"/>
                  </a:cubicBezTo>
                  <a:cubicBezTo>
                    <a:pt x="24960" y="36"/>
                    <a:pt x="28158" y="835"/>
                    <a:pt x="31039" y="2343"/>
                  </a:cubicBezTo>
                  <a:cubicBezTo>
                    <a:pt x="33948" y="3759"/>
                    <a:pt x="36544" y="5741"/>
                    <a:pt x="38677" y="8173"/>
                  </a:cubicBezTo>
                  <a:lnTo>
                    <a:pt x="224092" y="254870"/>
                  </a:lnTo>
                  <a:lnTo>
                    <a:pt x="224092" y="22225"/>
                  </a:lnTo>
                  <a:cubicBezTo>
                    <a:pt x="223852" y="16194"/>
                    <a:pt x="226183" y="10344"/>
                    <a:pt x="230506" y="6132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91E4F55-280A-4F07-8C22-DB8CA36A778E}"/>
                </a:ext>
              </a:extLst>
            </p:cNvPr>
            <p:cNvSpPr/>
            <p:nvPr/>
          </p:nvSpPr>
          <p:spPr>
            <a:xfrm>
              <a:off x="10374349" y="3357155"/>
              <a:ext cx="233228" cy="332350"/>
            </a:xfrm>
            <a:custGeom>
              <a:avLst/>
              <a:gdLst>
                <a:gd name="connsiteX0" fmla="*/ 230270 w 233228"/>
                <a:gd name="connsiteY0" fmla="*/ 297092 h 332350"/>
                <a:gd name="connsiteX1" fmla="*/ 236100 w 233228"/>
                <a:gd name="connsiteY1" fmla="*/ 311552 h 332350"/>
                <a:gd name="connsiteX2" fmla="*/ 230270 w 233228"/>
                <a:gd name="connsiteY2" fmla="*/ 326654 h 332350"/>
                <a:gd name="connsiteX3" fmla="*/ 214527 w 233228"/>
                <a:gd name="connsiteY3" fmla="*/ 332485 h 332350"/>
                <a:gd name="connsiteX4" fmla="*/ 22113 w 233228"/>
                <a:gd name="connsiteY4" fmla="*/ 332485 h 332350"/>
                <a:gd name="connsiteX5" fmla="*/ 14 w 233228"/>
                <a:gd name="connsiteY5" fmla="*/ 310974 h 332350"/>
                <a:gd name="connsiteX6" fmla="*/ 15 w 233228"/>
                <a:gd name="connsiteY6" fmla="*/ 310328 h 332350"/>
                <a:gd name="connsiteX7" fmla="*/ 15 w 233228"/>
                <a:gd name="connsiteY7" fmla="*/ 22175 h 332350"/>
                <a:gd name="connsiteX8" fmla="*/ 6370 w 233228"/>
                <a:gd name="connsiteY8" fmla="*/ 6199 h 332350"/>
                <a:gd name="connsiteX9" fmla="*/ 22113 w 233228"/>
                <a:gd name="connsiteY9" fmla="*/ 18 h 332350"/>
                <a:gd name="connsiteX10" fmla="*/ 214527 w 233228"/>
                <a:gd name="connsiteY10" fmla="*/ 18 h 332350"/>
                <a:gd name="connsiteX11" fmla="*/ 230270 w 233228"/>
                <a:gd name="connsiteY11" fmla="*/ 5849 h 332350"/>
                <a:gd name="connsiteX12" fmla="*/ 236100 w 233228"/>
                <a:gd name="connsiteY12" fmla="*/ 20950 h 332350"/>
                <a:gd name="connsiteX13" fmla="*/ 230270 w 233228"/>
                <a:gd name="connsiteY13" fmla="*/ 35410 h 332350"/>
                <a:gd name="connsiteX14" fmla="*/ 214527 w 233228"/>
                <a:gd name="connsiteY14" fmla="*/ 40949 h 332350"/>
                <a:gd name="connsiteX15" fmla="*/ 44270 w 233228"/>
                <a:gd name="connsiteY15" fmla="*/ 40949 h 332350"/>
                <a:gd name="connsiteX16" fmla="*/ 44270 w 233228"/>
                <a:gd name="connsiteY16" fmla="*/ 144269 h 332350"/>
                <a:gd name="connsiteX17" fmla="*/ 166715 w 233228"/>
                <a:gd name="connsiteY17" fmla="*/ 144269 h 332350"/>
                <a:gd name="connsiteX18" fmla="*/ 182283 w 233228"/>
                <a:gd name="connsiteY18" fmla="*/ 150100 h 332350"/>
                <a:gd name="connsiteX19" fmla="*/ 182283 w 233228"/>
                <a:gd name="connsiteY19" fmla="*/ 179254 h 332350"/>
                <a:gd name="connsiteX20" fmla="*/ 166715 w 233228"/>
                <a:gd name="connsiteY20" fmla="*/ 185084 h 332350"/>
                <a:gd name="connsiteX21" fmla="*/ 44270 w 233228"/>
                <a:gd name="connsiteY21" fmla="*/ 185084 h 332350"/>
                <a:gd name="connsiteX22" fmla="*/ 44270 w 233228"/>
                <a:gd name="connsiteY22" fmla="*/ 291262 h 332350"/>
                <a:gd name="connsiteX23" fmla="*/ 214527 w 233228"/>
                <a:gd name="connsiteY23" fmla="*/ 291262 h 332350"/>
                <a:gd name="connsiteX24" fmla="*/ 230270 w 233228"/>
                <a:gd name="connsiteY24" fmla="*/ 297092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3228" h="332350">
                  <a:moveTo>
                    <a:pt x="230270" y="297092"/>
                  </a:moveTo>
                  <a:cubicBezTo>
                    <a:pt x="234179" y="300865"/>
                    <a:pt x="236299" y="306123"/>
                    <a:pt x="236100" y="311552"/>
                  </a:cubicBezTo>
                  <a:cubicBezTo>
                    <a:pt x="236350" y="317179"/>
                    <a:pt x="234236" y="322655"/>
                    <a:pt x="230270" y="326654"/>
                  </a:cubicBezTo>
                  <a:cubicBezTo>
                    <a:pt x="226010" y="330621"/>
                    <a:pt x="220342" y="332720"/>
                    <a:pt x="214527" y="332485"/>
                  </a:cubicBezTo>
                  <a:lnTo>
                    <a:pt x="22113" y="332485"/>
                  </a:lnTo>
                  <a:cubicBezTo>
                    <a:pt x="10071" y="332647"/>
                    <a:pt x="177" y="323017"/>
                    <a:pt x="14" y="310974"/>
                  </a:cubicBezTo>
                  <a:cubicBezTo>
                    <a:pt x="11" y="310759"/>
                    <a:pt x="12" y="310543"/>
                    <a:pt x="15" y="310328"/>
                  </a:cubicBezTo>
                  <a:lnTo>
                    <a:pt x="15" y="22175"/>
                  </a:lnTo>
                  <a:cubicBezTo>
                    <a:pt x="-208" y="16192"/>
                    <a:pt x="2099" y="10393"/>
                    <a:pt x="6370" y="6199"/>
                  </a:cubicBezTo>
                  <a:cubicBezTo>
                    <a:pt x="10580" y="2116"/>
                    <a:pt x="16250" y="-110"/>
                    <a:pt x="22113" y="18"/>
                  </a:cubicBezTo>
                  <a:lnTo>
                    <a:pt x="214527" y="18"/>
                  </a:lnTo>
                  <a:cubicBezTo>
                    <a:pt x="220342" y="-217"/>
                    <a:pt x="226010" y="1882"/>
                    <a:pt x="230270" y="5849"/>
                  </a:cubicBezTo>
                  <a:cubicBezTo>
                    <a:pt x="234236" y="9848"/>
                    <a:pt x="236350" y="15323"/>
                    <a:pt x="236100" y="20950"/>
                  </a:cubicBezTo>
                  <a:cubicBezTo>
                    <a:pt x="236314" y="26382"/>
                    <a:pt x="234191" y="31646"/>
                    <a:pt x="230270" y="35410"/>
                  </a:cubicBezTo>
                  <a:cubicBezTo>
                    <a:pt x="225929" y="39211"/>
                    <a:pt x="220291" y="41195"/>
                    <a:pt x="214527" y="40949"/>
                  </a:cubicBezTo>
                  <a:lnTo>
                    <a:pt x="44270" y="40949"/>
                  </a:lnTo>
                  <a:lnTo>
                    <a:pt x="44270" y="144269"/>
                  </a:lnTo>
                  <a:lnTo>
                    <a:pt x="166715" y="144269"/>
                  </a:lnTo>
                  <a:cubicBezTo>
                    <a:pt x="172463" y="144125"/>
                    <a:pt x="178044" y="146215"/>
                    <a:pt x="182283" y="150100"/>
                  </a:cubicBezTo>
                  <a:cubicBezTo>
                    <a:pt x="190287" y="158170"/>
                    <a:pt x="190287" y="171184"/>
                    <a:pt x="182283" y="179254"/>
                  </a:cubicBezTo>
                  <a:cubicBezTo>
                    <a:pt x="178043" y="183139"/>
                    <a:pt x="172463" y="185229"/>
                    <a:pt x="166715" y="185084"/>
                  </a:cubicBezTo>
                  <a:lnTo>
                    <a:pt x="44270" y="185084"/>
                  </a:lnTo>
                  <a:lnTo>
                    <a:pt x="44270" y="291262"/>
                  </a:lnTo>
                  <a:lnTo>
                    <a:pt x="214527" y="291262"/>
                  </a:lnTo>
                  <a:cubicBezTo>
                    <a:pt x="220331" y="291096"/>
                    <a:pt x="225973" y="293186"/>
                    <a:pt x="230270" y="297092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AAC2C53-5100-4284-BA7D-1065B5CD0451}"/>
                </a:ext>
              </a:extLst>
            </p:cNvPr>
            <p:cNvSpPr/>
            <p:nvPr/>
          </p:nvSpPr>
          <p:spPr>
            <a:xfrm>
              <a:off x="10820757" y="3356908"/>
              <a:ext cx="262382" cy="332350"/>
            </a:xfrm>
            <a:custGeom>
              <a:avLst/>
              <a:gdLst>
                <a:gd name="connsiteX0" fmla="*/ 258423 w 262381"/>
                <a:gd name="connsiteY0" fmla="*/ 296698 h 332350"/>
                <a:gd name="connsiteX1" fmla="*/ 263087 w 262381"/>
                <a:gd name="connsiteY1" fmla="*/ 311158 h 332350"/>
                <a:gd name="connsiteX2" fmla="*/ 257256 w 262381"/>
                <a:gd name="connsiteY2" fmla="*/ 326026 h 332350"/>
                <a:gd name="connsiteX3" fmla="*/ 242388 w 262381"/>
                <a:gd name="connsiteY3" fmla="*/ 332440 h 332350"/>
                <a:gd name="connsiteX4" fmla="*/ 225363 w 262381"/>
                <a:gd name="connsiteY4" fmla="*/ 324335 h 332350"/>
                <a:gd name="connsiteX5" fmla="*/ 133121 w 262381"/>
                <a:gd name="connsiteY5" fmla="*/ 196060 h 332350"/>
                <a:gd name="connsiteX6" fmla="*/ 35282 w 262381"/>
                <a:gd name="connsiteY6" fmla="*/ 325735 h 332350"/>
                <a:gd name="connsiteX7" fmla="*/ 20005 w 262381"/>
                <a:gd name="connsiteY7" fmla="*/ 332148 h 332350"/>
                <a:gd name="connsiteX8" fmla="*/ 5312 w 262381"/>
                <a:gd name="connsiteY8" fmla="*/ 326317 h 332350"/>
                <a:gd name="connsiteX9" fmla="*/ 6 w 262381"/>
                <a:gd name="connsiteY9" fmla="*/ 311857 h 332350"/>
                <a:gd name="connsiteX10" fmla="*/ 5079 w 262381"/>
                <a:gd name="connsiteY10" fmla="*/ 296523 h 332350"/>
                <a:gd name="connsiteX11" fmla="*/ 104201 w 262381"/>
                <a:gd name="connsiteY11" fmla="*/ 164691 h 332350"/>
                <a:gd name="connsiteX12" fmla="*/ 10909 w 262381"/>
                <a:gd name="connsiteY12" fmla="*/ 34957 h 332350"/>
                <a:gd name="connsiteX13" fmla="*/ 6653 w 262381"/>
                <a:gd name="connsiteY13" fmla="*/ 21780 h 332350"/>
                <a:gd name="connsiteX14" fmla="*/ 12192 w 262381"/>
                <a:gd name="connsiteY14" fmla="*/ 6504 h 332350"/>
                <a:gd name="connsiteX15" fmla="*/ 27061 w 262381"/>
                <a:gd name="connsiteY15" fmla="*/ 90 h 332350"/>
                <a:gd name="connsiteX16" fmla="*/ 42804 w 262381"/>
                <a:gd name="connsiteY16" fmla="*/ 6504 h 332350"/>
                <a:gd name="connsiteX17" fmla="*/ 134287 w 262381"/>
                <a:gd name="connsiteY17" fmla="*/ 133380 h 332350"/>
                <a:gd name="connsiteX18" fmla="*/ 229561 w 262381"/>
                <a:gd name="connsiteY18" fmla="*/ 6678 h 332350"/>
                <a:gd name="connsiteX19" fmla="*/ 245304 w 262381"/>
                <a:gd name="connsiteY19" fmla="*/ 265 h 332350"/>
                <a:gd name="connsiteX20" fmla="*/ 259531 w 262381"/>
                <a:gd name="connsiteY20" fmla="*/ 6095 h 332350"/>
                <a:gd name="connsiteX21" fmla="*/ 264837 w 262381"/>
                <a:gd name="connsiteY21" fmla="*/ 20497 h 332350"/>
                <a:gd name="connsiteX22" fmla="*/ 260172 w 262381"/>
                <a:gd name="connsiteY22" fmla="*/ 34957 h 332350"/>
                <a:gd name="connsiteX23" fmla="*/ 163440 w 262381"/>
                <a:gd name="connsiteY23" fmla="*/ 164457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2381" h="332350">
                  <a:moveTo>
                    <a:pt x="258423" y="296698"/>
                  </a:moveTo>
                  <a:cubicBezTo>
                    <a:pt x="261450" y="300912"/>
                    <a:pt x="263081" y="305969"/>
                    <a:pt x="263087" y="311158"/>
                  </a:cubicBezTo>
                  <a:cubicBezTo>
                    <a:pt x="263065" y="316667"/>
                    <a:pt x="260986" y="321970"/>
                    <a:pt x="257256" y="326026"/>
                  </a:cubicBezTo>
                  <a:cubicBezTo>
                    <a:pt x="253535" y="330315"/>
                    <a:pt x="248062" y="332676"/>
                    <a:pt x="242388" y="332440"/>
                  </a:cubicBezTo>
                  <a:cubicBezTo>
                    <a:pt x="235736" y="332650"/>
                    <a:pt x="229394" y="329630"/>
                    <a:pt x="225363" y="324335"/>
                  </a:cubicBezTo>
                  <a:lnTo>
                    <a:pt x="133121" y="196060"/>
                  </a:lnTo>
                  <a:lnTo>
                    <a:pt x="35282" y="325735"/>
                  </a:lnTo>
                  <a:cubicBezTo>
                    <a:pt x="31297" y="329894"/>
                    <a:pt x="25766" y="332216"/>
                    <a:pt x="20005" y="332148"/>
                  </a:cubicBezTo>
                  <a:cubicBezTo>
                    <a:pt x="14487" y="332470"/>
                    <a:pt x="9108" y="330335"/>
                    <a:pt x="5312" y="326317"/>
                  </a:cubicBezTo>
                  <a:cubicBezTo>
                    <a:pt x="1775" y="322344"/>
                    <a:pt x="-122" y="317176"/>
                    <a:pt x="6" y="311857"/>
                  </a:cubicBezTo>
                  <a:cubicBezTo>
                    <a:pt x="-50" y="306325"/>
                    <a:pt x="1735" y="300931"/>
                    <a:pt x="5079" y="296523"/>
                  </a:cubicBezTo>
                  <a:lnTo>
                    <a:pt x="104201" y="164691"/>
                  </a:lnTo>
                  <a:lnTo>
                    <a:pt x="10909" y="34957"/>
                  </a:lnTo>
                  <a:cubicBezTo>
                    <a:pt x="8024" y="31182"/>
                    <a:pt x="6522" y="26530"/>
                    <a:pt x="6653" y="21780"/>
                  </a:cubicBezTo>
                  <a:cubicBezTo>
                    <a:pt x="6538" y="16177"/>
                    <a:pt x="8513" y="10731"/>
                    <a:pt x="12192" y="6504"/>
                  </a:cubicBezTo>
                  <a:cubicBezTo>
                    <a:pt x="15914" y="2214"/>
                    <a:pt x="21387" y="-146"/>
                    <a:pt x="27061" y="90"/>
                  </a:cubicBezTo>
                  <a:cubicBezTo>
                    <a:pt x="33046" y="-506"/>
                    <a:pt x="38939" y="1894"/>
                    <a:pt x="42804" y="6504"/>
                  </a:cubicBezTo>
                  <a:lnTo>
                    <a:pt x="134287" y="133380"/>
                  </a:lnTo>
                  <a:lnTo>
                    <a:pt x="229561" y="6678"/>
                  </a:lnTo>
                  <a:cubicBezTo>
                    <a:pt x="233635" y="2366"/>
                    <a:pt x="239376" y="27"/>
                    <a:pt x="245304" y="265"/>
                  </a:cubicBezTo>
                  <a:cubicBezTo>
                    <a:pt x="250679" y="-15"/>
                    <a:pt x="255898" y="2124"/>
                    <a:pt x="259531" y="6095"/>
                  </a:cubicBezTo>
                  <a:cubicBezTo>
                    <a:pt x="263075" y="10042"/>
                    <a:pt x="264973" y="15195"/>
                    <a:pt x="264837" y="20497"/>
                  </a:cubicBezTo>
                  <a:cubicBezTo>
                    <a:pt x="264752" y="25674"/>
                    <a:pt x="263128" y="30707"/>
                    <a:pt x="260172" y="34957"/>
                  </a:cubicBezTo>
                  <a:lnTo>
                    <a:pt x="163440" y="164457"/>
                  </a:ln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A22E212-27B1-4993-BBF5-F7BA68A77323}"/>
                </a:ext>
              </a:extLst>
            </p:cNvPr>
            <p:cNvSpPr/>
            <p:nvPr/>
          </p:nvSpPr>
          <p:spPr>
            <a:xfrm>
              <a:off x="11316885" y="3357159"/>
              <a:ext cx="215736" cy="326519"/>
            </a:xfrm>
            <a:custGeom>
              <a:avLst/>
              <a:gdLst>
                <a:gd name="connsiteX0" fmla="*/ 38086 w 215736"/>
                <a:gd name="connsiteY0" fmla="*/ 325775 h 326519"/>
                <a:gd name="connsiteX1" fmla="*/ 6367 w 215736"/>
                <a:gd name="connsiteY1" fmla="*/ 325775 h 326519"/>
                <a:gd name="connsiteX2" fmla="*/ 12 w 215736"/>
                <a:gd name="connsiteY2" fmla="*/ 310032 h 326519"/>
                <a:gd name="connsiteX3" fmla="*/ 12 w 215736"/>
                <a:gd name="connsiteY3" fmla="*/ 22170 h 326519"/>
                <a:gd name="connsiteX4" fmla="*/ 6367 w 215736"/>
                <a:gd name="connsiteY4" fmla="*/ 6194 h 326519"/>
                <a:gd name="connsiteX5" fmla="*/ 22110 w 215736"/>
                <a:gd name="connsiteY5" fmla="*/ 14 h 326519"/>
                <a:gd name="connsiteX6" fmla="*/ 107180 w 215736"/>
                <a:gd name="connsiteY6" fmla="*/ 13 h 326519"/>
                <a:gd name="connsiteX7" fmla="*/ 163563 w 215736"/>
                <a:gd name="connsiteY7" fmla="*/ 14065 h 326519"/>
                <a:gd name="connsiteX8" fmla="*/ 202220 w 215736"/>
                <a:gd name="connsiteY8" fmla="*/ 53189 h 326519"/>
                <a:gd name="connsiteX9" fmla="*/ 216039 w 215736"/>
                <a:gd name="connsiteY9" fmla="*/ 110155 h 326519"/>
                <a:gd name="connsiteX10" fmla="*/ 202220 w 215736"/>
                <a:gd name="connsiteY10" fmla="*/ 165489 h 326519"/>
                <a:gd name="connsiteX11" fmla="*/ 163563 w 215736"/>
                <a:gd name="connsiteY11" fmla="*/ 203330 h 326519"/>
                <a:gd name="connsiteX12" fmla="*/ 107180 w 215736"/>
                <a:gd name="connsiteY12" fmla="*/ 216916 h 326519"/>
                <a:gd name="connsiteX13" fmla="*/ 44267 w 215736"/>
                <a:gd name="connsiteY13" fmla="*/ 216916 h 326519"/>
                <a:gd name="connsiteX14" fmla="*/ 44267 w 215736"/>
                <a:gd name="connsiteY14" fmla="*/ 310207 h 326519"/>
                <a:gd name="connsiteX15" fmla="*/ 38086 w 215736"/>
                <a:gd name="connsiteY15" fmla="*/ 325775 h 326519"/>
                <a:gd name="connsiteX16" fmla="*/ 154700 w 215736"/>
                <a:gd name="connsiteY16" fmla="*/ 157617 h 326519"/>
                <a:gd name="connsiteX17" fmla="*/ 173416 w 215736"/>
                <a:gd name="connsiteY17" fmla="*/ 110155 h 326519"/>
                <a:gd name="connsiteX18" fmla="*/ 154700 w 215736"/>
                <a:gd name="connsiteY18" fmla="*/ 60419 h 326519"/>
                <a:gd name="connsiteX19" fmla="*/ 107063 w 215736"/>
                <a:gd name="connsiteY19" fmla="*/ 40886 h 326519"/>
                <a:gd name="connsiteX20" fmla="*/ 44150 w 215736"/>
                <a:gd name="connsiteY20" fmla="*/ 40887 h 326519"/>
                <a:gd name="connsiteX21" fmla="*/ 44150 w 215736"/>
                <a:gd name="connsiteY21" fmla="*/ 176101 h 326519"/>
                <a:gd name="connsiteX22" fmla="*/ 107064 w 215736"/>
                <a:gd name="connsiteY22" fmla="*/ 176101 h 326519"/>
                <a:gd name="connsiteX23" fmla="*/ 154817 w 215736"/>
                <a:gd name="connsiteY23" fmla="*/ 157617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736" h="326519">
                  <a:moveTo>
                    <a:pt x="38086" y="325775"/>
                  </a:moveTo>
                  <a:cubicBezTo>
                    <a:pt x="29246" y="334335"/>
                    <a:pt x="15207" y="334335"/>
                    <a:pt x="6367" y="325775"/>
                  </a:cubicBezTo>
                  <a:cubicBezTo>
                    <a:pt x="2187" y="321616"/>
                    <a:pt x="-110" y="315928"/>
                    <a:pt x="12" y="310032"/>
                  </a:cubicBezTo>
                  <a:lnTo>
                    <a:pt x="12" y="22170"/>
                  </a:lnTo>
                  <a:cubicBezTo>
                    <a:pt x="-189" y="16192"/>
                    <a:pt x="2115" y="10401"/>
                    <a:pt x="6367" y="6194"/>
                  </a:cubicBezTo>
                  <a:cubicBezTo>
                    <a:pt x="10577" y="2111"/>
                    <a:pt x="16247" y="-115"/>
                    <a:pt x="22110" y="14"/>
                  </a:cubicBezTo>
                  <a:lnTo>
                    <a:pt x="107180" y="13"/>
                  </a:lnTo>
                  <a:cubicBezTo>
                    <a:pt x="126877" y="-289"/>
                    <a:pt x="146311" y="4554"/>
                    <a:pt x="163563" y="14065"/>
                  </a:cubicBezTo>
                  <a:cubicBezTo>
                    <a:pt x="179881" y="23199"/>
                    <a:pt x="193283" y="36763"/>
                    <a:pt x="202220" y="53189"/>
                  </a:cubicBezTo>
                  <a:cubicBezTo>
                    <a:pt x="211619" y="70685"/>
                    <a:pt x="216377" y="90298"/>
                    <a:pt x="216039" y="110155"/>
                  </a:cubicBezTo>
                  <a:cubicBezTo>
                    <a:pt x="216379" y="129494"/>
                    <a:pt x="211613" y="148581"/>
                    <a:pt x="202220" y="165489"/>
                  </a:cubicBezTo>
                  <a:cubicBezTo>
                    <a:pt x="193152" y="181489"/>
                    <a:pt x="179753" y="194605"/>
                    <a:pt x="163563" y="203330"/>
                  </a:cubicBezTo>
                  <a:cubicBezTo>
                    <a:pt x="146222" y="212558"/>
                    <a:pt x="126821" y="217233"/>
                    <a:pt x="107180" y="216916"/>
                  </a:cubicBezTo>
                  <a:lnTo>
                    <a:pt x="44267" y="216916"/>
                  </a:lnTo>
                  <a:lnTo>
                    <a:pt x="44267" y="310207"/>
                  </a:lnTo>
                  <a:cubicBezTo>
                    <a:pt x="44349" y="316010"/>
                    <a:pt x="42126" y="321608"/>
                    <a:pt x="38086" y="325775"/>
                  </a:cubicBezTo>
                  <a:close/>
                  <a:moveTo>
                    <a:pt x="154700" y="157617"/>
                  </a:moveTo>
                  <a:cubicBezTo>
                    <a:pt x="167233" y="145066"/>
                    <a:pt x="174009" y="127884"/>
                    <a:pt x="173416" y="110155"/>
                  </a:cubicBezTo>
                  <a:cubicBezTo>
                    <a:pt x="174064" y="91743"/>
                    <a:pt x="167325" y="73837"/>
                    <a:pt x="154700" y="60419"/>
                  </a:cubicBezTo>
                  <a:cubicBezTo>
                    <a:pt x="142317" y="47437"/>
                    <a:pt x="124996" y="40335"/>
                    <a:pt x="107063" y="40886"/>
                  </a:cubicBezTo>
                  <a:lnTo>
                    <a:pt x="44150" y="40887"/>
                  </a:lnTo>
                  <a:lnTo>
                    <a:pt x="44150" y="176101"/>
                  </a:lnTo>
                  <a:lnTo>
                    <a:pt x="107064" y="176101"/>
                  </a:lnTo>
                  <a:cubicBezTo>
                    <a:pt x="124840" y="176732"/>
                    <a:pt x="142098" y="170052"/>
                    <a:pt x="154817" y="157617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89799C3-E17D-4554-9867-69C0A9628884}"/>
                </a:ext>
              </a:extLst>
            </p:cNvPr>
            <p:cNvSpPr/>
            <p:nvPr/>
          </p:nvSpPr>
          <p:spPr>
            <a:xfrm>
              <a:off x="11751739" y="3357152"/>
              <a:ext cx="233228" cy="332350"/>
            </a:xfrm>
            <a:custGeom>
              <a:avLst/>
              <a:gdLst>
                <a:gd name="connsiteX0" fmla="*/ 230267 w 233228"/>
                <a:gd name="connsiteY0" fmla="*/ 297095 h 332350"/>
                <a:gd name="connsiteX1" fmla="*/ 236097 w 233228"/>
                <a:gd name="connsiteY1" fmla="*/ 311555 h 332350"/>
                <a:gd name="connsiteX2" fmla="*/ 230267 w 233228"/>
                <a:gd name="connsiteY2" fmla="*/ 326657 h 332350"/>
                <a:gd name="connsiteX3" fmla="*/ 214524 w 233228"/>
                <a:gd name="connsiteY3" fmla="*/ 332488 h 332350"/>
                <a:gd name="connsiteX4" fmla="*/ 22111 w 233228"/>
                <a:gd name="connsiteY4" fmla="*/ 332488 h 332350"/>
                <a:gd name="connsiteX5" fmla="*/ 11 w 233228"/>
                <a:gd name="connsiteY5" fmla="*/ 310977 h 332350"/>
                <a:gd name="connsiteX6" fmla="*/ 12 w 233228"/>
                <a:gd name="connsiteY6" fmla="*/ 310331 h 332350"/>
                <a:gd name="connsiteX7" fmla="*/ 12 w 233228"/>
                <a:gd name="connsiteY7" fmla="*/ 22178 h 332350"/>
                <a:gd name="connsiteX8" fmla="*/ 6367 w 233228"/>
                <a:gd name="connsiteY8" fmla="*/ 6201 h 332350"/>
                <a:gd name="connsiteX9" fmla="*/ 22110 w 233228"/>
                <a:gd name="connsiteY9" fmla="*/ 21 h 332350"/>
                <a:gd name="connsiteX10" fmla="*/ 214524 w 233228"/>
                <a:gd name="connsiteY10" fmla="*/ 21 h 332350"/>
                <a:gd name="connsiteX11" fmla="*/ 230267 w 233228"/>
                <a:gd name="connsiteY11" fmla="*/ 5851 h 332350"/>
                <a:gd name="connsiteX12" fmla="*/ 236097 w 233228"/>
                <a:gd name="connsiteY12" fmla="*/ 20953 h 332350"/>
                <a:gd name="connsiteX13" fmla="*/ 230267 w 233228"/>
                <a:gd name="connsiteY13" fmla="*/ 35413 h 332350"/>
                <a:gd name="connsiteX14" fmla="*/ 214524 w 233228"/>
                <a:gd name="connsiteY14" fmla="*/ 40952 h 332350"/>
                <a:gd name="connsiteX15" fmla="*/ 44384 w 233228"/>
                <a:gd name="connsiteY15" fmla="*/ 40952 h 332350"/>
                <a:gd name="connsiteX16" fmla="*/ 44384 w 233228"/>
                <a:gd name="connsiteY16" fmla="*/ 144272 h 332350"/>
                <a:gd name="connsiteX17" fmla="*/ 166478 w 233228"/>
                <a:gd name="connsiteY17" fmla="*/ 144272 h 332350"/>
                <a:gd name="connsiteX18" fmla="*/ 181988 w 233228"/>
                <a:gd name="connsiteY18" fmla="*/ 150103 h 332350"/>
                <a:gd name="connsiteX19" fmla="*/ 182034 w 233228"/>
                <a:gd name="connsiteY19" fmla="*/ 179211 h 332350"/>
                <a:gd name="connsiteX20" fmla="*/ 181988 w 233228"/>
                <a:gd name="connsiteY20" fmla="*/ 179257 h 332350"/>
                <a:gd name="connsiteX21" fmla="*/ 166478 w 233228"/>
                <a:gd name="connsiteY21" fmla="*/ 185087 h 332350"/>
                <a:gd name="connsiteX22" fmla="*/ 44384 w 233228"/>
                <a:gd name="connsiteY22" fmla="*/ 185087 h 332350"/>
                <a:gd name="connsiteX23" fmla="*/ 44384 w 233228"/>
                <a:gd name="connsiteY23" fmla="*/ 291264 h 332350"/>
                <a:gd name="connsiteX24" fmla="*/ 214524 w 233228"/>
                <a:gd name="connsiteY24" fmla="*/ 291264 h 332350"/>
                <a:gd name="connsiteX25" fmla="*/ 230267 w 233228"/>
                <a:gd name="connsiteY25" fmla="*/ 297095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3228" h="332350">
                  <a:moveTo>
                    <a:pt x="230267" y="297095"/>
                  </a:moveTo>
                  <a:cubicBezTo>
                    <a:pt x="234201" y="300851"/>
                    <a:pt x="236326" y="306121"/>
                    <a:pt x="236097" y="311555"/>
                  </a:cubicBezTo>
                  <a:cubicBezTo>
                    <a:pt x="236369" y="317186"/>
                    <a:pt x="234252" y="322670"/>
                    <a:pt x="230267" y="326657"/>
                  </a:cubicBezTo>
                  <a:cubicBezTo>
                    <a:pt x="226018" y="330641"/>
                    <a:pt x="220343" y="332743"/>
                    <a:pt x="214524" y="332488"/>
                  </a:cubicBezTo>
                  <a:lnTo>
                    <a:pt x="22111" y="332488"/>
                  </a:lnTo>
                  <a:cubicBezTo>
                    <a:pt x="10069" y="332650"/>
                    <a:pt x="174" y="323019"/>
                    <a:pt x="11" y="310977"/>
                  </a:cubicBezTo>
                  <a:cubicBezTo>
                    <a:pt x="9" y="310762"/>
                    <a:pt x="9" y="310546"/>
                    <a:pt x="12" y="310331"/>
                  </a:cubicBezTo>
                  <a:lnTo>
                    <a:pt x="12" y="22178"/>
                  </a:lnTo>
                  <a:cubicBezTo>
                    <a:pt x="-189" y="16199"/>
                    <a:pt x="2115" y="10408"/>
                    <a:pt x="6367" y="6201"/>
                  </a:cubicBezTo>
                  <a:cubicBezTo>
                    <a:pt x="10577" y="2119"/>
                    <a:pt x="16247" y="-107"/>
                    <a:pt x="22110" y="21"/>
                  </a:cubicBezTo>
                  <a:lnTo>
                    <a:pt x="214524" y="21"/>
                  </a:lnTo>
                  <a:cubicBezTo>
                    <a:pt x="220343" y="-234"/>
                    <a:pt x="226018" y="1868"/>
                    <a:pt x="230267" y="5851"/>
                  </a:cubicBezTo>
                  <a:cubicBezTo>
                    <a:pt x="234252" y="9839"/>
                    <a:pt x="236369" y="15322"/>
                    <a:pt x="236097" y="20953"/>
                  </a:cubicBezTo>
                  <a:cubicBezTo>
                    <a:pt x="236334" y="26389"/>
                    <a:pt x="234208" y="31662"/>
                    <a:pt x="230267" y="35413"/>
                  </a:cubicBezTo>
                  <a:cubicBezTo>
                    <a:pt x="225935" y="39230"/>
                    <a:pt x="220291" y="41216"/>
                    <a:pt x="214524" y="40952"/>
                  </a:cubicBezTo>
                  <a:lnTo>
                    <a:pt x="44384" y="40952"/>
                  </a:lnTo>
                  <a:lnTo>
                    <a:pt x="44384" y="144272"/>
                  </a:lnTo>
                  <a:lnTo>
                    <a:pt x="166478" y="144272"/>
                  </a:lnTo>
                  <a:cubicBezTo>
                    <a:pt x="172210" y="144125"/>
                    <a:pt x="177773" y="146216"/>
                    <a:pt x="181988" y="150103"/>
                  </a:cubicBezTo>
                  <a:cubicBezTo>
                    <a:pt x="190039" y="158128"/>
                    <a:pt x="190059" y="171160"/>
                    <a:pt x="182034" y="179211"/>
                  </a:cubicBezTo>
                  <a:cubicBezTo>
                    <a:pt x="182019" y="179226"/>
                    <a:pt x="182003" y="179242"/>
                    <a:pt x="181988" y="179257"/>
                  </a:cubicBezTo>
                  <a:cubicBezTo>
                    <a:pt x="177773" y="183143"/>
                    <a:pt x="172210" y="185235"/>
                    <a:pt x="166478" y="185087"/>
                  </a:cubicBezTo>
                  <a:lnTo>
                    <a:pt x="44384" y="185087"/>
                  </a:lnTo>
                  <a:lnTo>
                    <a:pt x="44384" y="291264"/>
                  </a:lnTo>
                  <a:lnTo>
                    <a:pt x="214524" y="291264"/>
                  </a:lnTo>
                  <a:cubicBezTo>
                    <a:pt x="220331" y="291080"/>
                    <a:pt x="225980" y="293173"/>
                    <a:pt x="230267" y="297095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4654196-66A5-47C9-8495-6185DDC0C6ED}"/>
                </a:ext>
              </a:extLst>
            </p:cNvPr>
            <p:cNvSpPr/>
            <p:nvPr/>
          </p:nvSpPr>
          <p:spPr>
            <a:xfrm>
              <a:off x="12219650" y="3357156"/>
              <a:ext cx="215736" cy="326519"/>
            </a:xfrm>
            <a:custGeom>
              <a:avLst/>
              <a:gdLst>
                <a:gd name="connsiteX0" fmla="*/ 219949 w 215736"/>
                <a:gd name="connsiteY0" fmla="*/ 312192 h 326519"/>
                <a:gd name="connsiteX1" fmla="*/ 214118 w 215736"/>
                <a:gd name="connsiteY1" fmla="*/ 326419 h 326519"/>
                <a:gd name="connsiteX2" fmla="*/ 198608 w 215736"/>
                <a:gd name="connsiteY2" fmla="*/ 332250 h 326519"/>
                <a:gd name="connsiteX3" fmla="*/ 179483 w 215736"/>
                <a:gd name="connsiteY3" fmla="*/ 321580 h 326519"/>
                <a:gd name="connsiteX4" fmla="*/ 106308 w 215736"/>
                <a:gd name="connsiteY4" fmla="*/ 204208 h 326519"/>
                <a:gd name="connsiteX5" fmla="*/ 44211 w 215736"/>
                <a:gd name="connsiteY5" fmla="*/ 204208 h 326519"/>
                <a:gd name="connsiteX6" fmla="*/ 44211 w 215736"/>
                <a:gd name="connsiteY6" fmla="*/ 310093 h 326519"/>
                <a:gd name="connsiteX7" fmla="*/ 38030 w 215736"/>
                <a:gd name="connsiteY7" fmla="*/ 325836 h 326519"/>
                <a:gd name="connsiteX8" fmla="*/ 22113 w 215736"/>
                <a:gd name="connsiteY8" fmla="*/ 332250 h 326519"/>
                <a:gd name="connsiteX9" fmla="*/ 13 w 215736"/>
                <a:gd name="connsiteY9" fmla="*/ 310739 h 326519"/>
                <a:gd name="connsiteX10" fmla="*/ 14 w 215736"/>
                <a:gd name="connsiteY10" fmla="*/ 310093 h 326519"/>
                <a:gd name="connsiteX11" fmla="*/ 15 w 215736"/>
                <a:gd name="connsiteY11" fmla="*/ 22173 h 326519"/>
                <a:gd name="connsiteX12" fmla="*/ 6370 w 215736"/>
                <a:gd name="connsiteY12" fmla="*/ 6197 h 326519"/>
                <a:gd name="connsiteX13" fmla="*/ 22113 w 215736"/>
                <a:gd name="connsiteY13" fmla="*/ 16 h 326519"/>
                <a:gd name="connsiteX14" fmla="*/ 98671 w 215736"/>
                <a:gd name="connsiteY14" fmla="*/ 16 h 326519"/>
                <a:gd name="connsiteX15" fmla="*/ 154995 w 215736"/>
                <a:gd name="connsiteY15" fmla="*/ 13252 h 326519"/>
                <a:gd name="connsiteX16" fmla="*/ 193711 w 215736"/>
                <a:gd name="connsiteY16" fmla="*/ 50219 h 326519"/>
                <a:gd name="connsiteX17" fmla="*/ 207530 w 215736"/>
                <a:gd name="connsiteY17" fmla="*/ 104619 h 326519"/>
                <a:gd name="connsiteX18" fmla="*/ 150564 w 215736"/>
                <a:gd name="connsiteY18" fmla="*/ 193537 h 326519"/>
                <a:gd name="connsiteX19" fmla="*/ 215634 w 215736"/>
                <a:gd name="connsiteY19" fmla="*/ 298140 h 326519"/>
                <a:gd name="connsiteX20" fmla="*/ 219949 w 215736"/>
                <a:gd name="connsiteY20" fmla="*/ 312192 h 326519"/>
                <a:gd name="connsiteX21" fmla="*/ 98728 w 215736"/>
                <a:gd name="connsiteY21" fmla="*/ 163334 h 326519"/>
                <a:gd name="connsiteX22" fmla="*/ 146365 w 215736"/>
                <a:gd name="connsiteY22" fmla="*/ 146950 h 326519"/>
                <a:gd name="connsiteX23" fmla="*/ 165082 w 215736"/>
                <a:gd name="connsiteY23" fmla="*/ 104619 h 326519"/>
                <a:gd name="connsiteX24" fmla="*/ 146365 w 215736"/>
                <a:gd name="connsiteY24" fmla="*/ 58732 h 326519"/>
                <a:gd name="connsiteX25" fmla="*/ 98728 w 215736"/>
                <a:gd name="connsiteY25" fmla="*/ 40890 h 326519"/>
                <a:gd name="connsiteX26" fmla="*/ 44270 w 215736"/>
                <a:gd name="connsiteY26" fmla="*/ 40890 h 326519"/>
                <a:gd name="connsiteX27" fmla="*/ 44270 w 215736"/>
                <a:gd name="connsiteY27" fmla="*/ 163334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15736" h="326519">
                  <a:moveTo>
                    <a:pt x="219949" y="312192"/>
                  </a:moveTo>
                  <a:cubicBezTo>
                    <a:pt x="220074" y="317540"/>
                    <a:pt x="217960" y="322698"/>
                    <a:pt x="214118" y="326419"/>
                  </a:cubicBezTo>
                  <a:cubicBezTo>
                    <a:pt x="209978" y="330425"/>
                    <a:pt x="204363" y="332536"/>
                    <a:pt x="198608" y="332250"/>
                  </a:cubicBezTo>
                  <a:cubicBezTo>
                    <a:pt x="190758" y="332472"/>
                    <a:pt x="183418" y="328376"/>
                    <a:pt x="179483" y="321580"/>
                  </a:cubicBezTo>
                  <a:lnTo>
                    <a:pt x="106308" y="204208"/>
                  </a:lnTo>
                  <a:lnTo>
                    <a:pt x="44211" y="204208"/>
                  </a:lnTo>
                  <a:lnTo>
                    <a:pt x="44211" y="310093"/>
                  </a:lnTo>
                  <a:cubicBezTo>
                    <a:pt x="44366" y="315961"/>
                    <a:pt x="42136" y="321641"/>
                    <a:pt x="38030" y="325836"/>
                  </a:cubicBezTo>
                  <a:cubicBezTo>
                    <a:pt x="33872" y="330132"/>
                    <a:pt x="28087" y="332463"/>
                    <a:pt x="22113" y="332250"/>
                  </a:cubicBezTo>
                  <a:cubicBezTo>
                    <a:pt x="10070" y="332412"/>
                    <a:pt x="176" y="322782"/>
                    <a:pt x="13" y="310739"/>
                  </a:cubicBezTo>
                  <a:cubicBezTo>
                    <a:pt x="10" y="310524"/>
                    <a:pt x="10" y="310308"/>
                    <a:pt x="14" y="310093"/>
                  </a:cubicBezTo>
                  <a:lnTo>
                    <a:pt x="15" y="22173"/>
                  </a:lnTo>
                  <a:cubicBezTo>
                    <a:pt x="-208" y="16191"/>
                    <a:pt x="2099" y="10391"/>
                    <a:pt x="6370" y="6197"/>
                  </a:cubicBezTo>
                  <a:cubicBezTo>
                    <a:pt x="10580" y="2114"/>
                    <a:pt x="16250" y="-112"/>
                    <a:pt x="22113" y="16"/>
                  </a:cubicBezTo>
                  <a:lnTo>
                    <a:pt x="98671" y="16"/>
                  </a:lnTo>
                  <a:cubicBezTo>
                    <a:pt x="118252" y="-309"/>
                    <a:pt x="137608" y="4239"/>
                    <a:pt x="154995" y="13252"/>
                  </a:cubicBezTo>
                  <a:cubicBezTo>
                    <a:pt x="171176" y="21610"/>
                    <a:pt x="184614" y="34441"/>
                    <a:pt x="193711" y="50219"/>
                  </a:cubicBezTo>
                  <a:cubicBezTo>
                    <a:pt x="203109" y="66786"/>
                    <a:pt x="207881" y="85575"/>
                    <a:pt x="207530" y="104619"/>
                  </a:cubicBezTo>
                  <a:cubicBezTo>
                    <a:pt x="208350" y="143074"/>
                    <a:pt x="185841" y="178208"/>
                    <a:pt x="150564" y="193537"/>
                  </a:cubicBezTo>
                  <a:lnTo>
                    <a:pt x="215634" y="298140"/>
                  </a:lnTo>
                  <a:cubicBezTo>
                    <a:pt x="218367" y="302324"/>
                    <a:pt x="219863" y="307195"/>
                    <a:pt x="219949" y="312192"/>
                  </a:cubicBezTo>
                  <a:close/>
                  <a:moveTo>
                    <a:pt x="98728" y="163334"/>
                  </a:moveTo>
                  <a:cubicBezTo>
                    <a:pt x="116091" y="163977"/>
                    <a:pt x="133071" y="158137"/>
                    <a:pt x="146365" y="146950"/>
                  </a:cubicBezTo>
                  <a:cubicBezTo>
                    <a:pt x="158691" y="136401"/>
                    <a:pt x="165573" y="120835"/>
                    <a:pt x="165082" y="104619"/>
                  </a:cubicBezTo>
                  <a:cubicBezTo>
                    <a:pt x="165663" y="87355"/>
                    <a:pt x="158854" y="70663"/>
                    <a:pt x="146365" y="58732"/>
                  </a:cubicBezTo>
                  <a:cubicBezTo>
                    <a:pt x="133494" y="46681"/>
                    <a:pt x="116349" y="40260"/>
                    <a:pt x="98728" y="40890"/>
                  </a:cubicBezTo>
                  <a:lnTo>
                    <a:pt x="44270" y="40890"/>
                  </a:lnTo>
                  <a:lnTo>
                    <a:pt x="44270" y="163334"/>
                  </a:ln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E58D815-125C-426B-B560-F064A69C4B13}"/>
                </a:ext>
              </a:extLst>
            </p:cNvPr>
            <p:cNvSpPr/>
            <p:nvPr/>
          </p:nvSpPr>
          <p:spPr>
            <a:xfrm>
              <a:off x="12658809" y="3357150"/>
              <a:ext cx="40815" cy="326519"/>
            </a:xfrm>
            <a:custGeom>
              <a:avLst/>
              <a:gdLst>
                <a:gd name="connsiteX0" fmla="*/ 6147 w 40814"/>
                <a:gd name="connsiteY0" fmla="*/ 6203 h 326519"/>
                <a:gd name="connsiteX1" fmla="*/ 21889 w 40814"/>
                <a:gd name="connsiteY1" fmla="*/ 22 h 326519"/>
                <a:gd name="connsiteX2" fmla="*/ 43990 w 40814"/>
                <a:gd name="connsiteY2" fmla="*/ 20209 h 326519"/>
                <a:gd name="connsiteX3" fmla="*/ 43987 w 40814"/>
                <a:gd name="connsiteY3" fmla="*/ 22179 h 326519"/>
                <a:gd name="connsiteX4" fmla="*/ 43988 w 40814"/>
                <a:gd name="connsiteY4" fmla="*/ 310040 h 326519"/>
                <a:gd name="connsiteX5" fmla="*/ 37807 w 40814"/>
                <a:gd name="connsiteY5" fmla="*/ 325783 h 326519"/>
                <a:gd name="connsiteX6" fmla="*/ 22123 w 40814"/>
                <a:gd name="connsiteY6" fmla="*/ 332081 h 326519"/>
                <a:gd name="connsiteX7" fmla="*/ 24 w 40814"/>
                <a:gd name="connsiteY7" fmla="*/ 310570 h 326519"/>
                <a:gd name="connsiteX8" fmla="*/ 24 w 40814"/>
                <a:gd name="connsiteY8" fmla="*/ 309924 h 326519"/>
                <a:gd name="connsiteX9" fmla="*/ 24 w 40814"/>
                <a:gd name="connsiteY9" fmla="*/ 22179 h 326519"/>
                <a:gd name="connsiteX10" fmla="*/ 6147 w 40814"/>
                <a:gd name="connsiteY10" fmla="*/ 6203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14" h="326519">
                  <a:moveTo>
                    <a:pt x="6147" y="6203"/>
                  </a:moveTo>
                  <a:cubicBezTo>
                    <a:pt x="10357" y="2120"/>
                    <a:pt x="16027" y="-106"/>
                    <a:pt x="21889" y="22"/>
                  </a:cubicBezTo>
                  <a:cubicBezTo>
                    <a:pt x="33566" y="-507"/>
                    <a:pt x="43462" y="8531"/>
                    <a:pt x="43990" y="20209"/>
                  </a:cubicBezTo>
                  <a:cubicBezTo>
                    <a:pt x="44020" y="20865"/>
                    <a:pt x="44019" y="21522"/>
                    <a:pt x="43987" y="22179"/>
                  </a:cubicBezTo>
                  <a:lnTo>
                    <a:pt x="43988" y="310040"/>
                  </a:lnTo>
                  <a:cubicBezTo>
                    <a:pt x="44143" y="315908"/>
                    <a:pt x="41913" y="321588"/>
                    <a:pt x="37807" y="325783"/>
                  </a:cubicBezTo>
                  <a:cubicBezTo>
                    <a:pt x="33684" y="329975"/>
                    <a:pt x="28000" y="332258"/>
                    <a:pt x="22123" y="332081"/>
                  </a:cubicBezTo>
                  <a:cubicBezTo>
                    <a:pt x="10081" y="332243"/>
                    <a:pt x="187" y="322613"/>
                    <a:pt x="24" y="310570"/>
                  </a:cubicBezTo>
                  <a:cubicBezTo>
                    <a:pt x="21" y="310355"/>
                    <a:pt x="21" y="310139"/>
                    <a:pt x="24" y="309924"/>
                  </a:cubicBezTo>
                  <a:lnTo>
                    <a:pt x="24" y="22179"/>
                  </a:lnTo>
                  <a:cubicBezTo>
                    <a:pt x="-260" y="16232"/>
                    <a:pt x="1961" y="10437"/>
                    <a:pt x="6147" y="6203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B407B57-DDF4-441D-9ABB-111B74CD6E92}"/>
                </a:ext>
              </a:extLst>
            </p:cNvPr>
            <p:cNvSpPr/>
            <p:nvPr/>
          </p:nvSpPr>
          <p:spPr>
            <a:xfrm>
              <a:off x="12957936" y="3357152"/>
              <a:ext cx="233228" cy="332350"/>
            </a:xfrm>
            <a:custGeom>
              <a:avLst/>
              <a:gdLst>
                <a:gd name="connsiteX0" fmla="*/ 230267 w 233228"/>
                <a:gd name="connsiteY0" fmla="*/ 297095 h 332350"/>
                <a:gd name="connsiteX1" fmla="*/ 236098 w 233228"/>
                <a:gd name="connsiteY1" fmla="*/ 311555 h 332350"/>
                <a:gd name="connsiteX2" fmla="*/ 230267 w 233228"/>
                <a:gd name="connsiteY2" fmla="*/ 326657 h 332350"/>
                <a:gd name="connsiteX3" fmla="*/ 214525 w 233228"/>
                <a:gd name="connsiteY3" fmla="*/ 332488 h 332350"/>
                <a:gd name="connsiteX4" fmla="*/ 22111 w 233228"/>
                <a:gd name="connsiteY4" fmla="*/ 332488 h 332350"/>
                <a:gd name="connsiteX5" fmla="*/ 13 w 233228"/>
                <a:gd name="connsiteY5" fmla="*/ 310741 h 332350"/>
                <a:gd name="connsiteX6" fmla="*/ 14 w 233228"/>
                <a:gd name="connsiteY6" fmla="*/ 310331 h 332350"/>
                <a:gd name="connsiteX7" fmla="*/ 13 w 233228"/>
                <a:gd name="connsiteY7" fmla="*/ 22178 h 332350"/>
                <a:gd name="connsiteX8" fmla="*/ 6426 w 233228"/>
                <a:gd name="connsiteY8" fmla="*/ 6201 h 332350"/>
                <a:gd name="connsiteX9" fmla="*/ 22111 w 233228"/>
                <a:gd name="connsiteY9" fmla="*/ 21 h 332350"/>
                <a:gd name="connsiteX10" fmla="*/ 214525 w 233228"/>
                <a:gd name="connsiteY10" fmla="*/ 21 h 332350"/>
                <a:gd name="connsiteX11" fmla="*/ 230267 w 233228"/>
                <a:gd name="connsiteY11" fmla="*/ 5851 h 332350"/>
                <a:gd name="connsiteX12" fmla="*/ 236098 w 233228"/>
                <a:gd name="connsiteY12" fmla="*/ 20953 h 332350"/>
                <a:gd name="connsiteX13" fmla="*/ 230267 w 233228"/>
                <a:gd name="connsiteY13" fmla="*/ 35413 h 332350"/>
                <a:gd name="connsiteX14" fmla="*/ 214525 w 233228"/>
                <a:gd name="connsiteY14" fmla="*/ 40952 h 332350"/>
                <a:gd name="connsiteX15" fmla="*/ 44268 w 233228"/>
                <a:gd name="connsiteY15" fmla="*/ 40952 h 332350"/>
                <a:gd name="connsiteX16" fmla="*/ 44268 w 233228"/>
                <a:gd name="connsiteY16" fmla="*/ 144272 h 332350"/>
                <a:gd name="connsiteX17" fmla="*/ 166129 w 233228"/>
                <a:gd name="connsiteY17" fmla="*/ 144272 h 332350"/>
                <a:gd name="connsiteX18" fmla="*/ 181639 w 233228"/>
                <a:gd name="connsiteY18" fmla="*/ 150103 h 332350"/>
                <a:gd name="connsiteX19" fmla="*/ 181685 w 233228"/>
                <a:gd name="connsiteY19" fmla="*/ 179211 h 332350"/>
                <a:gd name="connsiteX20" fmla="*/ 181639 w 233228"/>
                <a:gd name="connsiteY20" fmla="*/ 179257 h 332350"/>
                <a:gd name="connsiteX21" fmla="*/ 166129 w 233228"/>
                <a:gd name="connsiteY21" fmla="*/ 185087 h 332350"/>
                <a:gd name="connsiteX22" fmla="*/ 44268 w 233228"/>
                <a:gd name="connsiteY22" fmla="*/ 185087 h 332350"/>
                <a:gd name="connsiteX23" fmla="*/ 44268 w 233228"/>
                <a:gd name="connsiteY23" fmla="*/ 291264 h 332350"/>
                <a:gd name="connsiteX24" fmla="*/ 214350 w 233228"/>
                <a:gd name="connsiteY24" fmla="*/ 291264 h 332350"/>
                <a:gd name="connsiteX25" fmla="*/ 230267 w 233228"/>
                <a:gd name="connsiteY25" fmla="*/ 297095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3228" h="332350">
                  <a:moveTo>
                    <a:pt x="230267" y="297095"/>
                  </a:moveTo>
                  <a:cubicBezTo>
                    <a:pt x="234202" y="300851"/>
                    <a:pt x="236327" y="306121"/>
                    <a:pt x="236098" y="311555"/>
                  </a:cubicBezTo>
                  <a:cubicBezTo>
                    <a:pt x="236370" y="317186"/>
                    <a:pt x="234252" y="322670"/>
                    <a:pt x="230267" y="326657"/>
                  </a:cubicBezTo>
                  <a:cubicBezTo>
                    <a:pt x="226019" y="330641"/>
                    <a:pt x="220343" y="332743"/>
                    <a:pt x="214525" y="332488"/>
                  </a:cubicBezTo>
                  <a:lnTo>
                    <a:pt x="22111" y="332488"/>
                  </a:lnTo>
                  <a:cubicBezTo>
                    <a:pt x="10004" y="332585"/>
                    <a:pt x="110" y="322849"/>
                    <a:pt x="13" y="310741"/>
                  </a:cubicBezTo>
                  <a:cubicBezTo>
                    <a:pt x="11" y="310604"/>
                    <a:pt x="12" y="310468"/>
                    <a:pt x="14" y="310331"/>
                  </a:cubicBezTo>
                  <a:lnTo>
                    <a:pt x="13" y="22178"/>
                  </a:lnTo>
                  <a:cubicBezTo>
                    <a:pt x="-195" y="16187"/>
                    <a:pt x="2134" y="10386"/>
                    <a:pt x="6426" y="6201"/>
                  </a:cubicBezTo>
                  <a:cubicBezTo>
                    <a:pt x="10614" y="2122"/>
                    <a:pt x="16266" y="-105"/>
                    <a:pt x="22111" y="21"/>
                  </a:cubicBezTo>
                  <a:lnTo>
                    <a:pt x="214525" y="21"/>
                  </a:lnTo>
                  <a:cubicBezTo>
                    <a:pt x="220343" y="-234"/>
                    <a:pt x="226019" y="1868"/>
                    <a:pt x="230267" y="5851"/>
                  </a:cubicBezTo>
                  <a:cubicBezTo>
                    <a:pt x="234252" y="9839"/>
                    <a:pt x="236370" y="15322"/>
                    <a:pt x="236098" y="20953"/>
                  </a:cubicBezTo>
                  <a:cubicBezTo>
                    <a:pt x="236334" y="26389"/>
                    <a:pt x="234208" y="31662"/>
                    <a:pt x="230267" y="35413"/>
                  </a:cubicBezTo>
                  <a:cubicBezTo>
                    <a:pt x="225935" y="39230"/>
                    <a:pt x="220291" y="41216"/>
                    <a:pt x="214525" y="40952"/>
                  </a:cubicBezTo>
                  <a:lnTo>
                    <a:pt x="44268" y="40952"/>
                  </a:lnTo>
                  <a:lnTo>
                    <a:pt x="44268" y="144272"/>
                  </a:lnTo>
                  <a:lnTo>
                    <a:pt x="166129" y="144272"/>
                  </a:lnTo>
                  <a:cubicBezTo>
                    <a:pt x="171862" y="144118"/>
                    <a:pt x="177428" y="146211"/>
                    <a:pt x="181639" y="150103"/>
                  </a:cubicBezTo>
                  <a:cubicBezTo>
                    <a:pt x="189690" y="158128"/>
                    <a:pt x="189711" y="171160"/>
                    <a:pt x="181685" y="179211"/>
                  </a:cubicBezTo>
                  <a:cubicBezTo>
                    <a:pt x="181670" y="179226"/>
                    <a:pt x="181654" y="179242"/>
                    <a:pt x="181639" y="179257"/>
                  </a:cubicBezTo>
                  <a:cubicBezTo>
                    <a:pt x="177428" y="183149"/>
                    <a:pt x="171862" y="185241"/>
                    <a:pt x="166129" y="185087"/>
                  </a:cubicBezTo>
                  <a:lnTo>
                    <a:pt x="44268" y="185087"/>
                  </a:lnTo>
                  <a:lnTo>
                    <a:pt x="44268" y="291264"/>
                  </a:lnTo>
                  <a:lnTo>
                    <a:pt x="214350" y="291264"/>
                  </a:lnTo>
                  <a:cubicBezTo>
                    <a:pt x="220217" y="291034"/>
                    <a:pt x="225938" y="293130"/>
                    <a:pt x="230267" y="297095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25F2F6-26E1-4A92-8406-14C90C8203F6}"/>
                </a:ext>
              </a:extLst>
            </p:cNvPr>
            <p:cNvSpPr/>
            <p:nvPr/>
          </p:nvSpPr>
          <p:spPr>
            <a:xfrm>
              <a:off x="13426196" y="3357164"/>
              <a:ext cx="262382" cy="326519"/>
            </a:xfrm>
            <a:custGeom>
              <a:avLst/>
              <a:gdLst>
                <a:gd name="connsiteX0" fmla="*/ 230038 w 262381"/>
                <a:gd name="connsiteY0" fmla="*/ 6188 h 326519"/>
                <a:gd name="connsiteX1" fmla="*/ 245781 w 262381"/>
                <a:gd name="connsiteY1" fmla="*/ 8 h 326519"/>
                <a:gd name="connsiteX2" fmla="*/ 261291 w 262381"/>
                <a:gd name="connsiteY2" fmla="*/ 6188 h 326519"/>
                <a:gd name="connsiteX3" fmla="*/ 267472 w 262381"/>
                <a:gd name="connsiteY3" fmla="*/ 22165 h 326519"/>
                <a:gd name="connsiteX4" fmla="*/ 267471 w 262381"/>
                <a:gd name="connsiteY4" fmla="*/ 310026 h 326519"/>
                <a:gd name="connsiteX5" fmla="*/ 261290 w 262381"/>
                <a:gd name="connsiteY5" fmla="*/ 326002 h 326519"/>
                <a:gd name="connsiteX6" fmla="*/ 245955 w 262381"/>
                <a:gd name="connsiteY6" fmla="*/ 332066 h 326519"/>
                <a:gd name="connsiteX7" fmla="*/ 236393 w 262381"/>
                <a:gd name="connsiteY7" fmla="*/ 330142 h 326519"/>
                <a:gd name="connsiteX8" fmla="*/ 228929 w 262381"/>
                <a:gd name="connsiteY8" fmla="*/ 324311 h 326519"/>
                <a:gd name="connsiteX9" fmla="*/ 43514 w 262381"/>
                <a:gd name="connsiteY9" fmla="*/ 77673 h 326519"/>
                <a:gd name="connsiteX10" fmla="*/ 43514 w 262381"/>
                <a:gd name="connsiteY10" fmla="*/ 309852 h 326519"/>
                <a:gd name="connsiteX11" fmla="*/ 37683 w 262381"/>
                <a:gd name="connsiteY11" fmla="*/ 325595 h 326519"/>
                <a:gd name="connsiteX12" fmla="*/ 21707 w 262381"/>
                <a:gd name="connsiteY12" fmla="*/ 332008 h 326519"/>
                <a:gd name="connsiteX13" fmla="*/ 6197 w 262381"/>
                <a:gd name="connsiteY13" fmla="*/ 325828 h 326519"/>
                <a:gd name="connsiteX14" fmla="*/ 17 w 262381"/>
                <a:gd name="connsiteY14" fmla="*/ 309852 h 326519"/>
                <a:gd name="connsiteX15" fmla="*/ 17 w 262381"/>
                <a:gd name="connsiteY15" fmla="*/ 22165 h 326519"/>
                <a:gd name="connsiteX16" fmla="*/ 6197 w 262381"/>
                <a:gd name="connsiteY16" fmla="*/ 6189 h 326519"/>
                <a:gd name="connsiteX17" fmla="*/ 21707 w 262381"/>
                <a:gd name="connsiteY17" fmla="*/ 8 h 326519"/>
                <a:gd name="connsiteX18" fmla="*/ 31036 w 262381"/>
                <a:gd name="connsiteY18" fmla="*/ 2399 h 326519"/>
                <a:gd name="connsiteX19" fmla="*/ 38732 w 262381"/>
                <a:gd name="connsiteY19" fmla="*/ 8229 h 326519"/>
                <a:gd name="connsiteX20" fmla="*/ 224149 w 262381"/>
                <a:gd name="connsiteY20" fmla="*/ 254868 h 326519"/>
                <a:gd name="connsiteX21" fmla="*/ 224149 w 262381"/>
                <a:gd name="connsiteY21" fmla="*/ 22165 h 326519"/>
                <a:gd name="connsiteX22" fmla="*/ 230038 w 262381"/>
                <a:gd name="connsiteY22" fmla="*/ 6189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2381" h="326519">
                  <a:moveTo>
                    <a:pt x="230038" y="6188"/>
                  </a:moveTo>
                  <a:cubicBezTo>
                    <a:pt x="234248" y="2106"/>
                    <a:pt x="239918" y="-120"/>
                    <a:pt x="245781" y="8"/>
                  </a:cubicBezTo>
                  <a:cubicBezTo>
                    <a:pt x="251580" y="-151"/>
                    <a:pt x="257190" y="2084"/>
                    <a:pt x="261291" y="6188"/>
                  </a:cubicBezTo>
                  <a:cubicBezTo>
                    <a:pt x="265467" y="10433"/>
                    <a:pt x="267704" y="16214"/>
                    <a:pt x="267472" y="22165"/>
                  </a:cubicBezTo>
                  <a:lnTo>
                    <a:pt x="267471" y="310026"/>
                  </a:lnTo>
                  <a:cubicBezTo>
                    <a:pt x="267704" y="315977"/>
                    <a:pt x="265467" y="321758"/>
                    <a:pt x="261290" y="326002"/>
                  </a:cubicBezTo>
                  <a:cubicBezTo>
                    <a:pt x="257227" y="330043"/>
                    <a:pt x="251683" y="332235"/>
                    <a:pt x="245955" y="332066"/>
                  </a:cubicBezTo>
                  <a:cubicBezTo>
                    <a:pt x="242675" y="332031"/>
                    <a:pt x="239431" y="331378"/>
                    <a:pt x="236393" y="330142"/>
                  </a:cubicBezTo>
                  <a:cubicBezTo>
                    <a:pt x="233352" y="329034"/>
                    <a:pt x="230740" y="326994"/>
                    <a:pt x="228929" y="324311"/>
                  </a:cubicBezTo>
                  <a:lnTo>
                    <a:pt x="43514" y="77673"/>
                  </a:lnTo>
                  <a:lnTo>
                    <a:pt x="43514" y="309852"/>
                  </a:lnTo>
                  <a:cubicBezTo>
                    <a:pt x="43743" y="315666"/>
                    <a:pt x="41644" y="321332"/>
                    <a:pt x="37683" y="325595"/>
                  </a:cubicBezTo>
                  <a:cubicBezTo>
                    <a:pt x="33499" y="329887"/>
                    <a:pt x="27698" y="332216"/>
                    <a:pt x="21707" y="332008"/>
                  </a:cubicBezTo>
                  <a:cubicBezTo>
                    <a:pt x="15903" y="332195"/>
                    <a:pt x="10283" y="329956"/>
                    <a:pt x="6197" y="325828"/>
                  </a:cubicBezTo>
                  <a:cubicBezTo>
                    <a:pt x="2021" y="321583"/>
                    <a:pt x="-216" y="315802"/>
                    <a:pt x="17" y="309852"/>
                  </a:cubicBezTo>
                  <a:lnTo>
                    <a:pt x="17" y="22165"/>
                  </a:lnTo>
                  <a:cubicBezTo>
                    <a:pt x="-216" y="16215"/>
                    <a:pt x="2020" y="10433"/>
                    <a:pt x="6197" y="6189"/>
                  </a:cubicBezTo>
                  <a:cubicBezTo>
                    <a:pt x="10298" y="2084"/>
                    <a:pt x="15907" y="-151"/>
                    <a:pt x="21707" y="8"/>
                  </a:cubicBezTo>
                  <a:cubicBezTo>
                    <a:pt x="24964" y="47"/>
                    <a:pt x="28163" y="867"/>
                    <a:pt x="31036" y="2399"/>
                  </a:cubicBezTo>
                  <a:cubicBezTo>
                    <a:pt x="33974" y="3794"/>
                    <a:pt x="36594" y="5779"/>
                    <a:pt x="38732" y="8229"/>
                  </a:cubicBezTo>
                  <a:lnTo>
                    <a:pt x="224149" y="254868"/>
                  </a:lnTo>
                  <a:lnTo>
                    <a:pt x="224149" y="22165"/>
                  </a:lnTo>
                  <a:cubicBezTo>
                    <a:pt x="223803" y="16252"/>
                    <a:pt x="225938" y="10463"/>
                    <a:pt x="230038" y="6189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B0AC3EE-68A2-456E-B58C-CBBFC1302A35}"/>
                </a:ext>
              </a:extLst>
            </p:cNvPr>
            <p:cNvSpPr/>
            <p:nvPr/>
          </p:nvSpPr>
          <p:spPr>
            <a:xfrm>
              <a:off x="13933473" y="3353099"/>
              <a:ext cx="274043" cy="338181"/>
            </a:xfrm>
            <a:custGeom>
              <a:avLst/>
              <a:gdLst>
                <a:gd name="connsiteX0" fmla="*/ 220119 w 274043"/>
                <a:gd name="connsiteY0" fmla="*/ 8330 h 338180"/>
                <a:gd name="connsiteX1" fmla="*/ 267931 w 274043"/>
                <a:gd name="connsiteY1" fmla="*/ 36434 h 338180"/>
                <a:gd name="connsiteX2" fmla="*/ 274753 w 274043"/>
                <a:gd name="connsiteY2" fmla="*/ 44306 h 338180"/>
                <a:gd name="connsiteX3" fmla="*/ 276444 w 274043"/>
                <a:gd name="connsiteY3" fmla="*/ 53868 h 338180"/>
                <a:gd name="connsiteX4" fmla="*/ 270263 w 274043"/>
                <a:gd name="connsiteY4" fmla="*/ 67862 h 338180"/>
                <a:gd name="connsiteX5" fmla="*/ 256037 w 274043"/>
                <a:gd name="connsiteY5" fmla="*/ 73693 h 338180"/>
                <a:gd name="connsiteX6" fmla="*/ 241168 w 274043"/>
                <a:gd name="connsiteY6" fmla="*/ 67862 h 338180"/>
                <a:gd name="connsiteX7" fmla="*/ 207117 w 274043"/>
                <a:gd name="connsiteY7" fmla="*/ 46405 h 338180"/>
                <a:gd name="connsiteX8" fmla="*/ 164145 w 274043"/>
                <a:gd name="connsiteY8" fmla="*/ 39816 h 338180"/>
                <a:gd name="connsiteX9" fmla="*/ 103156 w 274043"/>
                <a:gd name="connsiteY9" fmla="*/ 57308 h 338180"/>
                <a:gd name="connsiteX10" fmla="*/ 58901 w 274043"/>
                <a:gd name="connsiteY10" fmla="*/ 104712 h 338180"/>
                <a:gd name="connsiteX11" fmla="*/ 58901 w 274043"/>
                <a:gd name="connsiteY11" fmla="*/ 235495 h 338180"/>
                <a:gd name="connsiteX12" fmla="*/ 103156 w 274043"/>
                <a:gd name="connsiteY12" fmla="*/ 282723 h 338180"/>
                <a:gd name="connsiteX13" fmla="*/ 164145 w 274043"/>
                <a:gd name="connsiteY13" fmla="*/ 300215 h 338180"/>
                <a:gd name="connsiteX14" fmla="*/ 242393 w 274043"/>
                <a:gd name="connsiteY14" fmla="*/ 272111 h 338180"/>
                <a:gd name="connsiteX15" fmla="*/ 256445 w 274043"/>
                <a:gd name="connsiteY15" fmla="*/ 267039 h 338180"/>
                <a:gd name="connsiteX16" fmla="*/ 269856 w 274043"/>
                <a:gd name="connsiteY16" fmla="*/ 272869 h 338180"/>
                <a:gd name="connsiteX17" fmla="*/ 275162 w 274043"/>
                <a:gd name="connsiteY17" fmla="*/ 287971 h 338180"/>
                <a:gd name="connsiteX18" fmla="*/ 268340 w 274043"/>
                <a:gd name="connsiteY18" fmla="*/ 303714 h 338180"/>
                <a:gd name="connsiteX19" fmla="*/ 164146 w 274043"/>
                <a:gd name="connsiteY19" fmla="*/ 340739 h 338180"/>
                <a:gd name="connsiteX20" fmla="*/ 81058 w 274043"/>
                <a:gd name="connsiteY20" fmla="*/ 318174 h 338180"/>
                <a:gd name="connsiteX21" fmla="*/ 21701 w 274043"/>
                <a:gd name="connsiteY21" fmla="*/ 256543 h 338180"/>
                <a:gd name="connsiteX22" fmla="*/ 11 w 274043"/>
                <a:gd name="connsiteY22" fmla="*/ 170191 h 338180"/>
                <a:gd name="connsiteX23" fmla="*/ 21701 w 274043"/>
                <a:gd name="connsiteY23" fmla="*/ 84479 h 338180"/>
                <a:gd name="connsiteX24" fmla="*/ 81058 w 274043"/>
                <a:gd name="connsiteY24" fmla="*/ 22849 h 338180"/>
                <a:gd name="connsiteX25" fmla="*/ 164146 w 274043"/>
                <a:gd name="connsiteY25" fmla="*/ 51 h 338180"/>
                <a:gd name="connsiteX26" fmla="*/ 220120 w 274043"/>
                <a:gd name="connsiteY26" fmla="*/ 8330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74043" h="338180">
                  <a:moveTo>
                    <a:pt x="220119" y="8330"/>
                  </a:moveTo>
                  <a:cubicBezTo>
                    <a:pt x="237495" y="15003"/>
                    <a:pt x="253650" y="24499"/>
                    <a:pt x="267931" y="36434"/>
                  </a:cubicBezTo>
                  <a:cubicBezTo>
                    <a:pt x="270860" y="38409"/>
                    <a:pt x="273214" y="41125"/>
                    <a:pt x="274753" y="44306"/>
                  </a:cubicBezTo>
                  <a:cubicBezTo>
                    <a:pt x="275936" y="47352"/>
                    <a:pt x="276510" y="50601"/>
                    <a:pt x="276444" y="53868"/>
                  </a:cubicBezTo>
                  <a:cubicBezTo>
                    <a:pt x="276589" y="59224"/>
                    <a:pt x="274320" y="64362"/>
                    <a:pt x="270263" y="67862"/>
                  </a:cubicBezTo>
                  <a:cubicBezTo>
                    <a:pt x="266459" y="71581"/>
                    <a:pt x="261356" y="73672"/>
                    <a:pt x="256037" y="73693"/>
                  </a:cubicBezTo>
                  <a:cubicBezTo>
                    <a:pt x="250538" y="73616"/>
                    <a:pt x="245254" y="71544"/>
                    <a:pt x="241168" y="67862"/>
                  </a:cubicBezTo>
                  <a:cubicBezTo>
                    <a:pt x="231050" y="58919"/>
                    <a:pt x="219551" y="51673"/>
                    <a:pt x="207117" y="46405"/>
                  </a:cubicBezTo>
                  <a:cubicBezTo>
                    <a:pt x="193324" y="41571"/>
                    <a:pt x="178753" y="39337"/>
                    <a:pt x="164145" y="39816"/>
                  </a:cubicBezTo>
                  <a:cubicBezTo>
                    <a:pt x="142560" y="39693"/>
                    <a:pt x="121394" y="45764"/>
                    <a:pt x="103156" y="57308"/>
                  </a:cubicBezTo>
                  <a:cubicBezTo>
                    <a:pt x="84521" y="68978"/>
                    <a:pt x="69264" y="85320"/>
                    <a:pt x="58901" y="104712"/>
                  </a:cubicBezTo>
                  <a:cubicBezTo>
                    <a:pt x="37060" y="145571"/>
                    <a:pt x="37060" y="194636"/>
                    <a:pt x="58901" y="235495"/>
                  </a:cubicBezTo>
                  <a:cubicBezTo>
                    <a:pt x="69302" y="254813"/>
                    <a:pt x="84554" y="271090"/>
                    <a:pt x="103156" y="282723"/>
                  </a:cubicBezTo>
                  <a:cubicBezTo>
                    <a:pt x="121394" y="294268"/>
                    <a:pt x="142561" y="300339"/>
                    <a:pt x="164145" y="300215"/>
                  </a:cubicBezTo>
                  <a:cubicBezTo>
                    <a:pt x="192624" y="299794"/>
                    <a:pt x="220154" y="289907"/>
                    <a:pt x="242393" y="272111"/>
                  </a:cubicBezTo>
                  <a:cubicBezTo>
                    <a:pt x="246438" y="269005"/>
                    <a:pt x="251348" y="267232"/>
                    <a:pt x="256445" y="267039"/>
                  </a:cubicBezTo>
                  <a:cubicBezTo>
                    <a:pt x="261552" y="266931"/>
                    <a:pt x="266452" y="269061"/>
                    <a:pt x="269856" y="272869"/>
                  </a:cubicBezTo>
                  <a:cubicBezTo>
                    <a:pt x="273517" y="277024"/>
                    <a:pt x="275420" y="282439"/>
                    <a:pt x="275162" y="287971"/>
                  </a:cubicBezTo>
                  <a:cubicBezTo>
                    <a:pt x="275156" y="293935"/>
                    <a:pt x="272688" y="299631"/>
                    <a:pt x="268340" y="303714"/>
                  </a:cubicBezTo>
                  <a:cubicBezTo>
                    <a:pt x="239044" y="327926"/>
                    <a:pt x="202150" y="341036"/>
                    <a:pt x="164146" y="340739"/>
                  </a:cubicBezTo>
                  <a:cubicBezTo>
                    <a:pt x="134897" y="341032"/>
                    <a:pt x="106140" y="333222"/>
                    <a:pt x="81058" y="318174"/>
                  </a:cubicBezTo>
                  <a:cubicBezTo>
                    <a:pt x="56110" y="303318"/>
                    <a:pt x="35610" y="282032"/>
                    <a:pt x="21701" y="256543"/>
                  </a:cubicBezTo>
                  <a:cubicBezTo>
                    <a:pt x="7144" y="230112"/>
                    <a:pt x="-328" y="200364"/>
                    <a:pt x="11" y="170191"/>
                  </a:cubicBezTo>
                  <a:cubicBezTo>
                    <a:pt x="-302" y="140224"/>
                    <a:pt x="7172" y="110690"/>
                    <a:pt x="21701" y="84479"/>
                  </a:cubicBezTo>
                  <a:cubicBezTo>
                    <a:pt x="35674" y="59037"/>
                    <a:pt x="56159" y="37767"/>
                    <a:pt x="81058" y="22849"/>
                  </a:cubicBezTo>
                  <a:cubicBezTo>
                    <a:pt x="106095" y="7671"/>
                    <a:pt x="134869" y="-224"/>
                    <a:pt x="164146" y="51"/>
                  </a:cubicBezTo>
                  <a:cubicBezTo>
                    <a:pt x="183140" y="-419"/>
                    <a:pt x="202075" y="2382"/>
                    <a:pt x="220120" y="8330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50A5C4E-2E5B-4160-A174-7D5F83E82075}"/>
                </a:ext>
              </a:extLst>
            </p:cNvPr>
            <p:cNvSpPr/>
            <p:nvPr/>
          </p:nvSpPr>
          <p:spPr>
            <a:xfrm>
              <a:off x="14449138" y="3357152"/>
              <a:ext cx="233228" cy="332350"/>
            </a:xfrm>
            <a:custGeom>
              <a:avLst/>
              <a:gdLst>
                <a:gd name="connsiteX0" fmla="*/ 230267 w 233228"/>
                <a:gd name="connsiteY0" fmla="*/ 297095 h 332350"/>
                <a:gd name="connsiteX1" fmla="*/ 236098 w 233228"/>
                <a:gd name="connsiteY1" fmla="*/ 311555 h 332350"/>
                <a:gd name="connsiteX2" fmla="*/ 230267 w 233228"/>
                <a:gd name="connsiteY2" fmla="*/ 326657 h 332350"/>
                <a:gd name="connsiteX3" fmla="*/ 214525 w 233228"/>
                <a:gd name="connsiteY3" fmla="*/ 332488 h 332350"/>
                <a:gd name="connsiteX4" fmla="*/ 22111 w 233228"/>
                <a:gd name="connsiteY4" fmla="*/ 332488 h 332350"/>
                <a:gd name="connsiteX5" fmla="*/ 13 w 233228"/>
                <a:gd name="connsiteY5" fmla="*/ 310741 h 332350"/>
                <a:gd name="connsiteX6" fmla="*/ 14 w 233228"/>
                <a:gd name="connsiteY6" fmla="*/ 310331 h 332350"/>
                <a:gd name="connsiteX7" fmla="*/ 13 w 233228"/>
                <a:gd name="connsiteY7" fmla="*/ 22178 h 332350"/>
                <a:gd name="connsiteX8" fmla="*/ 6426 w 233228"/>
                <a:gd name="connsiteY8" fmla="*/ 6201 h 332350"/>
                <a:gd name="connsiteX9" fmla="*/ 22111 w 233228"/>
                <a:gd name="connsiteY9" fmla="*/ 21 h 332350"/>
                <a:gd name="connsiteX10" fmla="*/ 214525 w 233228"/>
                <a:gd name="connsiteY10" fmla="*/ 21 h 332350"/>
                <a:gd name="connsiteX11" fmla="*/ 230267 w 233228"/>
                <a:gd name="connsiteY11" fmla="*/ 5851 h 332350"/>
                <a:gd name="connsiteX12" fmla="*/ 236098 w 233228"/>
                <a:gd name="connsiteY12" fmla="*/ 20953 h 332350"/>
                <a:gd name="connsiteX13" fmla="*/ 230267 w 233228"/>
                <a:gd name="connsiteY13" fmla="*/ 35413 h 332350"/>
                <a:gd name="connsiteX14" fmla="*/ 214525 w 233228"/>
                <a:gd name="connsiteY14" fmla="*/ 40952 h 332350"/>
                <a:gd name="connsiteX15" fmla="*/ 44443 w 233228"/>
                <a:gd name="connsiteY15" fmla="*/ 40952 h 332350"/>
                <a:gd name="connsiteX16" fmla="*/ 44443 w 233228"/>
                <a:gd name="connsiteY16" fmla="*/ 144272 h 332350"/>
                <a:gd name="connsiteX17" fmla="*/ 166480 w 233228"/>
                <a:gd name="connsiteY17" fmla="*/ 144272 h 332350"/>
                <a:gd name="connsiteX18" fmla="*/ 181990 w 233228"/>
                <a:gd name="connsiteY18" fmla="*/ 150103 h 332350"/>
                <a:gd name="connsiteX19" fmla="*/ 182035 w 233228"/>
                <a:gd name="connsiteY19" fmla="*/ 179211 h 332350"/>
                <a:gd name="connsiteX20" fmla="*/ 181990 w 233228"/>
                <a:gd name="connsiteY20" fmla="*/ 179257 h 332350"/>
                <a:gd name="connsiteX21" fmla="*/ 166480 w 233228"/>
                <a:gd name="connsiteY21" fmla="*/ 185087 h 332350"/>
                <a:gd name="connsiteX22" fmla="*/ 44443 w 233228"/>
                <a:gd name="connsiteY22" fmla="*/ 185087 h 332350"/>
                <a:gd name="connsiteX23" fmla="*/ 44443 w 233228"/>
                <a:gd name="connsiteY23" fmla="*/ 291264 h 332350"/>
                <a:gd name="connsiteX24" fmla="*/ 214525 w 233228"/>
                <a:gd name="connsiteY24" fmla="*/ 291264 h 332350"/>
                <a:gd name="connsiteX25" fmla="*/ 230267 w 233228"/>
                <a:gd name="connsiteY25" fmla="*/ 297095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33228" h="332350">
                  <a:moveTo>
                    <a:pt x="230267" y="297095"/>
                  </a:moveTo>
                  <a:cubicBezTo>
                    <a:pt x="234202" y="300851"/>
                    <a:pt x="236327" y="306121"/>
                    <a:pt x="236098" y="311555"/>
                  </a:cubicBezTo>
                  <a:cubicBezTo>
                    <a:pt x="236370" y="317186"/>
                    <a:pt x="234252" y="322670"/>
                    <a:pt x="230267" y="326657"/>
                  </a:cubicBezTo>
                  <a:cubicBezTo>
                    <a:pt x="226019" y="330641"/>
                    <a:pt x="220343" y="332743"/>
                    <a:pt x="214525" y="332488"/>
                  </a:cubicBezTo>
                  <a:lnTo>
                    <a:pt x="22111" y="332488"/>
                  </a:lnTo>
                  <a:cubicBezTo>
                    <a:pt x="10004" y="332585"/>
                    <a:pt x="110" y="322849"/>
                    <a:pt x="13" y="310741"/>
                  </a:cubicBezTo>
                  <a:cubicBezTo>
                    <a:pt x="11" y="310604"/>
                    <a:pt x="12" y="310468"/>
                    <a:pt x="14" y="310331"/>
                  </a:cubicBezTo>
                  <a:lnTo>
                    <a:pt x="13" y="22178"/>
                  </a:lnTo>
                  <a:cubicBezTo>
                    <a:pt x="-195" y="16187"/>
                    <a:pt x="2134" y="10386"/>
                    <a:pt x="6426" y="6201"/>
                  </a:cubicBezTo>
                  <a:cubicBezTo>
                    <a:pt x="10614" y="2122"/>
                    <a:pt x="16266" y="-105"/>
                    <a:pt x="22111" y="21"/>
                  </a:cubicBezTo>
                  <a:lnTo>
                    <a:pt x="214525" y="21"/>
                  </a:lnTo>
                  <a:cubicBezTo>
                    <a:pt x="220343" y="-234"/>
                    <a:pt x="226019" y="1868"/>
                    <a:pt x="230267" y="5851"/>
                  </a:cubicBezTo>
                  <a:cubicBezTo>
                    <a:pt x="234252" y="9839"/>
                    <a:pt x="236370" y="15322"/>
                    <a:pt x="236098" y="20953"/>
                  </a:cubicBezTo>
                  <a:cubicBezTo>
                    <a:pt x="236334" y="26389"/>
                    <a:pt x="234208" y="31662"/>
                    <a:pt x="230267" y="35413"/>
                  </a:cubicBezTo>
                  <a:cubicBezTo>
                    <a:pt x="225935" y="39230"/>
                    <a:pt x="220291" y="41216"/>
                    <a:pt x="214525" y="40952"/>
                  </a:cubicBezTo>
                  <a:lnTo>
                    <a:pt x="44443" y="40952"/>
                  </a:lnTo>
                  <a:lnTo>
                    <a:pt x="44443" y="144272"/>
                  </a:lnTo>
                  <a:lnTo>
                    <a:pt x="166480" y="144272"/>
                  </a:lnTo>
                  <a:cubicBezTo>
                    <a:pt x="172212" y="144118"/>
                    <a:pt x="177778" y="146211"/>
                    <a:pt x="181990" y="150103"/>
                  </a:cubicBezTo>
                  <a:cubicBezTo>
                    <a:pt x="190040" y="158128"/>
                    <a:pt x="190061" y="171160"/>
                    <a:pt x="182035" y="179211"/>
                  </a:cubicBezTo>
                  <a:cubicBezTo>
                    <a:pt x="182020" y="179226"/>
                    <a:pt x="182004" y="179242"/>
                    <a:pt x="181990" y="179257"/>
                  </a:cubicBezTo>
                  <a:cubicBezTo>
                    <a:pt x="177778" y="183149"/>
                    <a:pt x="172212" y="185241"/>
                    <a:pt x="166480" y="185087"/>
                  </a:cubicBezTo>
                  <a:lnTo>
                    <a:pt x="44443" y="185087"/>
                  </a:lnTo>
                  <a:lnTo>
                    <a:pt x="44443" y="291264"/>
                  </a:lnTo>
                  <a:lnTo>
                    <a:pt x="214525" y="291264"/>
                  </a:lnTo>
                  <a:cubicBezTo>
                    <a:pt x="220332" y="291080"/>
                    <a:pt x="225981" y="293173"/>
                    <a:pt x="230267" y="297095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366FCCD-1878-4766-883C-EBEF68358667}"/>
                </a:ext>
              </a:extLst>
            </p:cNvPr>
            <p:cNvSpPr/>
            <p:nvPr/>
          </p:nvSpPr>
          <p:spPr>
            <a:xfrm>
              <a:off x="10338371" y="4040579"/>
              <a:ext cx="268212" cy="332350"/>
            </a:xfrm>
            <a:custGeom>
              <a:avLst/>
              <a:gdLst>
                <a:gd name="connsiteX0" fmla="*/ 262575 w 268212"/>
                <a:gd name="connsiteY0" fmla="*/ 5841 h 332350"/>
                <a:gd name="connsiteX1" fmla="*/ 268405 w 268212"/>
                <a:gd name="connsiteY1" fmla="*/ 20476 h 332350"/>
                <a:gd name="connsiteX2" fmla="*/ 262575 w 268212"/>
                <a:gd name="connsiteY2" fmla="*/ 35169 h 332350"/>
                <a:gd name="connsiteX3" fmla="*/ 247939 w 268212"/>
                <a:gd name="connsiteY3" fmla="*/ 41000 h 332350"/>
                <a:gd name="connsiteX4" fmla="*/ 156514 w 268212"/>
                <a:gd name="connsiteY4" fmla="*/ 41000 h 332350"/>
                <a:gd name="connsiteX5" fmla="*/ 156514 w 268212"/>
                <a:gd name="connsiteY5" fmla="*/ 310204 h 332350"/>
                <a:gd name="connsiteX6" fmla="*/ 135523 w 268212"/>
                <a:gd name="connsiteY6" fmla="*/ 333467 h 332350"/>
                <a:gd name="connsiteX7" fmla="*/ 112259 w 268212"/>
                <a:gd name="connsiteY7" fmla="*/ 312476 h 332350"/>
                <a:gd name="connsiteX8" fmla="*/ 112259 w 268212"/>
                <a:gd name="connsiteY8" fmla="*/ 310203 h 332350"/>
                <a:gd name="connsiteX9" fmla="*/ 112259 w 268212"/>
                <a:gd name="connsiteY9" fmla="*/ 40883 h 332350"/>
                <a:gd name="connsiteX10" fmla="*/ 20425 w 268212"/>
                <a:gd name="connsiteY10" fmla="*/ 40883 h 332350"/>
                <a:gd name="connsiteX11" fmla="*/ 18 w 268212"/>
                <a:gd name="connsiteY11" fmla="*/ 22144 h 332350"/>
                <a:gd name="connsiteX12" fmla="*/ 18 w 268212"/>
                <a:gd name="connsiteY12" fmla="*/ 20476 h 332350"/>
                <a:gd name="connsiteX13" fmla="*/ 5849 w 268212"/>
                <a:gd name="connsiteY13" fmla="*/ 5841 h 332350"/>
                <a:gd name="connsiteX14" fmla="*/ 20542 w 268212"/>
                <a:gd name="connsiteY14" fmla="*/ 10 h 332350"/>
                <a:gd name="connsiteX15" fmla="*/ 247939 w 268212"/>
                <a:gd name="connsiteY15" fmla="*/ 10 h 332350"/>
                <a:gd name="connsiteX16" fmla="*/ 262575 w 268212"/>
                <a:gd name="connsiteY16" fmla="*/ 5841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8212" h="332350">
                  <a:moveTo>
                    <a:pt x="262575" y="5841"/>
                  </a:moveTo>
                  <a:cubicBezTo>
                    <a:pt x="266468" y="9696"/>
                    <a:pt x="268581" y="14999"/>
                    <a:pt x="268405" y="20476"/>
                  </a:cubicBezTo>
                  <a:cubicBezTo>
                    <a:pt x="268576" y="25969"/>
                    <a:pt x="266465" y="31288"/>
                    <a:pt x="262575" y="35169"/>
                  </a:cubicBezTo>
                  <a:cubicBezTo>
                    <a:pt x="258723" y="39069"/>
                    <a:pt x="253418" y="41183"/>
                    <a:pt x="247939" y="41000"/>
                  </a:cubicBezTo>
                  <a:lnTo>
                    <a:pt x="156514" y="41000"/>
                  </a:lnTo>
                  <a:lnTo>
                    <a:pt x="156514" y="310204"/>
                  </a:lnTo>
                  <a:cubicBezTo>
                    <a:pt x="157142" y="322424"/>
                    <a:pt x="147744" y="332840"/>
                    <a:pt x="135523" y="333467"/>
                  </a:cubicBezTo>
                  <a:cubicBezTo>
                    <a:pt x="123302" y="334095"/>
                    <a:pt x="112886" y="324697"/>
                    <a:pt x="112259" y="312476"/>
                  </a:cubicBezTo>
                  <a:cubicBezTo>
                    <a:pt x="112220" y="311719"/>
                    <a:pt x="112220" y="310961"/>
                    <a:pt x="112259" y="310203"/>
                  </a:cubicBezTo>
                  <a:lnTo>
                    <a:pt x="112259" y="40883"/>
                  </a:lnTo>
                  <a:lnTo>
                    <a:pt x="20425" y="40883"/>
                  </a:lnTo>
                  <a:cubicBezTo>
                    <a:pt x="9615" y="41344"/>
                    <a:pt x="478" y="32954"/>
                    <a:pt x="18" y="22144"/>
                  </a:cubicBezTo>
                  <a:cubicBezTo>
                    <a:pt x="-6" y="21588"/>
                    <a:pt x="-6" y="21031"/>
                    <a:pt x="18" y="20476"/>
                  </a:cubicBezTo>
                  <a:cubicBezTo>
                    <a:pt x="-165" y="14998"/>
                    <a:pt x="1949" y="9692"/>
                    <a:pt x="5849" y="5841"/>
                  </a:cubicBezTo>
                  <a:cubicBezTo>
                    <a:pt x="9730" y="1950"/>
                    <a:pt x="15049" y="-161"/>
                    <a:pt x="20542" y="10"/>
                  </a:cubicBezTo>
                  <a:lnTo>
                    <a:pt x="247939" y="10"/>
                  </a:lnTo>
                  <a:cubicBezTo>
                    <a:pt x="253416" y="-165"/>
                    <a:pt x="258719" y="1947"/>
                    <a:pt x="262575" y="5841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2250C42-2C44-42B1-802E-2D695BBAC67C}"/>
                </a:ext>
              </a:extLst>
            </p:cNvPr>
            <p:cNvSpPr/>
            <p:nvPr/>
          </p:nvSpPr>
          <p:spPr>
            <a:xfrm>
              <a:off x="10825707" y="4040633"/>
              <a:ext cx="215736" cy="326519"/>
            </a:xfrm>
            <a:custGeom>
              <a:avLst/>
              <a:gdLst>
                <a:gd name="connsiteX0" fmla="*/ 219888 w 215736"/>
                <a:gd name="connsiteY0" fmla="*/ 312132 h 326519"/>
                <a:gd name="connsiteX1" fmla="*/ 214057 w 215736"/>
                <a:gd name="connsiteY1" fmla="*/ 326418 h 326519"/>
                <a:gd name="connsiteX2" fmla="*/ 198548 w 215736"/>
                <a:gd name="connsiteY2" fmla="*/ 332248 h 326519"/>
                <a:gd name="connsiteX3" fmla="*/ 179423 w 215736"/>
                <a:gd name="connsiteY3" fmla="*/ 321636 h 326519"/>
                <a:gd name="connsiteX4" fmla="*/ 106247 w 215736"/>
                <a:gd name="connsiteY4" fmla="*/ 204264 h 326519"/>
                <a:gd name="connsiteX5" fmla="*/ 44267 w 215736"/>
                <a:gd name="connsiteY5" fmla="*/ 204264 h 326519"/>
                <a:gd name="connsiteX6" fmla="*/ 44267 w 215736"/>
                <a:gd name="connsiteY6" fmla="*/ 310150 h 326519"/>
                <a:gd name="connsiteX7" fmla="*/ 38086 w 215736"/>
                <a:gd name="connsiteY7" fmla="*/ 325893 h 326519"/>
                <a:gd name="connsiteX8" fmla="*/ 6367 w 215736"/>
                <a:gd name="connsiteY8" fmla="*/ 325893 h 326519"/>
                <a:gd name="connsiteX9" fmla="*/ 12 w 215736"/>
                <a:gd name="connsiteY9" fmla="*/ 310150 h 326519"/>
                <a:gd name="connsiteX10" fmla="*/ 12 w 215736"/>
                <a:gd name="connsiteY10" fmla="*/ 22113 h 326519"/>
                <a:gd name="connsiteX11" fmla="*/ 6368 w 215736"/>
                <a:gd name="connsiteY11" fmla="*/ 6195 h 326519"/>
                <a:gd name="connsiteX12" fmla="*/ 22110 w 215736"/>
                <a:gd name="connsiteY12" fmla="*/ 15 h 326519"/>
                <a:gd name="connsiteX13" fmla="*/ 98667 w 215736"/>
                <a:gd name="connsiteY13" fmla="*/ 15 h 326519"/>
                <a:gd name="connsiteX14" fmla="*/ 155050 w 215736"/>
                <a:gd name="connsiteY14" fmla="*/ 13192 h 326519"/>
                <a:gd name="connsiteX15" fmla="*/ 193708 w 215736"/>
                <a:gd name="connsiteY15" fmla="*/ 50217 h 326519"/>
                <a:gd name="connsiteX16" fmla="*/ 207526 w 215736"/>
                <a:gd name="connsiteY16" fmla="*/ 104618 h 326519"/>
                <a:gd name="connsiteX17" fmla="*/ 150560 w 215736"/>
                <a:gd name="connsiteY17" fmla="*/ 193536 h 326519"/>
                <a:gd name="connsiteX18" fmla="*/ 215631 w 215736"/>
                <a:gd name="connsiteY18" fmla="*/ 298139 h 326519"/>
                <a:gd name="connsiteX19" fmla="*/ 219887 w 215736"/>
                <a:gd name="connsiteY19" fmla="*/ 312133 h 326519"/>
                <a:gd name="connsiteX20" fmla="*/ 98667 w 215736"/>
                <a:gd name="connsiteY20" fmla="*/ 163333 h 326519"/>
                <a:gd name="connsiteX21" fmla="*/ 146304 w 215736"/>
                <a:gd name="connsiteY21" fmla="*/ 146949 h 326519"/>
                <a:gd name="connsiteX22" fmla="*/ 165021 w 215736"/>
                <a:gd name="connsiteY22" fmla="*/ 104618 h 326519"/>
                <a:gd name="connsiteX23" fmla="*/ 146304 w 215736"/>
                <a:gd name="connsiteY23" fmla="*/ 58730 h 326519"/>
                <a:gd name="connsiteX24" fmla="*/ 98667 w 215736"/>
                <a:gd name="connsiteY24" fmla="*/ 40830 h 326519"/>
                <a:gd name="connsiteX25" fmla="*/ 44267 w 215736"/>
                <a:gd name="connsiteY25" fmla="*/ 40830 h 326519"/>
                <a:gd name="connsiteX26" fmla="*/ 44267 w 215736"/>
                <a:gd name="connsiteY26" fmla="*/ 163275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5736" h="326519">
                  <a:moveTo>
                    <a:pt x="219888" y="312132"/>
                  </a:moveTo>
                  <a:cubicBezTo>
                    <a:pt x="220008" y="317496"/>
                    <a:pt x="217896" y="322669"/>
                    <a:pt x="214057" y="326418"/>
                  </a:cubicBezTo>
                  <a:cubicBezTo>
                    <a:pt x="209921" y="330430"/>
                    <a:pt x="204303" y="332542"/>
                    <a:pt x="198548" y="332248"/>
                  </a:cubicBezTo>
                  <a:cubicBezTo>
                    <a:pt x="190710" y="332482"/>
                    <a:pt x="183372" y="328410"/>
                    <a:pt x="179423" y="321636"/>
                  </a:cubicBezTo>
                  <a:lnTo>
                    <a:pt x="106247" y="204264"/>
                  </a:lnTo>
                  <a:lnTo>
                    <a:pt x="44267" y="204264"/>
                  </a:lnTo>
                  <a:lnTo>
                    <a:pt x="44267" y="310150"/>
                  </a:lnTo>
                  <a:cubicBezTo>
                    <a:pt x="44395" y="316013"/>
                    <a:pt x="42169" y="321683"/>
                    <a:pt x="38086" y="325893"/>
                  </a:cubicBezTo>
                  <a:cubicBezTo>
                    <a:pt x="29210" y="334363"/>
                    <a:pt x="15244" y="334363"/>
                    <a:pt x="6367" y="325893"/>
                  </a:cubicBezTo>
                  <a:cubicBezTo>
                    <a:pt x="2186" y="321735"/>
                    <a:pt x="-111" y="316046"/>
                    <a:pt x="12" y="310150"/>
                  </a:cubicBezTo>
                  <a:lnTo>
                    <a:pt x="12" y="22113"/>
                  </a:lnTo>
                  <a:cubicBezTo>
                    <a:pt x="-187" y="16152"/>
                    <a:pt x="2118" y="10380"/>
                    <a:pt x="6368" y="6195"/>
                  </a:cubicBezTo>
                  <a:cubicBezTo>
                    <a:pt x="10563" y="2090"/>
                    <a:pt x="16243" y="-140"/>
                    <a:pt x="22110" y="15"/>
                  </a:cubicBezTo>
                  <a:lnTo>
                    <a:pt x="98667" y="15"/>
                  </a:lnTo>
                  <a:cubicBezTo>
                    <a:pt x="118259" y="-294"/>
                    <a:pt x="137625" y="4232"/>
                    <a:pt x="155050" y="13192"/>
                  </a:cubicBezTo>
                  <a:cubicBezTo>
                    <a:pt x="171206" y="21591"/>
                    <a:pt x="184620" y="34439"/>
                    <a:pt x="193708" y="50217"/>
                  </a:cubicBezTo>
                  <a:cubicBezTo>
                    <a:pt x="203105" y="66785"/>
                    <a:pt x="207878" y="85574"/>
                    <a:pt x="207526" y="104618"/>
                  </a:cubicBezTo>
                  <a:cubicBezTo>
                    <a:pt x="208298" y="143059"/>
                    <a:pt x="185805" y="178169"/>
                    <a:pt x="150560" y="193536"/>
                  </a:cubicBezTo>
                  <a:lnTo>
                    <a:pt x="215631" y="298139"/>
                  </a:lnTo>
                  <a:cubicBezTo>
                    <a:pt x="218363" y="302299"/>
                    <a:pt x="219840" y="307156"/>
                    <a:pt x="219887" y="312133"/>
                  </a:cubicBezTo>
                  <a:close/>
                  <a:moveTo>
                    <a:pt x="98667" y="163333"/>
                  </a:moveTo>
                  <a:cubicBezTo>
                    <a:pt x="116030" y="163975"/>
                    <a:pt x="133010" y="158135"/>
                    <a:pt x="146304" y="146949"/>
                  </a:cubicBezTo>
                  <a:cubicBezTo>
                    <a:pt x="158630" y="136399"/>
                    <a:pt x="165511" y="120834"/>
                    <a:pt x="165021" y="104618"/>
                  </a:cubicBezTo>
                  <a:cubicBezTo>
                    <a:pt x="165610" y="87353"/>
                    <a:pt x="158800" y="70658"/>
                    <a:pt x="146304" y="58730"/>
                  </a:cubicBezTo>
                  <a:cubicBezTo>
                    <a:pt x="133456" y="46636"/>
                    <a:pt x="116300" y="40189"/>
                    <a:pt x="98667" y="40830"/>
                  </a:cubicBezTo>
                  <a:lnTo>
                    <a:pt x="44267" y="40830"/>
                  </a:lnTo>
                  <a:lnTo>
                    <a:pt x="44267" y="163275"/>
                  </a:ln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56BB7A6-8A94-4DDA-98BC-48412A2EC31D}"/>
                </a:ext>
              </a:extLst>
            </p:cNvPr>
            <p:cNvSpPr/>
            <p:nvPr/>
          </p:nvSpPr>
          <p:spPr>
            <a:xfrm>
              <a:off x="11229960" y="4040622"/>
              <a:ext cx="279874" cy="326519"/>
            </a:xfrm>
            <a:custGeom>
              <a:avLst/>
              <a:gdLst>
                <a:gd name="connsiteX0" fmla="*/ 285124 w 279873"/>
                <a:gd name="connsiteY0" fmla="*/ 310452 h 326519"/>
                <a:gd name="connsiteX1" fmla="*/ 278710 w 279873"/>
                <a:gd name="connsiteY1" fmla="*/ 325787 h 326519"/>
                <a:gd name="connsiteX2" fmla="*/ 262967 w 279873"/>
                <a:gd name="connsiteY2" fmla="*/ 332142 h 326519"/>
                <a:gd name="connsiteX3" fmla="*/ 250898 w 279873"/>
                <a:gd name="connsiteY3" fmla="*/ 328527 h 326519"/>
                <a:gd name="connsiteX4" fmla="*/ 242560 w 279873"/>
                <a:gd name="connsiteY4" fmla="*/ 318557 h 326519"/>
                <a:gd name="connsiteX5" fmla="*/ 218770 w 279873"/>
                <a:gd name="connsiteY5" fmla="*/ 259025 h 326519"/>
                <a:gd name="connsiteX6" fmla="*/ 66122 w 279873"/>
                <a:gd name="connsiteY6" fmla="*/ 259025 h 326519"/>
                <a:gd name="connsiteX7" fmla="*/ 41866 w 279873"/>
                <a:gd name="connsiteY7" fmla="*/ 318557 h 326519"/>
                <a:gd name="connsiteX8" fmla="*/ 33353 w 279873"/>
                <a:gd name="connsiteY8" fmla="*/ 328527 h 326519"/>
                <a:gd name="connsiteX9" fmla="*/ 21692 w 279873"/>
                <a:gd name="connsiteY9" fmla="*/ 332142 h 326519"/>
                <a:gd name="connsiteX10" fmla="*/ 6183 w 279873"/>
                <a:gd name="connsiteY10" fmla="*/ 325554 h 326519"/>
                <a:gd name="connsiteX11" fmla="*/ 2 w 279873"/>
                <a:gd name="connsiteY11" fmla="*/ 310044 h 326519"/>
                <a:gd name="connsiteX12" fmla="*/ 2101 w 279873"/>
                <a:gd name="connsiteY12" fmla="*/ 300249 h 326519"/>
                <a:gd name="connsiteX13" fmla="*/ 121630 w 279873"/>
                <a:gd name="connsiteY13" fmla="*/ 14952 h 326519"/>
                <a:gd name="connsiteX14" fmla="*/ 142446 w 279873"/>
                <a:gd name="connsiteY14" fmla="*/ 25 h 326519"/>
                <a:gd name="connsiteX15" fmla="*/ 163261 w 279873"/>
                <a:gd name="connsiteY15" fmla="*/ 14952 h 326519"/>
                <a:gd name="connsiteX16" fmla="*/ 283199 w 279873"/>
                <a:gd name="connsiteY16" fmla="*/ 301123 h 326519"/>
                <a:gd name="connsiteX17" fmla="*/ 285123 w 279873"/>
                <a:gd name="connsiteY17" fmla="*/ 310452 h 326519"/>
                <a:gd name="connsiteX18" fmla="*/ 203902 w 279873"/>
                <a:gd name="connsiteY18" fmla="*/ 222467 h 326519"/>
                <a:gd name="connsiteX19" fmla="*/ 143087 w 279873"/>
                <a:gd name="connsiteY19" fmla="*/ 70868 h 326519"/>
                <a:gd name="connsiteX20" fmla="*/ 80991 w 279873"/>
                <a:gd name="connsiteY20" fmla="*/ 222467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873" h="326519">
                  <a:moveTo>
                    <a:pt x="285124" y="310452"/>
                  </a:moveTo>
                  <a:cubicBezTo>
                    <a:pt x="285200" y="316231"/>
                    <a:pt x="282879" y="321784"/>
                    <a:pt x="278710" y="325787"/>
                  </a:cubicBezTo>
                  <a:cubicBezTo>
                    <a:pt x="274567" y="329992"/>
                    <a:pt x="268868" y="332292"/>
                    <a:pt x="262967" y="332142"/>
                  </a:cubicBezTo>
                  <a:cubicBezTo>
                    <a:pt x="258676" y="332151"/>
                    <a:pt x="254477" y="330894"/>
                    <a:pt x="250898" y="328527"/>
                  </a:cubicBezTo>
                  <a:cubicBezTo>
                    <a:pt x="247101" y="326208"/>
                    <a:pt x="244171" y="322705"/>
                    <a:pt x="242560" y="318557"/>
                  </a:cubicBezTo>
                  <a:lnTo>
                    <a:pt x="218770" y="259025"/>
                  </a:lnTo>
                  <a:lnTo>
                    <a:pt x="66122" y="259025"/>
                  </a:lnTo>
                  <a:lnTo>
                    <a:pt x="41866" y="318557"/>
                  </a:lnTo>
                  <a:cubicBezTo>
                    <a:pt x="40040" y="322626"/>
                    <a:pt x="37086" y="326086"/>
                    <a:pt x="33353" y="328527"/>
                  </a:cubicBezTo>
                  <a:cubicBezTo>
                    <a:pt x="29910" y="330861"/>
                    <a:pt x="25852" y="332120"/>
                    <a:pt x="21692" y="332142"/>
                  </a:cubicBezTo>
                  <a:cubicBezTo>
                    <a:pt x="15809" y="332314"/>
                    <a:pt x="10143" y="329908"/>
                    <a:pt x="6183" y="325554"/>
                  </a:cubicBezTo>
                  <a:cubicBezTo>
                    <a:pt x="2147" y="321408"/>
                    <a:pt x="-77" y="315829"/>
                    <a:pt x="2" y="310044"/>
                  </a:cubicBezTo>
                  <a:cubicBezTo>
                    <a:pt x="118" y="306681"/>
                    <a:pt x="829" y="303364"/>
                    <a:pt x="2101" y="300249"/>
                  </a:cubicBezTo>
                  <a:lnTo>
                    <a:pt x="121630" y="14952"/>
                  </a:lnTo>
                  <a:cubicBezTo>
                    <a:pt x="124545" y="5950"/>
                    <a:pt x="132985" y="-102"/>
                    <a:pt x="142446" y="25"/>
                  </a:cubicBezTo>
                  <a:cubicBezTo>
                    <a:pt x="152012" y="-449"/>
                    <a:pt x="160641" y="5739"/>
                    <a:pt x="163261" y="14952"/>
                  </a:cubicBezTo>
                  <a:lnTo>
                    <a:pt x="283199" y="301123"/>
                  </a:lnTo>
                  <a:cubicBezTo>
                    <a:pt x="284403" y="304089"/>
                    <a:pt x="285055" y="307251"/>
                    <a:pt x="285123" y="310452"/>
                  </a:cubicBezTo>
                  <a:close/>
                  <a:moveTo>
                    <a:pt x="203902" y="222467"/>
                  </a:moveTo>
                  <a:lnTo>
                    <a:pt x="143087" y="70868"/>
                  </a:lnTo>
                  <a:lnTo>
                    <a:pt x="80991" y="222467"/>
                  </a:ln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00235AC-D71C-4142-93FA-4834CACB5FDA}"/>
                </a:ext>
              </a:extLst>
            </p:cNvPr>
            <p:cNvSpPr/>
            <p:nvPr/>
          </p:nvSpPr>
          <p:spPr>
            <a:xfrm>
              <a:off x="11733896" y="4040637"/>
              <a:ext cx="262382" cy="326519"/>
            </a:xfrm>
            <a:custGeom>
              <a:avLst/>
              <a:gdLst>
                <a:gd name="connsiteX0" fmla="*/ 230210 w 262381"/>
                <a:gd name="connsiteY0" fmla="*/ 6191 h 326519"/>
                <a:gd name="connsiteX1" fmla="*/ 245952 w 262381"/>
                <a:gd name="connsiteY1" fmla="*/ 10 h 326519"/>
                <a:gd name="connsiteX2" fmla="*/ 261521 w 262381"/>
                <a:gd name="connsiteY2" fmla="*/ 6191 h 326519"/>
                <a:gd name="connsiteX3" fmla="*/ 267351 w 262381"/>
                <a:gd name="connsiteY3" fmla="*/ 22108 h 326519"/>
                <a:gd name="connsiteX4" fmla="*/ 267351 w 262381"/>
                <a:gd name="connsiteY4" fmla="*/ 310028 h 326519"/>
                <a:gd name="connsiteX5" fmla="*/ 261521 w 262381"/>
                <a:gd name="connsiteY5" fmla="*/ 326005 h 326519"/>
                <a:gd name="connsiteX6" fmla="*/ 245952 w 262381"/>
                <a:gd name="connsiteY6" fmla="*/ 332127 h 326519"/>
                <a:gd name="connsiteX7" fmla="*/ 236390 w 262381"/>
                <a:gd name="connsiteY7" fmla="*/ 330261 h 326519"/>
                <a:gd name="connsiteX8" fmla="*/ 228926 w 262381"/>
                <a:gd name="connsiteY8" fmla="*/ 324430 h 326519"/>
                <a:gd name="connsiteX9" fmla="*/ 43510 w 262381"/>
                <a:gd name="connsiteY9" fmla="*/ 77791 h 326519"/>
                <a:gd name="connsiteX10" fmla="*/ 43510 w 262381"/>
                <a:gd name="connsiteY10" fmla="*/ 309970 h 326519"/>
                <a:gd name="connsiteX11" fmla="*/ 37680 w 262381"/>
                <a:gd name="connsiteY11" fmla="*/ 325713 h 326519"/>
                <a:gd name="connsiteX12" fmla="*/ 6194 w 262381"/>
                <a:gd name="connsiteY12" fmla="*/ 325713 h 326519"/>
                <a:gd name="connsiteX13" fmla="*/ 13 w 262381"/>
                <a:gd name="connsiteY13" fmla="*/ 309737 h 326519"/>
                <a:gd name="connsiteX14" fmla="*/ 13 w 262381"/>
                <a:gd name="connsiteY14" fmla="*/ 22108 h 326519"/>
                <a:gd name="connsiteX15" fmla="*/ 6194 w 262381"/>
                <a:gd name="connsiteY15" fmla="*/ 6191 h 326519"/>
                <a:gd name="connsiteX16" fmla="*/ 21704 w 262381"/>
                <a:gd name="connsiteY16" fmla="*/ 10 h 326519"/>
                <a:gd name="connsiteX17" fmla="*/ 31091 w 262381"/>
                <a:gd name="connsiteY17" fmla="*/ 2343 h 326519"/>
                <a:gd name="connsiteX18" fmla="*/ 38730 w 262381"/>
                <a:gd name="connsiteY18" fmla="*/ 8173 h 326519"/>
                <a:gd name="connsiteX19" fmla="*/ 224029 w 262381"/>
                <a:gd name="connsiteY19" fmla="*/ 254987 h 326519"/>
                <a:gd name="connsiteX20" fmla="*/ 224029 w 262381"/>
                <a:gd name="connsiteY20" fmla="*/ 22341 h 326519"/>
                <a:gd name="connsiteX21" fmla="*/ 230210 w 262381"/>
                <a:gd name="connsiteY21" fmla="*/ 6190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2381" h="326519">
                  <a:moveTo>
                    <a:pt x="230210" y="6191"/>
                  </a:moveTo>
                  <a:cubicBezTo>
                    <a:pt x="234405" y="2085"/>
                    <a:pt x="240085" y="-145"/>
                    <a:pt x="245952" y="10"/>
                  </a:cubicBezTo>
                  <a:cubicBezTo>
                    <a:pt x="251772" y="-165"/>
                    <a:pt x="257405" y="2071"/>
                    <a:pt x="261521" y="6191"/>
                  </a:cubicBezTo>
                  <a:cubicBezTo>
                    <a:pt x="265549" y="10482"/>
                    <a:pt x="267654" y="16230"/>
                    <a:pt x="267351" y="22108"/>
                  </a:cubicBezTo>
                  <a:lnTo>
                    <a:pt x="267351" y="310028"/>
                  </a:lnTo>
                  <a:cubicBezTo>
                    <a:pt x="267657" y="315925"/>
                    <a:pt x="265552" y="321691"/>
                    <a:pt x="261521" y="326005"/>
                  </a:cubicBezTo>
                  <a:cubicBezTo>
                    <a:pt x="257385" y="330085"/>
                    <a:pt x="251760" y="332296"/>
                    <a:pt x="245952" y="332127"/>
                  </a:cubicBezTo>
                  <a:cubicBezTo>
                    <a:pt x="242679" y="332083"/>
                    <a:pt x="239440" y="331451"/>
                    <a:pt x="236390" y="330261"/>
                  </a:cubicBezTo>
                  <a:cubicBezTo>
                    <a:pt x="233359" y="329136"/>
                    <a:pt x="230751" y="327099"/>
                    <a:pt x="228926" y="324430"/>
                  </a:cubicBezTo>
                  <a:lnTo>
                    <a:pt x="43510" y="77791"/>
                  </a:lnTo>
                  <a:lnTo>
                    <a:pt x="43510" y="309970"/>
                  </a:lnTo>
                  <a:cubicBezTo>
                    <a:pt x="43739" y="315784"/>
                    <a:pt x="41641" y="321450"/>
                    <a:pt x="37680" y="325713"/>
                  </a:cubicBezTo>
                  <a:cubicBezTo>
                    <a:pt x="28835" y="334036"/>
                    <a:pt x="15040" y="334036"/>
                    <a:pt x="6194" y="325713"/>
                  </a:cubicBezTo>
                  <a:cubicBezTo>
                    <a:pt x="2041" y="321454"/>
                    <a:pt x="-192" y="315682"/>
                    <a:pt x="13" y="309737"/>
                  </a:cubicBezTo>
                  <a:lnTo>
                    <a:pt x="13" y="22108"/>
                  </a:lnTo>
                  <a:cubicBezTo>
                    <a:pt x="-190" y="16180"/>
                    <a:pt x="2044" y="10428"/>
                    <a:pt x="6194" y="6191"/>
                  </a:cubicBezTo>
                  <a:cubicBezTo>
                    <a:pt x="10283" y="2068"/>
                    <a:pt x="15900" y="-170"/>
                    <a:pt x="21704" y="10"/>
                  </a:cubicBezTo>
                  <a:cubicBezTo>
                    <a:pt x="24969" y="63"/>
                    <a:pt x="28180" y="861"/>
                    <a:pt x="31091" y="2343"/>
                  </a:cubicBezTo>
                  <a:cubicBezTo>
                    <a:pt x="33989" y="3777"/>
                    <a:pt x="36582" y="5756"/>
                    <a:pt x="38730" y="8173"/>
                  </a:cubicBezTo>
                  <a:lnTo>
                    <a:pt x="224029" y="254987"/>
                  </a:lnTo>
                  <a:lnTo>
                    <a:pt x="224029" y="22341"/>
                  </a:lnTo>
                  <a:cubicBezTo>
                    <a:pt x="223718" y="16327"/>
                    <a:pt x="225963" y="10461"/>
                    <a:pt x="230210" y="6190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138A761-A41B-454F-9BB3-BB838A0E1F43}"/>
                </a:ext>
              </a:extLst>
            </p:cNvPr>
            <p:cNvSpPr/>
            <p:nvPr/>
          </p:nvSpPr>
          <p:spPr>
            <a:xfrm>
              <a:off x="12238439" y="4036848"/>
              <a:ext cx="239059" cy="338181"/>
            </a:xfrm>
            <a:custGeom>
              <a:avLst/>
              <a:gdLst>
                <a:gd name="connsiteX0" fmla="*/ 191365 w 239058"/>
                <a:gd name="connsiteY0" fmla="*/ 14878 h 338180"/>
                <a:gd name="connsiteX1" fmla="*/ 233871 w 239058"/>
                <a:gd name="connsiteY1" fmla="*/ 57383 h 338180"/>
                <a:gd name="connsiteX2" fmla="*/ 239002 w 239058"/>
                <a:gd name="connsiteY2" fmla="*/ 72718 h 338180"/>
                <a:gd name="connsiteX3" fmla="*/ 230489 w 239058"/>
                <a:gd name="connsiteY3" fmla="*/ 87994 h 338180"/>
                <a:gd name="connsiteX4" fmla="*/ 219411 w 239058"/>
                <a:gd name="connsiteY4" fmla="*/ 90968 h 338180"/>
                <a:gd name="connsiteX5" fmla="*/ 207749 w 239058"/>
                <a:gd name="connsiteY5" fmla="*/ 87820 h 338180"/>
                <a:gd name="connsiteX6" fmla="*/ 199237 w 239058"/>
                <a:gd name="connsiteY6" fmla="*/ 79074 h 338180"/>
                <a:gd name="connsiteX7" fmla="*/ 170549 w 239058"/>
                <a:gd name="connsiteY7" fmla="*/ 49920 h 338180"/>
                <a:gd name="connsiteX8" fmla="*/ 126936 w 239058"/>
                <a:gd name="connsiteY8" fmla="*/ 39949 h 338180"/>
                <a:gd name="connsiteX9" fmla="*/ 74459 w 239058"/>
                <a:gd name="connsiteY9" fmla="*/ 52486 h 338180"/>
                <a:gd name="connsiteX10" fmla="*/ 54460 w 239058"/>
                <a:gd name="connsiteY10" fmla="*/ 88869 h 338180"/>
                <a:gd name="connsiteX11" fmla="*/ 72360 w 239058"/>
                <a:gd name="connsiteY11" fmla="*/ 125836 h 338180"/>
                <a:gd name="connsiteX12" fmla="*/ 136089 w 239058"/>
                <a:gd name="connsiteY12" fmla="*/ 145427 h 338180"/>
                <a:gd name="connsiteX13" fmla="*/ 215212 w 239058"/>
                <a:gd name="connsiteY13" fmla="*/ 176271 h 338180"/>
                <a:gd name="connsiteX14" fmla="*/ 243316 w 239058"/>
                <a:gd name="connsiteY14" fmla="*/ 244082 h 338180"/>
                <a:gd name="connsiteX15" fmla="*/ 226698 w 239058"/>
                <a:gd name="connsiteY15" fmla="*/ 296559 h 338180"/>
                <a:gd name="connsiteX16" fmla="*/ 182676 w 239058"/>
                <a:gd name="connsiteY16" fmla="*/ 329269 h 338180"/>
                <a:gd name="connsiteX17" fmla="*/ 123786 w 239058"/>
                <a:gd name="connsiteY17" fmla="*/ 340114 h 338180"/>
                <a:gd name="connsiteX18" fmla="*/ 48745 w 239058"/>
                <a:gd name="connsiteY18" fmla="*/ 321397 h 338180"/>
                <a:gd name="connsiteX19" fmla="*/ 2099 w 239058"/>
                <a:gd name="connsiteY19" fmla="*/ 272536 h 338180"/>
                <a:gd name="connsiteX20" fmla="*/ 0 w 239058"/>
                <a:gd name="connsiteY20" fmla="*/ 264023 h 338180"/>
                <a:gd name="connsiteX21" fmla="*/ 4665 w 239058"/>
                <a:gd name="connsiteY21" fmla="*/ 252770 h 338180"/>
                <a:gd name="connsiteX22" fmla="*/ 17434 w 239058"/>
                <a:gd name="connsiteY22" fmla="*/ 246123 h 338180"/>
                <a:gd name="connsiteX23" fmla="*/ 21690 w 239058"/>
                <a:gd name="connsiteY23" fmla="*/ 245715 h 338180"/>
                <a:gd name="connsiteX24" fmla="*/ 34634 w 239058"/>
                <a:gd name="connsiteY24" fmla="*/ 249738 h 338180"/>
                <a:gd name="connsiteX25" fmla="*/ 43788 w 239058"/>
                <a:gd name="connsiteY25" fmla="*/ 260583 h 338180"/>
                <a:gd name="connsiteX26" fmla="*/ 73992 w 239058"/>
                <a:gd name="connsiteY26" fmla="*/ 288687 h 338180"/>
                <a:gd name="connsiteX27" fmla="*/ 123728 w 239058"/>
                <a:gd name="connsiteY27" fmla="*/ 300348 h 338180"/>
                <a:gd name="connsiteX28" fmla="*/ 177720 w 239058"/>
                <a:gd name="connsiteY28" fmla="*/ 285655 h 338180"/>
                <a:gd name="connsiteX29" fmla="*/ 199877 w 239058"/>
                <a:gd name="connsiteY29" fmla="*/ 245481 h 338180"/>
                <a:gd name="connsiteX30" fmla="*/ 181161 w 239058"/>
                <a:gd name="connsiteY30" fmla="*/ 204025 h 338180"/>
                <a:gd name="connsiteX31" fmla="*/ 124136 w 239058"/>
                <a:gd name="connsiteY31" fmla="*/ 182977 h 338180"/>
                <a:gd name="connsiteX32" fmla="*/ 41224 w 239058"/>
                <a:gd name="connsiteY32" fmla="*/ 152133 h 338180"/>
                <a:gd name="connsiteX33" fmla="*/ 11021 w 239058"/>
                <a:gd name="connsiteY33" fmla="*/ 87703 h 338180"/>
                <a:gd name="connsiteX34" fmla="*/ 26530 w 239058"/>
                <a:gd name="connsiteY34" fmla="*/ 40708 h 338180"/>
                <a:gd name="connsiteX35" fmla="*/ 69095 w 239058"/>
                <a:gd name="connsiteY35" fmla="*/ 10505 h 338180"/>
                <a:gd name="connsiteX36" fmla="*/ 129676 w 239058"/>
                <a:gd name="connsiteY36" fmla="*/ 68 h 338180"/>
                <a:gd name="connsiteX37" fmla="*/ 191365 w 239058"/>
                <a:gd name="connsiteY37" fmla="*/ 14878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9058" h="338180">
                  <a:moveTo>
                    <a:pt x="191365" y="14878"/>
                  </a:moveTo>
                  <a:cubicBezTo>
                    <a:pt x="208729" y="25442"/>
                    <a:pt x="223306" y="40019"/>
                    <a:pt x="233871" y="57383"/>
                  </a:cubicBezTo>
                  <a:cubicBezTo>
                    <a:pt x="236992" y="61909"/>
                    <a:pt x="238772" y="67225"/>
                    <a:pt x="239002" y="72718"/>
                  </a:cubicBezTo>
                  <a:cubicBezTo>
                    <a:pt x="239002" y="78941"/>
                    <a:pt x="235782" y="84721"/>
                    <a:pt x="230489" y="87994"/>
                  </a:cubicBezTo>
                  <a:cubicBezTo>
                    <a:pt x="227159" y="90030"/>
                    <a:pt x="223312" y="91063"/>
                    <a:pt x="219411" y="90968"/>
                  </a:cubicBezTo>
                  <a:cubicBezTo>
                    <a:pt x="215314" y="90961"/>
                    <a:pt x="211292" y="89875"/>
                    <a:pt x="207749" y="87820"/>
                  </a:cubicBezTo>
                  <a:cubicBezTo>
                    <a:pt x="204155" y="85751"/>
                    <a:pt x="201207" y="82723"/>
                    <a:pt x="199237" y="79074"/>
                  </a:cubicBezTo>
                  <a:cubicBezTo>
                    <a:pt x="192328" y="67060"/>
                    <a:pt x="182450" y="57022"/>
                    <a:pt x="170549" y="49920"/>
                  </a:cubicBezTo>
                  <a:cubicBezTo>
                    <a:pt x="157145" y="42810"/>
                    <a:pt x="142098" y="39370"/>
                    <a:pt x="126936" y="39949"/>
                  </a:cubicBezTo>
                  <a:cubicBezTo>
                    <a:pt x="108612" y="39105"/>
                    <a:pt x="90423" y="43450"/>
                    <a:pt x="74459" y="52486"/>
                  </a:cubicBezTo>
                  <a:cubicBezTo>
                    <a:pt x="61596" y="59999"/>
                    <a:pt x="53910" y="73982"/>
                    <a:pt x="54460" y="88869"/>
                  </a:cubicBezTo>
                  <a:cubicBezTo>
                    <a:pt x="54307" y="103315"/>
                    <a:pt x="60933" y="116997"/>
                    <a:pt x="72360" y="125836"/>
                  </a:cubicBezTo>
                  <a:cubicBezTo>
                    <a:pt x="84021" y="135806"/>
                    <a:pt x="105478" y="142279"/>
                    <a:pt x="136089" y="145427"/>
                  </a:cubicBezTo>
                  <a:cubicBezTo>
                    <a:pt x="170141" y="148809"/>
                    <a:pt x="196515" y="159090"/>
                    <a:pt x="215212" y="176271"/>
                  </a:cubicBezTo>
                  <a:cubicBezTo>
                    <a:pt x="234071" y="193660"/>
                    <a:pt x="244345" y="218451"/>
                    <a:pt x="243316" y="244082"/>
                  </a:cubicBezTo>
                  <a:cubicBezTo>
                    <a:pt x="243790" y="262939"/>
                    <a:pt x="237940" y="281412"/>
                    <a:pt x="226698" y="296559"/>
                  </a:cubicBezTo>
                  <a:cubicBezTo>
                    <a:pt x="215355" y="311347"/>
                    <a:pt x="200109" y="322676"/>
                    <a:pt x="182676" y="329269"/>
                  </a:cubicBezTo>
                  <a:cubicBezTo>
                    <a:pt x="163914" y="336593"/>
                    <a:pt x="143927" y="340274"/>
                    <a:pt x="123786" y="340114"/>
                  </a:cubicBezTo>
                  <a:cubicBezTo>
                    <a:pt x="97578" y="340444"/>
                    <a:pt x="71728" y="333997"/>
                    <a:pt x="48745" y="321397"/>
                  </a:cubicBezTo>
                  <a:cubicBezTo>
                    <a:pt x="28054" y="310940"/>
                    <a:pt x="11586" y="293689"/>
                    <a:pt x="2099" y="272536"/>
                  </a:cubicBezTo>
                  <a:cubicBezTo>
                    <a:pt x="868" y="269857"/>
                    <a:pt x="156" y="266968"/>
                    <a:pt x="0" y="264023"/>
                  </a:cubicBezTo>
                  <a:cubicBezTo>
                    <a:pt x="-31" y="259796"/>
                    <a:pt x="1652" y="255735"/>
                    <a:pt x="4665" y="252770"/>
                  </a:cubicBezTo>
                  <a:cubicBezTo>
                    <a:pt x="8140" y="249298"/>
                    <a:pt x="12598" y="246978"/>
                    <a:pt x="17434" y="246123"/>
                  </a:cubicBezTo>
                  <a:cubicBezTo>
                    <a:pt x="18831" y="245809"/>
                    <a:pt x="20261" y="245672"/>
                    <a:pt x="21690" y="245715"/>
                  </a:cubicBezTo>
                  <a:cubicBezTo>
                    <a:pt x="26308" y="245744"/>
                    <a:pt x="30813" y="247145"/>
                    <a:pt x="34634" y="249738"/>
                  </a:cubicBezTo>
                  <a:cubicBezTo>
                    <a:pt x="38667" y="252396"/>
                    <a:pt x="41845" y="256162"/>
                    <a:pt x="43788" y="260583"/>
                  </a:cubicBezTo>
                  <a:cubicBezTo>
                    <a:pt x="50385" y="273099"/>
                    <a:pt x="61033" y="283007"/>
                    <a:pt x="73992" y="288687"/>
                  </a:cubicBezTo>
                  <a:cubicBezTo>
                    <a:pt x="89400" y="296494"/>
                    <a:pt x="106455" y="300493"/>
                    <a:pt x="123728" y="300348"/>
                  </a:cubicBezTo>
                  <a:cubicBezTo>
                    <a:pt x="142790" y="300961"/>
                    <a:pt x="161597" y="295843"/>
                    <a:pt x="177720" y="285655"/>
                  </a:cubicBezTo>
                  <a:cubicBezTo>
                    <a:pt x="191760" y="277190"/>
                    <a:pt x="200208" y="261871"/>
                    <a:pt x="199877" y="245481"/>
                  </a:cubicBezTo>
                  <a:cubicBezTo>
                    <a:pt x="199968" y="229597"/>
                    <a:pt x="193135" y="214461"/>
                    <a:pt x="181161" y="204025"/>
                  </a:cubicBezTo>
                  <a:cubicBezTo>
                    <a:pt x="168683" y="192364"/>
                    <a:pt x="149675" y="185348"/>
                    <a:pt x="124136" y="182977"/>
                  </a:cubicBezTo>
                  <a:cubicBezTo>
                    <a:pt x="89152" y="179556"/>
                    <a:pt x="61515" y="169275"/>
                    <a:pt x="41224" y="152133"/>
                  </a:cubicBezTo>
                  <a:cubicBezTo>
                    <a:pt x="21784" y="136444"/>
                    <a:pt x="10645" y="112682"/>
                    <a:pt x="11021" y="87703"/>
                  </a:cubicBezTo>
                  <a:cubicBezTo>
                    <a:pt x="10643" y="70722"/>
                    <a:pt x="16120" y="54128"/>
                    <a:pt x="26530" y="40708"/>
                  </a:cubicBezTo>
                  <a:cubicBezTo>
                    <a:pt x="37698" y="26946"/>
                    <a:pt x="52417" y="16501"/>
                    <a:pt x="69095" y="10505"/>
                  </a:cubicBezTo>
                  <a:cubicBezTo>
                    <a:pt x="88470" y="3310"/>
                    <a:pt x="109011" y="-229"/>
                    <a:pt x="129676" y="68"/>
                  </a:cubicBezTo>
                  <a:cubicBezTo>
                    <a:pt x="151199" y="-659"/>
                    <a:pt x="172517" y="4458"/>
                    <a:pt x="191365" y="14878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B79253-2FBC-4B07-80B2-9BCE07432C47}"/>
                </a:ext>
              </a:extLst>
            </p:cNvPr>
            <p:cNvSpPr/>
            <p:nvPr/>
          </p:nvSpPr>
          <p:spPr>
            <a:xfrm>
              <a:off x="12692564" y="4040627"/>
              <a:ext cx="233228" cy="332350"/>
            </a:xfrm>
            <a:custGeom>
              <a:avLst/>
              <a:gdLst>
                <a:gd name="connsiteX0" fmla="*/ 181831 w 233228"/>
                <a:gd name="connsiteY0" fmla="*/ 150045 h 332350"/>
                <a:gd name="connsiteX1" fmla="*/ 188012 w 233228"/>
                <a:gd name="connsiteY1" fmla="*/ 164738 h 332350"/>
                <a:gd name="connsiteX2" fmla="*/ 181831 w 233228"/>
                <a:gd name="connsiteY2" fmla="*/ 179373 h 332350"/>
                <a:gd name="connsiteX3" fmla="*/ 166321 w 233228"/>
                <a:gd name="connsiteY3" fmla="*/ 185204 h 332350"/>
                <a:gd name="connsiteX4" fmla="*/ 44284 w 233228"/>
                <a:gd name="connsiteY4" fmla="*/ 185204 h 332350"/>
                <a:gd name="connsiteX5" fmla="*/ 44284 w 233228"/>
                <a:gd name="connsiteY5" fmla="*/ 310214 h 332350"/>
                <a:gd name="connsiteX6" fmla="*/ 23293 w 233228"/>
                <a:gd name="connsiteY6" fmla="*/ 333478 h 332350"/>
                <a:gd name="connsiteX7" fmla="*/ 29 w 233228"/>
                <a:gd name="connsiteY7" fmla="*/ 312486 h 332350"/>
                <a:gd name="connsiteX8" fmla="*/ 29 w 233228"/>
                <a:gd name="connsiteY8" fmla="*/ 310214 h 332350"/>
                <a:gd name="connsiteX9" fmla="*/ 29 w 233228"/>
                <a:gd name="connsiteY9" fmla="*/ 22119 h 332350"/>
                <a:gd name="connsiteX10" fmla="*/ 6385 w 233228"/>
                <a:gd name="connsiteY10" fmla="*/ 6201 h 332350"/>
                <a:gd name="connsiteX11" fmla="*/ 22127 w 233228"/>
                <a:gd name="connsiteY11" fmla="*/ 21 h 332350"/>
                <a:gd name="connsiteX12" fmla="*/ 214541 w 233228"/>
                <a:gd name="connsiteY12" fmla="*/ 21 h 332350"/>
                <a:gd name="connsiteX13" fmla="*/ 230284 w 233228"/>
                <a:gd name="connsiteY13" fmla="*/ 5851 h 332350"/>
                <a:gd name="connsiteX14" fmla="*/ 236114 w 233228"/>
                <a:gd name="connsiteY14" fmla="*/ 20953 h 332350"/>
                <a:gd name="connsiteX15" fmla="*/ 230284 w 233228"/>
                <a:gd name="connsiteY15" fmla="*/ 35413 h 332350"/>
                <a:gd name="connsiteX16" fmla="*/ 214541 w 233228"/>
                <a:gd name="connsiteY16" fmla="*/ 40894 h 332350"/>
                <a:gd name="connsiteX17" fmla="*/ 44459 w 233228"/>
                <a:gd name="connsiteY17" fmla="*/ 40894 h 332350"/>
                <a:gd name="connsiteX18" fmla="*/ 44459 w 233228"/>
                <a:gd name="connsiteY18" fmla="*/ 144214 h 332350"/>
                <a:gd name="connsiteX19" fmla="*/ 166496 w 233228"/>
                <a:gd name="connsiteY19" fmla="*/ 144214 h 332350"/>
                <a:gd name="connsiteX20" fmla="*/ 181831 w 233228"/>
                <a:gd name="connsiteY20" fmla="*/ 150045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3228" h="332350">
                  <a:moveTo>
                    <a:pt x="181831" y="150045"/>
                  </a:moveTo>
                  <a:cubicBezTo>
                    <a:pt x="185906" y="153828"/>
                    <a:pt x="188157" y="159180"/>
                    <a:pt x="188012" y="164738"/>
                  </a:cubicBezTo>
                  <a:cubicBezTo>
                    <a:pt x="188171" y="170282"/>
                    <a:pt x="185916" y="175622"/>
                    <a:pt x="181831" y="179373"/>
                  </a:cubicBezTo>
                  <a:cubicBezTo>
                    <a:pt x="177633" y="183287"/>
                    <a:pt x="172058" y="185383"/>
                    <a:pt x="166321" y="185204"/>
                  </a:cubicBezTo>
                  <a:lnTo>
                    <a:pt x="44284" y="185204"/>
                  </a:lnTo>
                  <a:lnTo>
                    <a:pt x="44284" y="310214"/>
                  </a:lnTo>
                  <a:cubicBezTo>
                    <a:pt x="44912" y="322435"/>
                    <a:pt x="35514" y="332850"/>
                    <a:pt x="23293" y="333478"/>
                  </a:cubicBezTo>
                  <a:cubicBezTo>
                    <a:pt x="11072" y="334105"/>
                    <a:pt x="657" y="324707"/>
                    <a:pt x="29" y="312486"/>
                  </a:cubicBezTo>
                  <a:cubicBezTo>
                    <a:pt x="-10" y="311729"/>
                    <a:pt x="-10" y="310971"/>
                    <a:pt x="29" y="310214"/>
                  </a:cubicBezTo>
                  <a:lnTo>
                    <a:pt x="29" y="22119"/>
                  </a:lnTo>
                  <a:cubicBezTo>
                    <a:pt x="-198" y="16153"/>
                    <a:pt x="2111" y="10369"/>
                    <a:pt x="6385" y="6201"/>
                  </a:cubicBezTo>
                  <a:cubicBezTo>
                    <a:pt x="10580" y="2096"/>
                    <a:pt x="16260" y="-134"/>
                    <a:pt x="22127" y="21"/>
                  </a:cubicBezTo>
                  <a:lnTo>
                    <a:pt x="214541" y="21"/>
                  </a:lnTo>
                  <a:cubicBezTo>
                    <a:pt x="220360" y="-234"/>
                    <a:pt x="226035" y="1868"/>
                    <a:pt x="230284" y="5851"/>
                  </a:cubicBezTo>
                  <a:cubicBezTo>
                    <a:pt x="234269" y="9839"/>
                    <a:pt x="236386" y="15322"/>
                    <a:pt x="236114" y="20953"/>
                  </a:cubicBezTo>
                  <a:cubicBezTo>
                    <a:pt x="236344" y="26388"/>
                    <a:pt x="234218" y="31658"/>
                    <a:pt x="230284" y="35413"/>
                  </a:cubicBezTo>
                  <a:cubicBezTo>
                    <a:pt x="225946" y="39214"/>
                    <a:pt x="220301" y="41180"/>
                    <a:pt x="214541" y="40894"/>
                  </a:cubicBezTo>
                  <a:lnTo>
                    <a:pt x="44459" y="40894"/>
                  </a:lnTo>
                  <a:lnTo>
                    <a:pt x="44459" y="144214"/>
                  </a:lnTo>
                  <a:lnTo>
                    <a:pt x="166496" y="144214"/>
                  </a:lnTo>
                  <a:cubicBezTo>
                    <a:pt x="172174" y="144075"/>
                    <a:pt x="177680" y="146168"/>
                    <a:pt x="181831" y="150045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D47404B-0B3F-4E74-ACF9-E9D54FF7BD61}"/>
                </a:ext>
              </a:extLst>
            </p:cNvPr>
            <p:cNvSpPr/>
            <p:nvPr/>
          </p:nvSpPr>
          <p:spPr>
            <a:xfrm>
              <a:off x="13140215" y="4036389"/>
              <a:ext cx="332350" cy="338181"/>
            </a:xfrm>
            <a:custGeom>
              <a:avLst/>
              <a:gdLst>
                <a:gd name="connsiteX0" fmla="*/ 255969 w 332350"/>
                <a:gd name="connsiteY0" fmla="*/ 21692 h 338180"/>
                <a:gd name="connsiteX1" fmla="*/ 316200 w 332350"/>
                <a:gd name="connsiteY1" fmla="*/ 82098 h 338180"/>
                <a:gd name="connsiteX2" fmla="*/ 316200 w 332350"/>
                <a:gd name="connsiteY2" fmla="*/ 258360 h 338180"/>
                <a:gd name="connsiteX3" fmla="*/ 256435 w 332350"/>
                <a:gd name="connsiteY3" fmla="*/ 318942 h 338180"/>
                <a:gd name="connsiteX4" fmla="*/ 80990 w 332350"/>
                <a:gd name="connsiteY4" fmla="*/ 318942 h 338180"/>
                <a:gd name="connsiteX5" fmla="*/ 21283 w 332350"/>
                <a:gd name="connsiteY5" fmla="*/ 258360 h 338180"/>
                <a:gd name="connsiteX6" fmla="*/ 21283 w 332350"/>
                <a:gd name="connsiteY6" fmla="*/ 82098 h 338180"/>
                <a:gd name="connsiteX7" fmla="*/ 80990 w 332350"/>
                <a:gd name="connsiteY7" fmla="*/ 21692 h 338180"/>
                <a:gd name="connsiteX8" fmla="*/ 256203 w 332350"/>
                <a:gd name="connsiteY8" fmla="*/ 21692 h 338180"/>
                <a:gd name="connsiteX9" fmla="*/ 103321 w 332350"/>
                <a:gd name="connsiteY9" fmla="*/ 56677 h 338180"/>
                <a:gd name="connsiteX10" fmla="*/ 58425 w 332350"/>
                <a:gd name="connsiteY10" fmla="*/ 103322 h 338180"/>
                <a:gd name="connsiteX11" fmla="*/ 58425 w 332350"/>
                <a:gd name="connsiteY11" fmla="*/ 235971 h 338180"/>
                <a:gd name="connsiteX12" fmla="*/ 103554 w 332350"/>
                <a:gd name="connsiteY12" fmla="*/ 282966 h 338180"/>
                <a:gd name="connsiteX13" fmla="*/ 233638 w 332350"/>
                <a:gd name="connsiteY13" fmla="*/ 282966 h 338180"/>
                <a:gd name="connsiteX14" fmla="*/ 278767 w 332350"/>
                <a:gd name="connsiteY14" fmla="*/ 235971 h 338180"/>
                <a:gd name="connsiteX15" fmla="*/ 278767 w 332350"/>
                <a:gd name="connsiteY15" fmla="*/ 103322 h 338180"/>
                <a:gd name="connsiteX16" fmla="*/ 233871 w 332350"/>
                <a:gd name="connsiteY16" fmla="*/ 56677 h 338180"/>
                <a:gd name="connsiteX17" fmla="*/ 103322 w 332350"/>
                <a:gd name="connsiteY17" fmla="*/ 56677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2350" h="338180">
                  <a:moveTo>
                    <a:pt x="255969" y="21692"/>
                  </a:moveTo>
                  <a:cubicBezTo>
                    <a:pt x="281345" y="35739"/>
                    <a:pt x="302228" y="56682"/>
                    <a:pt x="316200" y="82098"/>
                  </a:cubicBezTo>
                  <a:cubicBezTo>
                    <a:pt x="344810" y="137369"/>
                    <a:pt x="344810" y="203089"/>
                    <a:pt x="316200" y="258360"/>
                  </a:cubicBezTo>
                  <a:cubicBezTo>
                    <a:pt x="302385" y="283782"/>
                    <a:pt x="281668" y="304783"/>
                    <a:pt x="256435" y="318942"/>
                  </a:cubicBezTo>
                  <a:cubicBezTo>
                    <a:pt x="201530" y="347866"/>
                    <a:pt x="135895" y="347866"/>
                    <a:pt x="80990" y="318942"/>
                  </a:cubicBezTo>
                  <a:cubicBezTo>
                    <a:pt x="55714" y="304859"/>
                    <a:pt x="34997" y="283838"/>
                    <a:pt x="21283" y="258360"/>
                  </a:cubicBezTo>
                  <a:cubicBezTo>
                    <a:pt x="-7094" y="203033"/>
                    <a:pt x="-7094" y="137426"/>
                    <a:pt x="21283" y="82098"/>
                  </a:cubicBezTo>
                  <a:cubicBezTo>
                    <a:pt x="35023" y="56685"/>
                    <a:pt x="55739" y="35727"/>
                    <a:pt x="80990" y="21692"/>
                  </a:cubicBezTo>
                  <a:cubicBezTo>
                    <a:pt x="135813" y="-7231"/>
                    <a:pt x="201379" y="-7231"/>
                    <a:pt x="256203" y="21692"/>
                  </a:cubicBezTo>
                  <a:close/>
                  <a:moveTo>
                    <a:pt x="103321" y="56677"/>
                  </a:moveTo>
                  <a:cubicBezTo>
                    <a:pt x="84378" y="67835"/>
                    <a:pt x="68851" y="83966"/>
                    <a:pt x="58425" y="103322"/>
                  </a:cubicBezTo>
                  <a:cubicBezTo>
                    <a:pt x="36889" y="144916"/>
                    <a:pt x="36889" y="194377"/>
                    <a:pt x="58425" y="235971"/>
                  </a:cubicBezTo>
                  <a:cubicBezTo>
                    <a:pt x="68871" y="255480"/>
                    <a:pt x="84484" y="271739"/>
                    <a:pt x="103554" y="282966"/>
                  </a:cubicBezTo>
                  <a:cubicBezTo>
                    <a:pt x="143863" y="305977"/>
                    <a:pt x="193330" y="305977"/>
                    <a:pt x="233638" y="282966"/>
                  </a:cubicBezTo>
                  <a:cubicBezTo>
                    <a:pt x="252709" y="271739"/>
                    <a:pt x="268322" y="255480"/>
                    <a:pt x="278767" y="235971"/>
                  </a:cubicBezTo>
                  <a:cubicBezTo>
                    <a:pt x="300303" y="194377"/>
                    <a:pt x="300303" y="144916"/>
                    <a:pt x="278767" y="103322"/>
                  </a:cubicBezTo>
                  <a:cubicBezTo>
                    <a:pt x="268342" y="83966"/>
                    <a:pt x="252815" y="67835"/>
                    <a:pt x="233871" y="56677"/>
                  </a:cubicBezTo>
                  <a:cubicBezTo>
                    <a:pt x="193292" y="34066"/>
                    <a:pt x="143901" y="34066"/>
                    <a:pt x="103322" y="56677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5F63465-62C0-460C-9D93-CB7C2E1A986B}"/>
                </a:ext>
              </a:extLst>
            </p:cNvPr>
            <p:cNvSpPr/>
            <p:nvPr/>
          </p:nvSpPr>
          <p:spPr>
            <a:xfrm>
              <a:off x="13716919" y="4040633"/>
              <a:ext cx="215736" cy="326519"/>
            </a:xfrm>
            <a:custGeom>
              <a:avLst/>
              <a:gdLst>
                <a:gd name="connsiteX0" fmla="*/ 220005 w 215736"/>
                <a:gd name="connsiteY0" fmla="*/ 312132 h 326519"/>
                <a:gd name="connsiteX1" fmla="*/ 214174 w 215736"/>
                <a:gd name="connsiteY1" fmla="*/ 326418 h 326519"/>
                <a:gd name="connsiteX2" fmla="*/ 198606 w 215736"/>
                <a:gd name="connsiteY2" fmla="*/ 332248 h 326519"/>
                <a:gd name="connsiteX3" fmla="*/ 179481 w 215736"/>
                <a:gd name="connsiteY3" fmla="*/ 321636 h 326519"/>
                <a:gd name="connsiteX4" fmla="*/ 106365 w 215736"/>
                <a:gd name="connsiteY4" fmla="*/ 204264 h 326519"/>
                <a:gd name="connsiteX5" fmla="*/ 44267 w 215736"/>
                <a:gd name="connsiteY5" fmla="*/ 204264 h 326519"/>
                <a:gd name="connsiteX6" fmla="*/ 44267 w 215736"/>
                <a:gd name="connsiteY6" fmla="*/ 310150 h 326519"/>
                <a:gd name="connsiteX7" fmla="*/ 38087 w 215736"/>
                <a:gd name="connsiteY7" fmla="*/ 325893 h 326519"/>
                <a:gd name="connsiteX8" fmla="*/ 6425 w 215736"/>
                <a:gd name="connsiteY8" fmla="*/ 325893 h 326519"/>
                <a:gd name="connsiteX9" fmla="*/ 12 w 215736"/>
                <a:gd name="connsiteY9" fmla="*/ 310150 h 326519"/>
                <a:gd name="connsiteX10" fmla="*/ 13 w 215736"/>
                <a:gd name="connsiteY10" fmla="*/ 22113 h 326519"/>
                <a:gd name="connsiteX11" fmla="*/ 6426 w 215736"/>
                <a:gd name="connsiteY11" fmla="*/ 6195 h 326519"/>
                <a:gd name="connsiteX12" fmla="*/ 22169 w 215736"/>
                <a:gd name="connsiteY12" fmla="*/ 15 h 326519"/>
                <a:gd name="connsiteX13" fmla="*/ 98668 w 215736"/>
                <a:gd name="connsiteY13" fmla="*/ 15 h 326519"/>
                <a:gd name="connsiteX14" fmla="*/ 155051 w 215736"/>
                <a:gd name="connsiteY14" fmla="*/ 13192 h 326519"/>
                <a:gd name="connsiteX15" fmla="*/ 193708 w 215736"/>
                <a:gd name="connsiteY15" fmla="*/ 50217 h 326519"/>
                <a:gd name="connsiteX16" fmla="*/ 207585 w 215736"/>
                <a:gd name="connsiteY16" fmla="*/ 104618 h 326519"/>
                <a:gd name="connsiteX17" fmla="*/ 150561 w 215736"/>
                <a:gd name="connsiteY17" fmla="*/ 193536 h 326519"/>
                <a:gd name="connsiteX18" fmla="*/ 215632 w 215736"/>
                <a:gd name="connsiteY18" fmla="*/ 298139 h 326519"/>
                <a:gd name="connsiteX19" fmla="*/ 220005 w 215736"/>
                <a:gd name="connsiteY19" fmla="*/ 312133 h 326519"/>
                <a:gd name="connsiteX20" fmla="*/ 98784 w 215736"/>
                <a:gd name="connsiteY20" fmla="*/ 163333 h 326519"/>
                <a:gd name="connsiteX21" fmla="*/ 146421 w 215736"/>
                <a:gd name="connsiteY21" fmla="*/ 146949 h 326519"/>
                <a:gd name="connsiteX22" fmla="*/ 165138 w 215736"/>
                <a:gd name="connsiteY22" fmla="*/ 104618 h 326519"/>
                <a:gd name="connsiteX23" fmla="*/ 146421 w 215736"/>
                <a:gd name="connsiteY23" fmla="*/ 58730 h 326519"/>
                <a:gd name="connsiteX24" fmla="*/ 98784 w 215736"/>
                <a:gd name="connsiteY24" fmla="*/ 40830 h 326519"/>
                <a:gd name="connsiteX25" fmla="*/ 44384 w 215736"/>
                <a:gd name="connsiteY25" fmla="*/ 40830 h 326519"/>
                <a:gd name="connsiteX26" fmla="*/ 44384 w 215736"/>
                <a:gd name="connsiteY26" fmla="*/ 163275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5736" h="326519">
                  <a:moveTo>
                    <a:pt x="220005" y="312132"/>
                  </a:moveTo>
                  <a:cubicBezTo>
                    <a:pt x="220104" y="317492"/>
                    <a:pt x="217996" y="322658"/>
                    <a:pt x="214174" y="326418"/>
                  </a:cubicBezTo>
                  <a:cubicBezTo>
                    <a:pt x="210008" y="330421"/>
                    <a:pt x="204377" y="332530"/>
                    <a:pt x="198606" y="332248"/>
                  </a:cubicBezTo>
                  <a:cubicBezTo>
                    <a:pt x="190768" y="332482"/>
                    <a:pt x="183431" y="328410"/>
                    <a:pt x="179481" y="321636"/>
                  </a:cubicBezTo>
                  <a:lnTo>
                    <a:pt x="106365" y="204264"/>
                  </a:lnTo>
                  <a:lnTo>
                    <a:pt x="44267" y="204264"/>
                  </a:lnTo>
                  <a:lnTo>
                    <a:pt x="44267" y="310150"/>
                  </a:lnTo>
                  <a:cubicBezTo>
                    <a:pt x="44396" y="316013"/>
                    <a:pt x="42170" y="321683"/>
                    <a:pt x="38087" y="325893"/>
                  </a:cubicBezTo>
                  <a:cubicBezTo>
                    <a:pt x="29229" y="334356"/>
                    <a:pt x="15283" y="334356"/>
                    <a:pt x="6425" y="325893"/>
                  </a:cubicBezTo>
                  <a:cubicBezTo>
                    <a:pt x="2205" y="321756"/>
                    <a:pt x="-116" y="316058"/>
                    <a:pt x="12" y="310150"/>
                  </a:cubicBezTo>
                  <a:lnTo>
                    <a:pt x="13" y="22113"/>
                  </a:lnTo>
                  <a:cubicBezTo>
                    <a:pt x="-193" y="16140"/>
                    <a:pt x="2136" y="10358"/>
                    <a:pt x="6426" y="6195"/>
                  </a:cubicBezTo>
                  <a:cubicBezTo>
                    <a:pt x="10614" y="2078"/>
                    <a:pt x="16299" y="-153"/>
                    <a:pt x="22169" y="15"/>
                  </a:cubicBezTo>
                  <a:lnTo>
                    <a:pt x="98668" y="15"/>
                  </a:lnTo>
                  <a:cubicBezTo>
                    <a:pt x="118259" y="-294"/>
                    <a:pt x="137626" y="4232"/>
                    <a:pt x="155051" y="13192"/>
                  </a:cubicBezTo>
                  <a:cubicBezTo>
                    <a:pt x="171206" y="21591"/>
                    <a:pt x="184620" y="34439"/>
                    <a:pt x="193708" y="50217"/>
                  </a:cubicBezTo>
                  <a:cubicBezTo>
                    <a:pt x="203123" y="66780"/>
                    <a:pt x="207916" y="85569"/>
                    <a:pt x="207585" y="104618"/>
                  </a:cubicBezTo>
                  <a:cubicBezTo>
                    <a:pt x="208300" y="143059"/>
                    <a:pt x="185796" y="178149"/>
                    <a:pt x="150561" y="193536"/>
                  </a:cubicBezTo>
                  <a:lnTo>
                    <a:pt x="215632" y="298139"/>
                  </a:lnTo>
                  <a:cubicBezTo>
                    <a:pt x="218404" y="302286"/>
                    <a:pt x="219923" y="307145"/>
                    <a:pt x="220005" y="312133"/>
                  </a:cubicBezTo>
                  <a:close/>
                  <a:moveTo>
                    <a:pt x="98784" y="163333"/>
                  </a:moveTo>
                  <a:cubicBezTo>
                    <a:pt x="116147" y="163975"/>
                    <a:pt x="133127" y="158135"/>
                    <a:pt x="146421" y="146949"/>
                  </a:cubicBezTo>
                  <a:cubicBezTo>
                    <a:pt x="158747" y="136399"/>
                    <a:pt x="165629" y="120834"/>
                    <a:pt x="165138" y="104618"/>
                  </a:cubicBezTo>
                  <a:cubicBezTo>
                    <a:pt x="165727" y="87353"/>
                    <a:pt x="158917" y="70658"/>
                    <a:pt x="146421" y="58730"/>
                  </a:cubicBezTo>
                  <a:cubicBezTo>
                    <a:pt x="133574" y="46636"/>
                    <a:pt x="116418" y="40189"/>
                    <a:pt x="98784" y="40830"/>
                  </a:cubicBezTo>
                  <a:lnTo>
                    <a:pt x="44384" y="40830"/>
                  </a:lnTo>
                  <a:lnTo>
                    <a:pt x="44384" y="163275"/>
                  </a:ln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40B9DCA-0FB6-4683-AE31-7A3275A69C94}"/>
                </a:ext>
              </a:extLst>
            </p:cNvPr>
            <p:cNvSpPr/>
            <p:nvPr/>
          </p:nvSpPr>
          <p:spPr>
            <a:xfrm>
              <a:off x="14155925" y="4040667"/>
              <a:ext cx="332350" cy="326519"/>
            </a:xfrm>
            <a:custGeom>
              <a:avLst/>
              <a:gdLst>
                <a:gd name="connsiteX0" fmla="*/ 326170 w 332350"/>
                <a:gd name="connsiteY0" fmla="*/ 6335 h 326519"/>
                <a:gd name="connsiteX1" fmla="*/ 332525 w 332350"/>
                <a:gd name="connsiteY1" fmla="*/ 22078 h 326519"/>
                <a:gd name="connsiteX2" fmla="*/ 332525 w 332350"/>
                <a:gd name="connsiteY2" fmla="*/ 309998 h 326519"/>
                <a:gd name="connsiteX3" fmla="*/ 325936 w 332350"/>
                <a:gd name="connsiteY3" fmla="*/ 325741 h 326519"/>
                <a:gd name="connsiteX4" fmla="*/ 294850 w 332350"/>
                <a:gd name="connsiteY4" fmla="*/ 325911 h 326519"/>
                <a:gd name="connsiteX5" fmla="*/ 288328 w 332350"/>
                <a:gd name="connsiteY5" fmla="*/ 309998 h 326519"/>
                <a:gd name="connsiteX6" fmla="*/ 288329 w 332350"/>
                <a:gd name="connsiteY6" fmla="*/ 98635 h 326519"/>
                <a:gd name="connsiteX7" fmla="*/ 185417 w 332350"/>
                <a:gd name="connsiteY7" fmla="*/ 308541 h 326519"/>
                <a:gd name="connsiteX8" fmla="*/ 166292 w 332350"/>
                <a:gd name="connsiteY8" fmla="*/ 319619 h 326519"/>
                <a:gd name="connsiteX9" fmla="*/ 145884 w 332350"/>
                <a:gd name="connsiteY9" fmla="*/ 306383 h 326519"/>
                <a:gd name="connsiteX10" fmla="*/ 44197 w 332350"/>
                <a:gd name="connsiteY10" fmla="*/ 102717 h 326519"/>
                <a:gd name="connsiteX11" fmla="*/ 44197 w 332350"/>
                <a:gd name="connsiteY11" fmla="*/ 310232 h 326519"/>
                <a:gd name="connsiteX12" fmla="*/ 22099 w 332350"/>
                <a:gd name="connsiteY12" fmla="*/ 332330 h 326519"/>
                <a:gd name="connsiteX13" fmla="*/ 0 w 332350"/>
                <a:gd name="connsiteY13" fmla="*/ 310232 h 326519"/>
                <a:gd name="connsiteX14" fmla="*/ 0 w 332350"/>
                <a:gd name="connsiteY14" fmla="*/ 22078 h 326519"/>
                <a:gd name="connsiteX15" fmla="*/ 22119 w 332350"/>
                <a:gd name="connsiteY15" fmla="*/ 0 h 326519"/>
                <a:gd name="connsiteX16" fmla="*/ 41690 w 332350"/>
                <a:gd name="connsiteY16" fmla="*/ 11875 h 326519"/>
                <a:gd name="connsiteX17" fmla="*/ 167983 w 332350"/>
                <a:gd name="connsiteY17" fmla="*/ 264927 h 326519"/>
                <a:gd name="connsiteX18" fmla="*/ 290894 w 332350"/>
                <a:gd name="connsiteY18" fmla="*/ 11875 h 326519"/>
                <a:gd name="connsiteX19" fmla="*/ 310427 w 332350"/>
                <a:gd name="connsiteY19" fmla="*/ 213 h 326519"/>
                <a:gd name="connsiteX20" fmla="*/ 326169 w 332350"/>
                <a:gd name="connsiteY20" fmla="*/ 6335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2350" h="326519">
                  <a:moveTo>
                    <a:pt x="326170" y="6335"/>
                  </a:moveTo>
                  <a:cubicBezTo>
                    <a:pt x="330363" y="10486"/>
                    <a:pt x="332661" y="16180"/>
                    <a:pt x="332525" y="22078"/>
                  </a:cubicBezTo>
                  <a:lnTo>
                    <a:pt x="332525" y="309998"/>
                  </a:lnTo>
                  <a:cubicBezTo>
                    <a:pt x="332665" y="315944"/>
                    <a:pt x="330270" y="321668"/>
                    <a:pt x="325936" y="325741"/>
                  </a:cubicBezTo>
                  <a:cubicBezTo>
                    <a:pt x="317399" y="334373"/>
                    <a:pt x="303481" y="334449"/>
                    <a:pt x="294850" y="325911"/>
                  </a:cubicBezTo>
                  <a:cubicBezTo>
                    <a:pt x="290605" y="321713"/>
                    <a:pt x="288251" y="315968"/>
                    <a:pt x="288328" y="309998"/>
                  </a:cubicBezTo>
                  <a:lnTo>
                    <a:pt x="288329" y="98635"/>
                  </a:lnTo>
                  <a:lnTo>
                    <a:pt x="185417" y="308541"/>
                  </a:lnTo>
                  <a:cubicBezTo>
                    <a:pt x="181506" y="315412"/>
                    <a:pt x="174198" y="319645"/>
                    <a:pt x="166292" y="319619"/>
                  </a:cubicBezTo>
                  <a:cubicBezTo>
                    <a:pt x="157385" y="319930"/>
                    <a:pt x="149233" y="314643"/>
                    <a:pt x="145884" y="306383"/>
                  </a:cubicBezTo>
                  <a:lnTo>
                    <a:pt x="44197" y="102717"/>
                  </a:lnTo>
                  <a:lnTo>
                    <a:pt x="44197" y="310232"/>
                  </a:lnTo>
                  <a:cubicBezTo>
                    <a:pt x="44197" y="322436"/>
                    <a:pt x="34303" y="332330"/>
                    <a:pt x="22099" y="332330"/>
                  </a:cubicBezTo>
                  <a:cubicBezTo>
                    <a:pt x="9894" y="332330"/>
                    <a:pt x="0" y="322436"/>
                    <a:pt x="0" y="310232"/>
                  </a:cubicBezTo>
                  <a:lnTo>
                    <a:pt x="0" y="22078"/>
                  </a:lnTo>
                  <a:cubicBezTo>
                    <a:pt x="11" y="9874"/>
                    <a:pt x="9914" y="-11"/>
                    <a:pt x="22119" y="0"/>
                  </a:cubicBezTo>
                  <a:cubicBezTo>
                    <a:pt x="30344" y="7"/>
                    <a:pt x="37885" y="4583"/>
                    <a:pt x="41690" y="11875"/>
                  </a:cubicBezTo>
                  <a:lnTo>
                    <a:pt x="167983" y="264927"/>
                  </a:lnTo>
                  <a:lnTo>
                    <a:pt x="290894" y="11875"/>
                  </a:lnTo>
                  <a:cubicBezTo>
                    <a:pt x="294618" y="4552"/>
                    <a:pt x="302214" y="17"/>
                    <a:pt x="310427" y="213"/>
                  </a:cubicBezTo>
                  <a:cubicBezTo>
                    <a:pt x="316288" y="29"/>
                    <a:pt x="321972" y="2240"/>
                    <a:pt x="326169" y="6335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B0587E5-3B7C-4CAB-95AD-D58D7179C482}"/>
                </a:ext>
              </a:extLst>
            </p:cNvPr>
            <p:cNvSpPr/>
            <p:nvPr/>
          </p:nvSpPr>
          <p:spPr>
            <a:xfrm>
              <a:off x="14708966" y="4040622"/>
              <a:ext cx="279874" cy="326519"/>
            </a:xfrm>
            <a:custGeom>
              <a:avLst/>
              <a:gdLst>
                <a:gd name="connsiteX0" fmla="*/ 285122 w 279873"/>
                <a:gd name="connsiteY0" fmla="*/ 310452 h 326519"/>
                <a:gd name="connsiteX1" fmla="*/ 278767 w 279873"/>
                <a:gd name="connsiteY1" fmla="*/ 325787 h 326519"/>
                <a:gd name="connsiteX2" fmla="*/ 263025 w 279873"/>
                <a:gd name="connsiteY2" fmla="*/ 332142 h 326519"/>
                <a:gd name="connsiteX3" fmla="*/ 250897 w 279873"/>
                <a:gd name="connsiteY3" fmla="*/ 328527 h 326519"/>
                <a:gd name="connsiteX4" fmla="*/ 242617 w 279873"/>
                <a:gd name="connsiteY4" fmla="*/ 318557 h 326519"/>
                <a:gd name="connsiteX5" fmla="*/ 218827 w 279873"/>
                <a:gd name="connsiteY5" fmla="*/ 259025 h 326519"/>
                <a:gd name="connsiteX6" fmla="*/ 66122 w 279873"/>
                <a:gd name="connsiteY6" fmla="*/ 259025 h 326519"/>
                <a:gd name="connsiteX7" fmla="*/ 41866 w 279873"/>
                <a:gd name="connsiteY7" fmla="*/ 318557 h 326519"/>
                <a:gd name="connsiteX8" fmla="*/ 33353 w 279873"/>
                <a:gd name="connsiteY8" fmla="*/ 328527 h 326519"/>
                <a:gd name="connsiteX9" fmla="*/ 21692 w 279873"/>
                <a:gd name="connsiteY9" fmla="*/ 332142 h 326519"/>
                <a:gd name="connsiteX10" fmla="*/ 6182 w 279873"/>
                <a:gd name="connsiteY10" fmla="*/ 325554 h 326519"/>
                <a:gd name="connsiteX11" fmla="*/ 1 w 279873"/>
                <a:gd name="connsiteY11" fmla="*/ 310044 h 326519"/>
                <a:gd name="connsiteX12" fmla="*/ 2158 w 279873"/>
                <a:gd name="connsiteY12" fmla="*/ 300249 h 326519"/>
                <a:gd name="connsiteX13" fmla="*/ 121630 w 279873"/>
                <a:gd name="connsiteY13" fmla="*/ 14952 h 326519"/>
                <a:gd name="connsiteX14" fmla="*/ 142504 w 279873"/>
                <a:gd name="connsiteY14" fmla="*/ 25 h 326519"/>
                <a:gd name="connsiteX15" fmla="*/ 163319 w 279873"/>
                <a:gd name="connsiteY15" fmla="*/ 14952 h 326519"/>
                <a:gd name="connsiteX16" fmla="*/ 283257 w 279873"/>
                <a:gd name="connsiteY16" fmla="*/ 301123 h 326519"/>
                <a:gd name="connsiteX17" fmla="*/ 285122 w 279873"/>
                <a:gd name="connsiteY17" fmla="*/ 310452 h 326519"/>
                <a:gd name="connsiteX18" fmla="*/ 203901 w 279873"/>
                <a:gd name="connsiteY18" fmla="*/ 222467 h 326519"/>
                <a:gd name="connsiteX19" fmla="*/ 143145 w 279873"/>
                <a:gd name="connsiteY19" fmla="*/ 70868 h 326519"/>
                <a:gd name="connsiteX20" fmla="*/ 80989 w 279873"/>
                <a:gd name="connsiteY20" fmla="*/ 222467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873" h="326519">
                  <a:moveTo>
                    <a:pt x="285122" y="310452"/>
                  </a:moveTo>
                  <a:cubicBezTo>
                    <a:pt x="285222" y="316224"/>
                    <a:pt x="282920" y="321778"/>
                    <a:pt x="278767" y="325787"/>
                  </a:cubicBezTo>
                  <a:cubicBezTo>
                    <a:pt x="274624" y="329992"/>
                    <a:pt x="268925" y="332292"/>
                    <a:pt x="263025" y="332142"/>
                  </a:cubicBezTo>
                  <a:cubicBezTo>
                    <a:pt x="258716" y="332146"/>
                    <a:pt x="254501" y="330889"/>
                    <a:pt x="250897" y="328527"/>
                  </a:cubicBezTo>
                  <a:cubicBezTo>
                    <a:pt x="247130" y="326189"/>
                    <a:pt x="244224" y="322690"/>
                    <a:pt x="242617" y="318557"/>
                  </a:cubicBezTo>
                  <a:lnTo>
                    <a:pt x="218827" y="259025"/>
                  </a:lnTo>
                  <a:lnTo>
                    <a:pt x="66122" y="259025"/>
                  </a:lnTo>
                  <a:lnTo>
                    <a:pt x="41866" y="318557"/>
                  </a:lnTo>
                  <a:cubicBezTo>
                    <a:pt x="40040" y="322626"/>
                    <a:pt x="37086" y="326086"/>
                    <a:pt x="33353" y="328527"/>
                  </a:cubicBezTo>
                  <a:cubicBezTo>
                    <a:pt x="29905" y="330852"/>
                    <a:pt x="25850" y="332109"/>
                    <a:pt x="21692" y="332142"/>
                  </a:cubicBezTo>
                  <a:cubicBezTo>
                    <a:pt x="15813" y="332290"/>
                    <a:pt x="10157" y="329888"/>
                    <a:pt x="6182" y="325554"/>
                  </a:cubicBezTo>
                  <a:cubicBezTo>
                    <a:pt x="2168" y="321394"/>
                    <a:pt x="-52" y="315824"/>
                    <a:pt x="1" y="310044"/>
                  </a:cubicBezTo>
                  <a:cubicBezTo>
                    <a:pt x="140" y="306678"/>
                    <a:pt x="871" y="303362"/>
                    <a:pt x="2158" y="300249"/>
                  </a:cubicBezTo>
                  <a:lnTo>
                    <a:pt x="121630" y="14952"/>
                  </a:lnTo>
                  <a:cubicBezTo>
                    <a:pt x="124551" y="5929"/>
                    <a:pt x="133022" y="-128"/>
                    <a:pt x="142504" y="25"/>
                  </a:cubicBezTo>
                  <a:cubicBezTo>
                    <a:pt x="152070" y="-449"/>
                    <a:pt x="160699" y="5739"/>
                    <a:pt x="163319" y="14952"/>
                  </a:cubicBezTo>
                  <a:lnTo>
                    <a:pt x="283257" y="301123"/>
                  </a:lnTo>
                  <a:cubicBezTo>
                    <a:pt x="284419" y="304100"/>
                    <a:pt x="285051" y="307257"/>
                    <a:pt x="285122" y="310452"/>
                  </a:cubicBezTo>
                  <a:close/>
                  <a:moveTo>
                    <a:pt x="203901" y="222467"/>
                  </a:moveTo>
                  <a:lnTo>
                    <a:pt x="143145" y="70868"/>
                  </a:lnTo>
                  <a:lnTo>
                    <a:pt x="80989" y="222467"/>
                  </a:ln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9AC7295-06C3-47F7-B57D-9E424C0CA781}"/>
                </a:ext>
              </a:extLst>
            </p:cNvPr>
            <p:cNvSpPr/>
            <p:nvPr/>
          </p:nvSpPr>
          <p:spPr>
            <a:xfrm>
              <a:off x="15142289" y="4040510"/>
              <a:ext cx="268212" cy="332350"/>
            </a:xfrm>
            <a:custGeom>
              <a:avLst/>
              <a:gdLst>
                <a:gd name="connsiteX0" fmla="*/ 262863 w 268212"/>
                <a:gd name="connsiteY0" fmla="*/ 5909 h 332350"/>
                <a:gd name="connsiteX1" fmla="*/ 268694 w 268212"/>
                <a:gd name="connsiteY1" fmla="*/ 20545 h 332350"/>
                <a:gd name="connsiteX2" fmla="*/ 262863 w 268212"/>
                <a:gd name="connsiteY2" fmla="*/ 35238 h 332350"/>
                <a:gd name="connsiteX3" fmla="*/ 248170 w 268212"/>
                <a:gd name="connsiteY3" fmla="*/ 41069 h 332350"/>
                <a:gd name="connsiteX4" fmla="*/ 156628 w 268212"/>
                <a:gd name="connsiteY4" fmla="*/ 41068 h 332350"/>
                <a:gd name="connsiteX5" fmla="*/ 156628 w 268212"/>
                <a:gd name="connsiteY5" fmla="*/ 310272 h 332350"/>
                <a:gd name="connsiteX6" fmla="*/ 135637 w 268212"/>
                <a:gd name="connsiteY6" fmla="*/ 333536 h 332350"/>
                <a:gd name="connsiteX7" fmla="*/ 112373 w 268212"/>
                <a:gd name="connsiteY7" fmla="*/ 312544 h 332350"/>
                <a:gd name="connsiteX8" fmla="*/ 112373 w 268212"/>
                <a:gd name="connsiteY8" fmla="*/ 310272 h 332350"/>
                <a:gd name="connsiteX9" fmla="*/ 112373 w 268212"/>
                <a:gd name="connsiteY9" fmla="*/ 40952 h 332350"/>
                <a:gd name="connsiteX10" fmla="*/ 20540 w 268212"/>
                <a:gd name="connsiteY10" fmla="*/ 40952 h 332350"/>
                <a:gd name="connsiteX11" fmla="*/ 5846 w 268212"/>
                <a:gd name="connsiteY11" fmla="*/ 35121 h 332350"/>
                <a:gd name="connsiteX12" fmla="*/ 16 w 268212"/>
                <a:gd name="connsiteY12" fmla="*/ 20428 h 332350"/>
                <a:gd name="connsiteX13" fmla="*/ 18876 w 268212"/>
                <a:gd name="connsiteY13" fmla="*/ 20 h 332350"/>
                <a:gd name="connsiteX14" fmla="*/ 20423 w 268212"/>
                <a:gd name="connsiteY14" fmla="*/ 20 h 332350"/>
                <a:gd name="connsiteX15" fmla="*/ 247820 w 268212"/>
                <a:gd name="connsiteY15" fmla="*/ 20 h 332350"/>
                <a:gd name="connsiteX16" fmla="*/ 262863 w 268212"/>
                <a:gd name="connsiteY16" fmla="*/ 5909 h 332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8212" h="332350">
                  <a:moveTo>
                    <a:pt x="262863" y="5909"/>
                  </a:moveTo>
                  <a:cubicBezTo>
                    <a:pt x="266739" y="9777"/>
                    <a:pt x="268849" y="15072"/>
                    <a:pt x="268694" y="20545"/>
                  </a:cubicBezTo>
                  <a:cubicBezTo>
                    <a:pt x="268837" y="26033"/>
                    <a:pt x="266730" y="31341"/>
                    <a:pt x="262863" y="35238"/>
                  </a:cubicBezTo>
                  <a:cubicBezTo>
                    <a:pt x="258982" y="39129"/>
                    <a:pt x="253663" y="41240"/>
                    <a:pt x="248170" y="41069"/>
                  </a:cubicBezTo>
                  <a:lnTo>
                    <a:pt x="156628" y="41068"/>
                  </a:lnTo>
                  <a:lnTo>
                    <a:pt x="156628" y="310272"/>
                  </a:lnTo>
                  <a:cubicBezTo>
                    <a:pt x="157256" y="322493"/>
                    <a:pt x="147858" y="332909"/>
                    <a:pt x="135637" y="333536"/>
                  </a:cubicBezTo>
                  <a:cubicBezTo>
                    <a:pt x="123416" y="334163"/>
                    <a:pt x="113001" y="324765"/>
                    <a:pt x="112373" y="312544"/>
                  </a:cubicBezTo>
                  <a:cubicBezTo>
                    <a:pt x="112334" y="311788"/>
                    <a:pt x="112334" y="311029"/>
                    <a:pt x="112373" y="310272"/>
                  </a:cubicBezTo>
                  <a:lnTo>
                    <a:pt x="112373" y="40952"/>
                  </a:lnTo>
                  <a:lnTo>
                    <a:pt x="20540" y="40952"/>
                  </a:lnTo>
                  <a:cubicBezTo>
                    <a:pt x="15046" y="41123"/>
                    <a:pt x="9728" y="39012"/>
                    <a:pt x="5846" y="35121"/>
                  </a:cubicBezTo>
                  <a:cubicBezTo>
                    <a:pt x="1979" y="31224"/>
                    <a:pt x="-128" y="25916"/>
                    <a:pt x="16" y="20428"/>
                  </a:cubicBezTo>
                  <a:cubicBezTo>
                    <a:pt x="-412" y="9584"/>
                    <a:pt x="8033" y="447"/>
                    <a:pt x="18876" y="20"/>
                  </a:cubicBezTo>
                  <a:cubicBezTo>
                    <a:pt x="19392" y="0"/>
                    <a:pt x="19908" y="0"/>
                    <a:pt x="20423" y="20"/>
                  </a:cubicBezTo>
                  <a:lnTo>
                    <a:pt x="247820" y="20"/>
                  </a:lnTo>
                  <a:cubicBezTo>
                    <a:pt x="253443" y="-234"/>
                    <a:pt x="258909" y="1906"/>
                    <a:pt x="262863" y="5909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5F9B61-E59B-4ED4-93EB-771A53FF8AC1}"/>
                </a:ext>
              </a:extLst>
            </p:cNvPr>
            <p:cNvSpPr/>
            <p:nvPr/>
          </p:nvSpPr>
          <p:spPr>
            <a:xfrm>
              <a:off x="15629856" y="4040626"/>
              <a:ext cx="40815" cy="326519"/>
            </a:xfrm>
            <a:custGeom>
              <a:avLst/>
              <a:gdLst>
                <a:gd name="connsiteX0" fmla="*/ 6426 w 40814"/>
                <a:gd name="connsiteY0" fmla="*/ 6202 h 326519"/>
                <a:gd name="connsiteX1" fmla="*/ 22169 w 40814"/>
                <a:gd name="connsiteY1" fmla="*/ 22 h 326519"/>
                <a:gd name="connsiteX2" fmla="*/ 44267 w 40814"/>
                <a:gd name="connsiteY2" fmla="*/ 20211 h 326519"/>
                <a:gd name="connsiteX3" fmla="*/ 44267 w 40814"/>
                <a:gd name="connsiteY3" fmla="*/ 22120 h 326519"/>
                <a:gd name="connsiteX4" fmla="*/ 44267 w 40814"/>
                <a:gd name="connsiteY4" fmla="*/ 310040 h 326519"/>
                <a:gd name="connsiteX5" fmla="*/ 38087 w 40814"/>
                <a:gd name="connsiteY5" fmla="*/ 325783 h 326519"/>
                <a:gd name="connsiteX6" fmla="*/ 22169 w 40814"/>
                <a:gd name="connsiteY6" fmla="*/ 332139 h 326519"/>
                <a:gd name="connsiteX7" fmla="*/ 13 w 40814"/>
                <a:gd name="connsiteY7" fmla="*/ 310687 h 326519"/>
                <a:gd name="connsiteX8" fmla="*/ 13 w 40814"/>
                <a:gd name="connsiteY8" fmla="*/ 310040 h 326519"/>
                <a:gd name="connsiteX9" fmla="*/ 13 w 40814"/>
                <a:gd name="connsiteY9" fmla="*/ 22120 h 326519"/>
                <a:gd name="connsiteX10" fmla="*/ 6426 w 40814"/>
                <a:gd name="connsiteY10" fmla="*/ 6202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14" h="326519">
                  <a:moveTo>
                    <a:pt x="6426" y="6202"/>
                  </a:moveTo>
                  <a:cubicBezTo>
                    <a:pt x="10621" y="2097"/>
                    <a:pt x="16301" y="-133"/>
                    <a:pt x="22169" y="22"/>
                  </a:cubicBezTo>
                  <a:cubicBezTo>
                    <a:pt x="33847" y="-505"/>
                    <a:pt x="43740" y="8534"/>
                    <a:pt x="44267" y="20211"/>
                  </a:cubicBezTo>
                  <a:cubicBezTo>
                    <a:pt x="44296" y="20847"/>
                    <a:pt x="44296" y="21484"/>
                    <a:pt x="44267" y="22120"/>
                  </a:cubicBezTo>
                  <a:lnTo>
                    <a:pt x="44267" y="310040"/>
                  </a:lnTo>
                  <a:cubicBezTo>
                    <a:pt x="44423" y="315908"/>
                    <a:pt x="42193" y="321588"/>
                    <a:pt x="38087" y="325783"/>
                  </a:cubicBezTo>
                  <a:cubicBezTo>
                    <a:pt x="33923" y="330064"/>
                    <a:pt x="28136" y="332374"/>
                    <a:pt x="22169" y="332139"/>
                  </a:cubicBezTo>
                  <a:cubicBezTo>
                    <a:pt x="10127" y="332333"/>
                    <a:pt x="208" y="322729"/>
                    <a:pt x="13" y="310687"/>
                  </a:cubicBezTo>
                  <a:cubicBezTo>
                    <a:pt x="10" y="310471"/>
                    <a:pt x="10" y="310256"/>
                    <a:pt x="13" y="310040"/>
                  </a:cubicBezTo>
                  <a:lnTo>
                    <a:pt x="13" y="22120"/>
                  </a:lnTo>
                  <a:cubicBezTo>
                    <a:pt x="-193" y="16147"/>
                    <a:pt x="2136" y="10365"/>
                    <a:pt x="6426" y="6202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2EDDB-3F5E-4EB1-A2B0-3543C422F535}"/>
                </a:ext>
              </a:extLst>
            </p:cNvPr>
            <p:cNvSpPr/>
            <p:nvPr/>
          </p:nvSpPr>
          <p:spPr>
            <a:xfrm>
              <a:off x="15913940" y="4036466"/>
              <a:ext cx="332350" cy="338181"/>
            </a:xfrm>
            <a:custGeom>
              <a:avLst/>
              <a:gdLst>
                <a:gd name="connsiteX0" fmla="*/ 256260 w 332350"/>
                <a:gd name="connsiteY0" fmla="*/ 21616 h 338180"/>
                <a:gd name="connsiteX1" fmla="*/ 316200 w 332350"/>
                <a:gd name="connsiteY1" fmla="*/ 82022 h 338180"/>
                <a:gd name="connsiteX2" fmla="*/ 316200 w 332350"/>
                <a:gd name="connsiteY2" fmla="*/ 258284 h 338180"/>
                <a:gd name="connsiteX3" fmla="*/ 256435 w 332350"/>
                <a:gd name="connsiteY3" fmla="*/ 318865 h 338180"/>
                <a:gd name="connsiteX4" fmla="*/ 81048 w 332350"/>
                <a:gd name="connsiteY4" fmla="*/ 318865 h 338180"/>
                <a:gd name="connsiteX5" fmla="*/ 21283 w 332350"/>
                <a:gd name="connsiteY5" fmla="*/ 258284 h 338180"/>
                <a:gd name="connsiteX6" fmla="*/ 21283 w 332350"/>
                <a:gd name="connsiteY6" fmla="*/ 82022 h 338180"/>
                <a:gd name="connsiteX7" fmla="*/ 81048 w 332350"/>
                <a:gd name="connsiteY7" fmla="*/ 21616 h 338180"/>
                <a:gd name="connsiteX8" fmla="*/ 255969 w 332350"/>
                <a:gd name="connsiteY8" fmla="*/ 21616 h 338180"/>
                <a:gd name="connsiteX9" fmla="*/ 103612 w 332350"/>
                <a:gd name="connsiteY9" fmla="*/ 56600 h 338180"/>
                <a:gd name="connsiteX10" fmla="*/ 58716 w 332350"/>
                <a:gd name="connsiteY10" fmla="*/ 103245 h 338180"/>
                <a:gd name="connsiteX11" fmla="*/ 58716 w 332350"/>
                <a:gd name="connsiteY11" fmla="*/ 235894 h 338180"/>
                <a:gd name="connsiteX12" fmla="*/ 103787 w 332350"/>
                <a:gd name="connsiteY12" fmla="*/ 282889 h 338180"/>
                <a:gd name="connsiteX13" fmla="*/ 233928 w 332350"/>
                <a:gd name="connsiteY13" fmla="*/ 282889 h 338180"/>
                <a:gd name="connsiteX14" fmla="*/ 278999 w 332350"/>
                <a:gd name="connsiteY14" fmla="*/ 235894 h 338180"/>
                <a:gd name="connsiteX15" fmla="*/ 278999 w 332350"/>
                <a:gd name="connsiteY15" fmla="*/ 103245 h 338180"/>
                <a:gd name="connsiteX16" fmla="*/ 234162 w 332350"/>
                <a:gd name="connsiteY16" fmla="*/ 56600 h 338180"/>
                <a:gd name="connsiteX17" fmla="*/ 103612 w 332350"/>
                <a:gd name="connsiteY17" fmla="*/ 56600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2350" h="338180">
                  <a:moveTo>
                    <a:pt x="256260" y="21616"/>
                  </a:moveTo>
                  <a:cubicBezTo>
                    <a:pt x="281547" y="35683"/>
                    <a:pt x="302329" y="56627"/>
                    <a:pt x="316200" y="82022"/>
                  </a:cubicBezTo>
                  <a:cubicBezTo>
                    <a:pt x="344889" y="137273"/>
                    <a:pt x="344889" y="203032"/>
                    <a:pt x="316200" y="258284"/>
                  </a:cubicBezTo>
                  <a:cubicBezTo>
                    <a:pt x="302400" y="283717"/>
                    <a:pt x="281679" y="304721"/>
                    <a:pt x="256435" y="318865"/>
                  </a:cubicBezTo>
                  <a:cubicBezTo>
                    <a:pt x="201550" y="347788"/>
                    <a:pt x="135933" y="347788"/>
                    <a:pt x="81048" y="318865"/>
                  </a:cubicBezTo>
                  <a:cubicBezTo>
                    <a:pt x="55751" y="304792"/>
                    <a:pt x="35012" y="283769"/>
                    <a:pt x="21283" y="258284"/>
                  </a:cubicBezTo>
                  <a:cubicBezTo>
                    <a:pt x="-7094" y="202956"/>
                    <a:pt x="-7094" y="137349"/>
                    <a:pt x="21283" y="82022"/>
                  </a:cubicBezTo>
                  <a:cubicBezTo>
                    <a:pt x="35054" y="56612"/>
                    <a:pt x="55787" y="35657"/>
                    <a:pt x="81048" y="21616"/>
                  </a:cubicBezTo>
                  <a:cubicBezTo>
                    <a:pt x="135793" y="-7205"/>
                    <a:pt x="201224" y="-7205"/>
                    <a:pt x="255969" y="21616"/>
                  </a:cubicBezTo>
                  <a:close/>
                  <a:moveTo>
                    <a:pt x="103612" y="56600"/>
                  </a:moveTo>
                  <a:cubicBezTo>
                    <a:pt x="84656" y="67741"/>
                    <a:pt x="69125" y="83877"/>
                    <a:pt x="58716" y="103245"/>
                  </a:cubicBezTo>
                  <a:cubicBezTo>
                    <a:pt x="37180" y="144839"/>
                    <a:pt x="37180" y="194300"/>
                    <a:pt x="58716" y="235894"/>
                  </a:cubicBezTo>
                  <a:cubicBezTo>
                    <a:pt x="69141" y="255400"/>
                    <a:pt x="84734" y="271659"/>
                    <a:pt x="103787" y="282889"/>
                  </a:cubicBezTo>
                  <a:cubicBezTo>
                    <a:pt x="144117" y="305899"/>
                    <a:pt x="193599" y="305899"/>
                    <a:pt x="233928" y="282889"/>
                  </a:cubicBezTo>
                  <a:cubicBezTo>
                    <a:pt x="252968" y="271642"/>
                    <a:pt x="268558" y="255387"/>
                    <a:pt x="278999" y="235894"/>
                  </a:cubicBezTo>
                  <a:cubicBezTo>
                    <a:pt x="300535" y="194300"/>
                    <a:pt x="300535" y="144839"/>
                    <a:pt x="278999" y="103245"/>
                  </a:cubicBezTo>
                  <a:cubicBezTo>
                    <a:pt x="268596" y="83892"/>
                    <a:pt x="253089" y="67759"/>
                    <a:pt x="234162" y="56600"/>
                  </a:cubicBezTo>
                  <a:cubicBezTo>
                    <a:pt x="193582" y="33989"/>
                    <a:pt x="144191" y="33989"/>
                    <a:pt x="103612" y="56600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6E3E629-764B-46D3-9282-BB62F9605D4A}"/>
                </a:ext>
              </a:extLst>
            </p:cNvPr>
            <p:cNvSpPr/>
            <p:nvPr/>
          </p:nvSpPr>
          <p:spPr>
            <a:xfrm>
              <a:off x="16491383" y="4040637"/>
              <a:ext cx="262382" cy="326519"/>
            </a:xfrm>
            <a:custGeom>
              <a:avLst/>
              <a:gdLst>
                <a:gd name="connsiteX0" fmla="*/ 230226 w 262381"/>
                <a:gd name="connsiteY0" fmla="*/ 6191 h 326519"/>
                <a:gd name="connsiteX1" fmla="*/ 245969 w 262381"/>
                <a:gd name="connsiteY1" fmla="*/ 10 h 326519"/>
                <a:gd name="connsiteX2" fmla="*/ 261478 w 262381"/>
                <a:gd name="connsiteY2" fmla="*/ 6191 h 326519"/>
                <a:gd name="connsiteX3" fmla="*/ 267659 w 262381"/>
                <a:gd name="connsiteY3" fmla="*/ 22108 h 326519"/>
                <a:gd name="connsiteX4" fmla="*/ 267659 w 262381"/>
                <a:gd name="connsiteY4" fmla="*/ 310028 h 326519"/>
                <a:gd name="connsiteX5" fmla="*/ 261478 w 262381"/>
                <a:gd name="connsiteY5" fmla="*/ 326005 h 326519"/>
                <a:gd name="connsiteX6" fmla="*/ 245969 w 262381"/>
                <a:gd name="connsiteY6" fmla="*/ 332127 h 326519"/>
                <a:gd name="connsiteX7" fmla="*/ 236348 w 262381"/>
                <a:gd name="connsiteY7" fmla="*/ 330261 h 326519"/>
                <a:gd name="connsiteX8" fmla="*/ 228943 w 262381"/>
                <a:gd name="connsiteY8" fmla="*/ 324430 h 326519"/>
                <a:gd name="connsiteX9" fmla="*/ 43527 w 262381"/>
                <a:gd name="connsiteY9" fmla="*/ 77791 h 326519"/>
                <a:gd name="connsiteX10" fmla="*/ 43527 w 262381"/>
                <a:gd name="connsiteY10" fmla="*/ 309970 h 326519"/>
                <a:gd name="connsiteX11" fmla="*/ 37346 w 262381"/>
                <a:gd name="connsiteY11" fmla="*/ 325713 h 326519"/>
                <a:gd name="connsiteX12" fmla="*/ 5860 w 262381"/>
                <a:gd name="connsiteY12" fmla="*/ 325713 h 326519"/>
                <a:gd name="connsiteX13" fmla="*/ 29 w 262381"/>
                <a:gd name="connsiteY13" fmla="*/ 309737 h 326519"/>
                <a:gd name="connsiteX14" fmla="*/ 30 w 262381"/>
                <a:gd name="connsiteY14" fmla="*/ 22108 h 326519"/>
                <a:gd name="connsiteX15" fmla="*/ 5861 w 262381"/>
                <a:gd name="connsiteY15" fmla="*/ 6191 h 326519"/>
                <a:gd name="connsiteX16" fmla="*/ 21370 w 262381"/>
                <a:gd name="connsiteY16" fmla="*/ 10 h 326519"/>
                <a:gd name="connsiteX17" fmla="*/ 30758 w 262381"/>
                <a:gd name="connsiteY17" fmla="*/ 2343 h 326519"/>
                <a:gd name="connsiteX18" fmla="*/ 38396 w 262381"/>
                <a:gd name="connsiteY18" fmla="*/ 8173 h 326519"/>
                <a:gd name="connsiteX19" fmla="*/ 223812 w 262381"/>
                <a:gd name="connsiteY19" fmla="*/ 254812 h 326519"/>
                <a:gd name="connsiteX20" fmla="*/ 223812 w 262381"/>
                <a:gd name="connsiteY20" fmla="*/ 22167 h 326519"/>
                <a:gd name="connsiteX21" fmla="*/ 230226 w 262381"/>
                <a:gd name="connsiteY21" fmla="*/ 6191 h 32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2381" h="326519">
                  <a:moveTo>
                    <a:pt x="230226" y="6191"/>
                  </a:moveTo>
                  <a:cubicBezTo>
                    <a:pt x="234421" y="2085"/>
                    <a:pt x="240101" y="-145"/>
                    <a:pt x="245969" y="10"/>
                  </a:cubicBezTo>
                  <a:cubicBezTo>
                    <a:pt x="251772" y="-170"/>
                    <a:pt x="257389" y="2068"/>
                    <a:pt x="261478" y="6191"/>
                  </a:cubicBezTo>
                  <a:cubicBezTo>
                    <a:pt x="265629" y="10428"/>
                    <a:pt x="267862" y="16180"/>
                    <a:pt x="267659" y="22108"/>
                  </a:cubicBezTo>
                  <a:lnTo>
                    <a:pt x="267659" y="310028"/>
                  </a:lnTo>
                  <a:cubicBezTo>
                    <a:pt x="267864" y="315974"/>
                    <a:pt x="265632" y="321745"/>
                    <a:pt x="261478" y="326005"/>
                  </a:cubicBezTo>
                  <a:cubicBezTo>
                    <a:pt x="257364" y="330081"/>
                    <a:pt x="251759" y="332294"/>
                    <a:pt x="245969" y="332127"/>
                  </a:cubicBezTo>
                  <a:cubicBezTo>
                    <a:pt x="242675" y="332089"/>
                    <a:pt x="239416" y="331457"/>
                    <a:pt x="236348" y="330261"/>
                  </a:cubicBezTo>
                  <a:cubicBezTo>
                    <a:pt x="233325" y="329150"/>
                    <a:pt x="230732" y="327108"/>
                    <a:pt x="228943" y="324430"/>
                  </a:cubicBezTo>
                  <a:lnTo>
                    <a:pt x="43527" y="77791"/>
                  </a:lnTo>
                  <a:lnTo>
                    <a:pt x="43527" y="309970"/>
                  </a:lnTo>
                  <a:cubicBezTo>
                    <a:pt x="43682" y="315838"/>
                    <a:pt x="41452" y="321518"/>
                    <a:pt x="37346" y="325713"/>
                  </a:cubicBezTo>
                  <a:cubicBezTo>
                    <a:pt x="28501" y="334036"/>
                    <a:pt x="14706" y="334036"/>
                    <a:pt x="5860" y="325713"/>
                  </a:cubicBezTo>
                  <a:cubicBezTo>
                    <a:pt x="1828" y="321400"/>
                    <a:pt x="-276" y="315633"/>
                    <a:pt x="29" y="309737"/>
                  </a:cubicBezTo>
                  <a:lnTo>
                    <a:pt x="30" y="22108"/>
                  </a:lnTo>
                  <a:cubicBezTo>
                    <a:pt x="-273" y="16230"/>
                    <a:pt x="1832" y="10482"/>
                    <a:pt x="5861" y="6191"/>
                  </a:cubicBezTo>
                  <a:cubicBezTo>
                    <a:pt x="9957" y="2081"/>
                    <a:pt x="15570" y="-156"/>
                    <a:pt x="21370" y="10"/>
                  </a:cubicBezTo>
                  <a:cubicBezTo>
                    <a:pt x="24637" y="57"/>
                    <a:pt x="27850" y="855"/>
                    <a:pt x="30758" y="2343"/>
                  </a:cubicBezTo>
                  <a:cubicBezTo>
                    <a:pt x="33655" y="3777"/>
                    <a:pt x="36249" y="5756"/>
                    <a:pt x="38396" y="8173"/>
                  </a:cubicBezTo>
                  <a:lnTo>
                    <a:pt x="223812" y="254812"/>
                  </a:lnTo>
                  <a:lnTo>
                    <a:pt x="223812" y="22167"/>
                  </a:lnTo>
                  <a:cubicBezTo>
                    <a:pt x="223590" y="16173"/>
                    <a:pt x="225921" y="10366"/>
                    <a:pt x="230226" y="6191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CC64BFF-D079-4D91-8EC4-F118C1ADF95F}"/>
                </a:ext>
              </a:extLst>
            </p:cNvPr>
            <p:cNvSpPr/>
            <p:nvPr/>
          </p:nvSpPr>
          <p:spPr>
            <a:xfrm>
              <a:off x="8646494" y="4008753"/>
              <a:ext cx="979558" cy="845452"/>
            </a:xfrm>
            <a:custGeom>
              <a:avLst/>
              <a:gdLst>
                <a:gd name="connsiteX0" fmla="*/ 0 w 979558"/>
                <a:gd name="connsiteY0" fmla="*/ 848484 h 845451"/>
                <a:gd name="connsiteX1" fmla="*/ 983990 w 979558"/>
                <a:gd name="connsiteY1" fmla="*/ 0 h 845451"/>
                <a:gd name="connsiteX2" fmla="*/ 320105 w 979558"/>
                <a:gd name="connsiteY2" fmla="*/ 117081 h 845451"/>
                <a:gd name="connsiteX3" fmla="*/ 0 w 979558"/>
                <a:gd name="connsiteY3" fmla="*/ 848484 h 845451"/>
                <a:gd name="connsiteX4" fmla="*/ 0 w 979558"/>
                <a:gd name="connsiteY4" fmla="*/ 848484 h 845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9558" h="845451">
                  <a:moveTo>
                    <a:pt x="0" y="848484"/>
                  </a:moveTo>
                  <a:lnTo>
                    <a:pt x="983990" y="0"/>
                  </a:lnTo>
                  <a:lnTo>
                    <a:pt x="320105" y="117081"/>
                  </a:lnTo>
                  <a:lnTo>
                    <a:pt x="0" y="848484"/>
                  </a:lnTo>
                  <a:lnTo>
                    <a:pt x="0" y="848484"/>
                  </a:ln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84B8AEA-BFAF-4C47-9977-835472D1E374}"/>
                </a:ext>
              </a:extLst>
            </p:cNvPr>
            <p:cNvSpPr/>
            <p:nvPr/>
          </p:nvSpPr>
          <p:spPr>
            <a:xfrm>
              <a:off x="8481835" y="3640253"/>
              <a:ext cx="1055357" cy="262382"/>
            </a:xfrm>
            <a:custGeom>
              <a:avLst/>
              <a:gdLst>
                <a:gd name="connsiteX0" fmla="*/ 0 w 1055357"/>
                <a:gd name="connsiteY0" fmla="*/ 0 h 262381"/>
                <a:gd name="connsiteX1" fmla="*/ 1057981 w 1055357"/>
                <a:gd name="connsiteY1" fmla="*/ 147167 h 262381"/>
                <a:gd name="connsiteX2" fmla="*/ 401794 w 1055357"/>
                <a:gd name="connsiteY2" fmla="*/ 263315 h 262381"/>
                <a:gd name="connsiteX3" fmla="*/ 0 w 1055357"/>
                <a:gd name="connsiteY3" fmla="*/ 0 h 262381"/>
                <a:gd name="connsiteX4" fmla="*/ 0 w 1055357"/>
                <a:gd name="connsiteY4" fmla="*/ 0 h 26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357" h="262381">
                  <a:moveTo>
                    <a:pt x="0" y="0"/>
                  </a:moveTo>
                  <a:lnTo>
                    <a:pt x="1057981" y="147167"/>
                  </a:lnTo>
                  <a:lnTo>
                    <a:pt x="401794" y="2633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54E97C7-6728-40DC-BA18-1B32FC360F4D}"/>
                </a:ext>
              </a:extLst>
            </p:cNvPr>
            <p:cNvSpPr/>
            <p:nvPr/>
          </p:nvSpPr>
          <p:spPr>
            <a:xfrm>
              <a:off x="7549097" y="3881119"/>
              <a:ext cx="897928" cy="204075"/>
            </a:xfrm>
            <a:custGeom>
              <a:avLst/>
              <a:gdLst>
                <a:gd name="connsiteX0" fmla="*/ 0 w 897928"/>
                <a:gd name="connsiteY0" fmla="*/ 0 h 204074"/>
                <a:gd name="connsiteX1" fmla="*/ 901427 w 897928"/>
                <a:gd name="connsiteY1" fmla="*/ 89152 h 204074"/>
                <a:gd name="connsiteX2" fmla="*/ 208448 w 897928"/>
                <a:gd name="connsiteY2" fmla="*/ 209789 h 204074"/>
                <a:gd name="connsiteX3" fmla="*/ 0 w 897928"/>
                <a:gd name="connsiteY3" fmla="*/ 0 h 204074"/>
                <a:gd name="connsiteX4" fmla="*/ 0 w 897928"/>
                <a:gd name="connsiteY4" fmla="*/ 0 h 20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7928" h="204074">
                  <a:moveTo>
                    <a:pt x="0" y="0"/>
                  </a:moveTo>
                  <a:lnTo>
                    <a:pt x="901427" y="89152"/>
                  </a:lnTo>
                  <a:lnTo>
                    <a:pt x="208448" y="20978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C669CB6-B81E-45C8-885A-F4828C44B118}"/>
                </a:ext>
              </a:extLst>
            </p:cNvPr>
            <p:cNvSpPr/>
            <p:nvPr/>
          </p:nvSpPr>
          <p:spPr>
            <a:xfrm>
              <a:off x="7813519" y="3799311"/>
              <a:ext cx="2099053" cy="501440"/>
            </a:xfrm>
            <a:custGeom>
              <a:avLst/>
              <a:gdLst>
                <a:gd name="connsiteX0" fmla="*/ 0 w 2099053"/>
                <a:gd name="connsiteY0" fmla="*/ 344715 h 501440"/>
                <a:gd name="connsiteX1" fmla="*/ 163260 w 2099053"/>
                <a:gd name="connsiteY1" fmla="*/ 506867 h 501440"/>
                <a:gd name="connsiteX2" fmla="*/ 1054424 w 2099053"/>
                <a:gd name="connsiteY2" fmla="*/ 349729 h 501440"/>
                <a:gd name="connsiteX3" fmla="*/ 1084627 w 2099053"/>
                <a:gd name="connsiteY3" fmla="*/ 280577 h 501440"/>
                <a:gd name="connsiteX4" fmla="*/ 2100394 w 2099053"/>
                <a:gd name="connsiteY4" fmla="*/ 101458 h 501440"/>
                <a:gd name="connsiteX5" fmla="*/ 2103951 w 2099053"/>
                <a:gd name="connsiteY5" fmla="*/ 68981 h 501440"/>
                <a:gd name="connsiteX6" fmla="*/ 2103951 w 2099053"/>
                <a:gd name="connsiteY6" fmla="*/ 68981 h 501440"/>
                <a:gd name="connsiteX7" fmla="*/ 1930954 w 2099053"/>
                <a:gd name="connsiteY7" fmla="*/ 4027 h 501440"/>
                <a:gd name="connsiteX8" fmla="*/ 0 w 2099053"/>
                <a:gd name="connsiteY8" fmla="*/ 344715 h 5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9053" h="501440">
                  <a:moveTo>
                    <a:pt x="0" y="344715"/>
                  </a:moveTo>
                  <a:lnTo>
                    <a:pt x="163260" y="506867"/>
                  </a:lnTo>
                  <a:lnTo>
                    <a:pt x="1054424" y="349729"/>
                  </a:lnTo>
                  <a:lnTo>
                    <a:pt x="1084627" y="280577"/>
                  </a:lnTo>
                  <a:lnTo>
                    <a:pt x="2100394" y="101458"/>
                  </a:lnTo>
                  <a:cubicBezTo>
                    <a:pt x="2104535" y="91163"/>
                    <a:pt x="2105765" y="79928"/>
                    <a:pt x="2103951" y="68981"/>
                  </a:cubicBezTo>
                  <a:lnTo>
                    <a:pt x="2103951" y="68981"/>
                  </a:lnTo>
                  <a:cubicBezTo>
                    <a:pt x="2094972" y="18079"/>
                    <a:pt x="2017132" y="-11191"/>
                    <a:pt x="1930954" y="4027"/>
                  </a:cubicBezTo>
                  <a:lnTo>
                    <a:pt x="0" y="344715"/>
                  </a:ln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A401BB5-38B9-4CCC-9BE7-5B6952E6CF99}"/>
                </a:ext>
              </a:extLst>
            </p:cNvPr>
            <p:cNvSpPr/>
            <p:nvPr/>
          </p:nvSpPr>
          <p:spPr>
            <a:xfrm>
              <a:off x="6767270" y="2604740"/>
              <a:ext cx="641377" cy="1061188"/>
            </a:xfrm>
            <a:custGeom>
              <a:avLst/>
              <a:gdLst>
                <a:gd name="connsiteX0" fmla="*/ 604749 w 641377"/>
                <a:gd name="connsiteY0" fmla="*/ 907529 h 1061187"/>
                <a:gd name="connsiteX1" fmla="*/ 489826 w 641377"/>
                <a:gd name="connsiteY1" fmla="*/ 1021811 h 1061187"/>
                <a:gd name="connsiteX2" fmla="*/ 322484 w 641377"/>
                <a:gd name="connsiteY2" fmla="*/ 1062626 h 1061187"/>
                <a:gd name="connsiteX3" fmla="*/ 155143 w 641377"/>
                <a:gd name="connsiteY3" fmla="*/ 1021811 h 1061187"/>
                <a:gd name="connsiteX4" fmla="*/ 40862 w 641377"/>
                <a:gd name="connsiteY4" fmla="*/ 907529 h 1061187"/>
                <a:gd name="connsiteX5" fmla="*/ 47 w 641377"/>
                <a:gd name="connsiteY5" fmla="*/ 740188 h 1061187"/>
                <a:gd name="connsiteX6" fmla="*/ 20221 w 641377"/>
                <a:gd name="connsiteY6" fmla="*/ 689753 h 1061187"/>
                <a:gd name="connsiteX7" fmla="*/ 120334 w 641377"/>
                <a:gd name="connsiteY7" fmla="*/ 689753 h 1061187"/>
                <a:gd name="connsiteX8" fmla="*/ 139867 w 641377"/>
                <a:gd name="connsiteY8" fmla="*/ 740188 h 1061187"/>
                <a:gd name="connsiteX9" fmla="*/ 190944 w 641377"/>
                <a:gd name="connsiteY9" fmla="*/ 881349 h 1061187"/>
                <a:gd name="connsiteX10" fmla="*/ 322659 w 641377"/>
                <a:gd name="connsiteY10" fmla="*/ 936450 h 1061187"/>
                <a:gd name="connsiteX11" fmla="*/ 455075 w 641377"/>
                <a:gd name="connsiteY11" fmla="*/ 881349 h 1061187"/>
                <a:gd name="connsiteX12" fmla="*/ 506618 w 641377"/>
                <a:gd name="connsiteY12" fmla="*/ 740480 h 1061187"/>
                <a:gd name="connsiteX13" fmla="*/ 506618 w 641377"/>
                <a:gd name="connsiteY13" fmla="*/ 69949 h 1061187"/>
                <a:gd name="connsiteX14" fmla="*/ 526151 w 641377"/>
                <a:gd name="connsiteY14" fmla="*/ 19571 h 1061187"/>
                <a:gd name="connsiteX15" fmla="*/ 575187 w 641377"/>
                <a:gd name="connsiteY15" fmla="*/ 39 h 1061187"/>
                <a:gd name="connsiteX16" fmla="*/ 626264 w 641377"/>
                <a:gd name="connsiteY16" fmla="*/ 19571 h 1061187"/>
                <a:gd name="connsiteX17" fmla="*/ 646439 w 641377"/>
                <a:gd name="connsiteY17" fmla="*/ 69949 h 1061187"/>
                <a:gd name="connsiteX18" fmla="*/ 646439 w 641377"/>
                <a:gd name="connsiteY18" fmla="*/ 740480 h 1061187"/>
                <a:gd name="connsiteX19" fmla="*/ 604749 w 641377"/>
                <a:gd name="connsiteY19" fmla="*/ 907529 h 106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377" h="1061187">
                  <a:moveTo>
                    <a:pt x="604749" y="907529"/>
                  </a:moveTo>
                  <a:cubicBezTo>
                    <a:pt x="577813" y="955569"/>
                    <a:pt x="538015" y="995145"/>
                    <a:pt x="489826" y="1021811"/>
                  </a:cubicBezTo>
                  <a:cubicBezTo>
                    <a:pt x="440964" y="1049021"/>
                    <a:pt x="385184" y="1062626"/>
                    <a:pt x="322484" y="1062626"/>
                  </a:cubicBezTo>
                  <a:cubicBezTo>
                    <a:pt x="259785" y="1062626"/>
                    <a:pt x="204005" y="1049021"/>
                    <a:pt x="155143" y="1021811"/>
                  </a:cubicBezTo>
                  <a:cubicBezTo>
                    <a:pt x="107052" y="995233"/>
                    <a:pt x="67440" y="955621"/>
                    <a:pt x="40862" y="907529"/>
                  </a:cubicBezTo>
                  <a:cubicBezTo>
                    <a:pt x="13652" y="858668"/>
                    <a:pt x="47" y="802888"/>
                    <a:pt x="47" y="740188"/>
                  </a:cubicBezTo>
                  <a:cubicBezTo>
                    <a:pt x="-659" y="721281"/>
                    <a:pt x="6670" y="702958"/>
                    <a:pt x="20221" y="689753"/>
                  </a:cubicBezTo>
                  <a:cubicBezTo>
                    <a:pt x="48537" y="663778"/>
                    <a:pt x="92018" y="663778"/>
                    <a:pt x="120334" y="689753"/>
                  </a:cubicBezTo>
                  <a:cubicBezTo>
                    <a:pt x="133516" y="703155"/>
                    <a:pt x="140583" y="721403"/>
                    <a:pt x="139867" y="740188"/>
                  </a:cubicBezTo>
                  <a:cubicBezTo>
                    <a:pt x="139867" y="797562"/>
                    <a:pt x="156893" y="844616"/>
                    <a:pt x="190944" y="881349"/>
                  </a:cubicBezTo>
                  <a:cubicBezTo>
                    <a:pt x="224995" y="918083"/>
                    <a:pt x="268900" y="936450"/>
                    <a:pt x="322659" y="936450"/>
                  </a:cubicBezTo>
                  <a:cubicBezTo>
                    <a:pt x="376418" y="936450"/>
                    <a:pt x="420557" y="918083"/>
                    <a:pt x="455075" y="881349"/>
                  </a:cubicBezTo>
                  <a:cubicBezTo>
                    <a:pt x="489592" y="844616"/>
                    <a:pt x="506774" y="797659"/>
                    <a:pt x="506618" y="740480"/>
                  </a:cubicBezTo>
                  <a:lnTo>
                    <a:pt x="506618" y="69949"/>
                  </a:lnTo>
                  <a:cubicBezTo>
                    <a:pt x="505918" y="51184"/>
                    <a:pt x="512984" y="32960"/>
                    <a:pt x="526151" y="19571"/>
                  </a:cubicBezTo>
                  <a:cubicBezTo>
                    <a:pt x="539096" y="6566"/>
                    <a:pt x="556845" y="-505"/>
                    <a:pt x="575187" y="39"/>
                  </a:cubicBezTo>
                  <a:cubicBezTo>
                    <a:pt x="594148" y="-588"/>
                    <a:pt x="612561" y="6453"/>
                    <a:pt x="626264" y="19571"/>
                  </a:cubicBezTo>
                  <a:cubicBezTo>
                    <a:pt x="639806" y="32759"/>
                    <a:pt x="647135" y="51060"/>
                    <a:pt x="646439" y="69949"/>
                  </a:cubicBezTo>
                  <a:lnTo>
                    <a:pt x="646439" y="740480"/>
                  </a:lnTo>
                  <a:cubicBezTo>
                    <a:pt x="646439" y="803024"/>
                    <a:pt x="632542" y="858707"/>
                    <a:pt x="604749" y="907529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F0CF6BE-89F3-4017-80FE-FCEB4C6868A9}"/>
                </a:ext>
              </a:extLst>
            </p:cNvPr>
            <p:cNvSpPr/>
            <p:nvPr/>
          </p:nvSpPr>
          <p:spPr>
            <a:xfrm>
              <a:off x="7682400" y="2604180"/>
              <a:ext cx="740499" cy="1049527"/>
            </a:xfrm>
            <a:custGeom>
              <a:avLst/>
              <a:gdLst>
                <a:gd name="connsiteX0" fmla="*/ 727308 w 740499"/>
                <a:gd name="connsiteY0" fmla="*/ 938351 h 1049526"/>
                <a:gd name="connsiteX1" fmla="*/ 746142 w 740499"/>
                <a:gd name="connsiteY1" fmla="*/ 984006 h 1049526"/>
                <a:gd name="connsiteX2" fmla="*/ 727308 w 740499"/>
                <a:gd name="connsiteY2" fmla="*/ 1031759 h 1049526"/>
                <a:gd name="connsiteX3" fmla="*/ 677572 w 740499"/>
                <a:gd name="connsiteY3" fmla="*/ 1049892 h 1049526"/>
                <a:gd name="connsiteX4" fmla="*/ 70013 w 740499"/>
                <a:gd name="connsiteY4" fmla="*/ 1049892 h 1049526"/>
                <a:gd name="connsiteX5" fmla="*/ 45 w 740499"/>
                <a:gd name="connsiteY5" fmla="*/ 982276 h 1049526"/>
                <a:gd name="connsiteX6" fmla="*/ 45 w 740499"/>
                <a:gd name="connsiteY6" fmla="*/ 979924 h 1049526"/>
                <a:gd name="connsiteX7" fmla="*/ 45 w 740499"/>
                <a:gd name="connsiteY7" fmla="*/ 69984 h 1049526"/>
                <a:gd name="connsiteX8" fmla="*/ 20161 w 740499"/>
                <a:gd name="connsiteY8" fmla="*/ 19607 h 1049526"/>
                <a:gd name="connsiteX9" fmla="*/ 69897 w 740499"/>
                <a:gd name="connsiteY9" fmla="*/ 74 h 1049526"/>
                <a:gd name="connsiteX10" fmla="*/ 677456 w 740499"/>
                <a:gd name="connsiteY10" fmla="*/ 74 h 1049526"/>
                <a:gd name="connsiteX11" fmla="*/ 727192 w 740499"/>
                <a:gd name="connsiteY11" fmla="*/ 18266 h 1049526"/>
                <a:gd name="connsiteX12" fmla="*/ 746025 w 740499"/>
                <a:gd name="connsiteY12" fmla="*/ 65961 h 1049526"/>
                <a:gd name="connsiteX13" fmla="*/ 727192 w 740499"/>
                <a:gd name="connsiteY13" fmla="*/ 111674 h 1049526"/>
                <a:gd name="connsiteX14" fmla="*/ 677456 w 740499"/>
                <a:gd name="connsiteY14" fmla="*/ 129166 h 1049526"/>
                <a:gd name="connsiteX15" fmla="*/ 139923 w 740499"/>
                <a:gd name="connsiteY15" fmla="*/ 129166 h 1049526"/>
                <a:gd name="connsiteX16" fmla="*/ 139923 w 740499"/>
                <a:gd name="connsiteY16" fmla="*/ 455685 h 1049526"/>
                <a:gd name="connsiteX17" fmla="*/ 525683 w 740499"/>
                <a:gd name="connsiteY17" fmla="*/ 455685 h 1049526"/>
                <a:gd name="connsiteX18" fmla="*/ 574777 w 740499"/>
                <a:gd name="connsiteY18" fmla="*/ 473877 h 1049526"/>
                <a:gd name="connsiteX19" fmla="*/ 575689 w 740499"/>
                <a:gd name="connsiteY19" fmla="*/ 565731 h 1049526"/>
                <a:gd name="connsiteX20" fmla="*/ 574777 w 740499"/>
                <a:gd name="connsiteY20" fmla="*/ 566644 h 1049526"/>
                <a:gd name="connsiteX21" fmla="*/ 525683 w 740499"/>
                <a:gd name="connsiteY21" fmla="*/ 584777 h 1049526"/>
                <a:gd name="connsiteX22" fmla="*/ 139923 w 740499"/>
                <a:gd name="connsiteY22" fmla="*/ 584777 h 1049526"/>
                <a:gd name="connsiteX23" fmla="*/ 139923 w 740499"/>
                <a:gd name="connsiteY23" fmla="*/ 920801 h 1049526"/>
                <a:gd name="connsiteX24" fmla="*/ 677572 w 740499"/>
                <a:gd name="connsiteY24" fmla="*/ 920801 h 1049526"/>
                <a:gd name="connsiteX25" fmla="*/ 727308 w 740499"/>
                <a:gd name="connsiteY25" fmla="*/ 938351 h 104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40499" h="1049526">
                  <a:moveTo>
                    <a:pt x="727308" y="938351"/>
                  </a:moveTo>
                  <a:cubicBezTo>
                    <a:pt x="739907" y="950120"/>
                    <a:pt x="746778" y="966777"/>
                    <a:pt x="746142" y="984006"/>
                  </a:cubicBezTo>
                  <a:cubicBezTo>
                    <a:pt x="746879" y="1001867"/>
                    <a:pt x="740040" y="1019210"/>
                    <a:pt x="727308" y="1031759"/>
                  </a:cubicBezTo>
                  <a:cubicBezTo>
                    <a:pt x="713819" y="1044206"/>
                    <a:pt x="695908" y="1050736"/>
                    <a:pt x="677572" y="1049892"/>
                  </a:cubicBezTo>
                  <a:lnTo>
                    <a:pt x="70013" y="1049892"/>
                  </a:lnTo>
                  <a:cubicBezTo>
                    <a:pt x="32020" y="1050542"/>
                    <a:pt x="694" y="1020269"/>
                    <a:pt x="45" y="982276"/>
                  </a:cubicBezTo>
                  <a:cubicBezTo>
                    <a:pt x="31" y="981492"/>
                    <a:pt x="31" y="980708"/>
                    <a:pt x="45" y="979924"/>
                  </a:cubicBezTo>
                  <a:lnTo>
                    <a:pt x="45" y="69984"/>
                  </a:lnTo>
                  <a:cubicBezTo>
                    <a:pt x="-645" y="51108"/>
                    <a:pt x="6659" y="32817"/>
                    <a:pt x="20161" y="19607"/>
                  </a:cubicBezTo>
                  <a:cubicBezTo>
                    <a:pt x="33434" y="6667"/>
                    <a:pt x="51365" y="-375"/>
                    <a:pt x="69897" y="74"/>
                  </a:cubicBezTo>
                  <a:lnTo>
                    <a:pt x="677456" y="74"/>
                  </a:lnTo>
                  <a:cubicBezTo>
                    <a:pt x="695804" y="-780"/>
                    <a:pt x="713725" y="5775"/>
                    <a:pt x="727192" y="18266"/>
                  </a:cubicBezTo>
                  <a:cubicBezTo>
                    <a:pt x="739926" y="30789"/>
                    <a:pt x="746768" y="48116"/>
                    <a:pt x="746025" y="65961"/>
                  </a:cubicBezTo>
                  <a:cubicBezTo>
                    <a:pt x="746670" y="83208"/>
                    <a:pt x="739799" y="99887"/>
                    <a:pt x="727192" y="111674"/>
                  </a:cubicBezTo>
                  <a:cubicBezTo>
                    <a:pt x="713528" y="123766"/>
                    <a:pt x="695681" y="130043"/>
                    <a:pt x="677456" y="129166"/>
                  </a:cubicBezTo>
                  <a:lnTo>
                    <a:pt x="139923" y="129166"/>
                  </a:lnTo>
                  <a:lnTo>
                    <a:pt x="139923" y="455685"/>
                  </a:lnTo>
                  <a:lnTo>
                    <a:pt x="525683" y="455685"/>
                  </a:lnTo>
                  <a:cubicBezTo>
                    <a:pt x="543798" y="455086"/>
                    <a:pt x="561426" y="461618"/>
                    <a:pt x="574777" y="473877"/>
                  </a:cubicBezTo>
                  <a:cubicBezTo>
                    <a:pt x="600394" y="498990"/>
                    <a:pt x="600802" y="540115"/>
                    <a:pt x="575689" y="565731"/>
                  </a:cubicBezTo>
                  <a:cubicBezTo>
                    <a:pt x="575388" y="566039"/>
                    <a:pt x="575084" y="566342"/>
                    <a:pt x="574777" y="566644"/>
                  </a:cubicBezTo>
                  <a:cubicBezTo>
                    <a:pt x="561407" y="578865"/>
                    <a:pt x="543787" y="585373"/>
                    <a:pt x="525683" y="584777"/>
                  </a:cubicBezTo>
                  <a:lnTo>
                    <a:pt x="139923" y="584777"/>
                  </a:lnTo>
                  <a:lnTo>
                    <a:pt x="139923" y="920801"/>
                  </a:lnTo>
                  <a:lnTo>
                    <a:pt x="677572" y="920801"/>
                  </a:lnTo>
                  <a:cubicBezTo>
                    <a:pt x="695806" y="919939"/>
                    <a:pt x="713654" y="926237"/>
                    <a:pt x="727308" y="938351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9775EC2-5F7D-4C79-A6CC-840C8F67C6E3}"/>
                </a:ext>
              </a:extLst>
            </p:cNvPr>
            <p:cNvSpPr/>
            <p:nvPr/>
          </p:nvSpPr>
          <p:spPr>
            <a:xfrm>
              <a:off x="8507240" y="2604209"/>
              <a:ext cx="851283" cy="1049527"/>
            </a:xfrm>
            <a:custGeom>
              <a:avLst/>
              <a:gdLst>
                <a:gd name="connsiteX0" fmla="*/ 831999 w 851282"/>
                <a:gd name="connsiteY0" fmla="*/ 18004 h 1049526"/>
                <a:gd name="connsiteX1" fmla="*/ 833452 w 851282"/>
                <a:gd name="connsiteY1" fmla="*/ 109191 h 1049526"/>
                <a:gd name="connsiteX2" fmla="*/ 785354 w 851282"/>
                <a:gd name="connsiteY2" fmla="*/ 128787 h 1049526"/>
                <a:gd name="connsiteX3" fmla="*/ 496617 w 851282"/>
                <a:gd name="connsiteY3" fmla="*/ 128787 h 1049526"/>
                <a:gd name="connsiteX4" fmla="*/ 496617 w 851282"/>
                <a:gd name="connsiteY4" fmla="*/ 980070 h 1049526"/>
                <a:gd name="connsiteX5" fmla="*/ 426649 w 851282"/>
                <a:gd name="connsiteY5" fmla="*/ 1050038 h 1049526"/>
                <a:gd name="connsiteX6" fmla="*/ 356680 w 851282"/>
                <a:gd name="connsiteY6" fmla="*/ 980070 h 1049526"/>
                <a:gd name="connsiteX7" fmla="*/ 356680 w 851282"/>
                <a:gd name="connsiteY7" fmla="*/ 129078 h 1049526"/>
                <a:gd name="connsiteX8" fmla="*/ 66486 w 851282"/>
                <a:gd name="connsiteY8" fmla="*/ 129078 h 1049526"/>
                <a:gd name="connsiteX9" fmla="*/ 30 w 851282"/>
                <a:gd name="connsiteY9" fmla="*/ 66501 h 1049526"/>
                <a:gd name="connsiteX10" fmla="*/ 62607 w 851282"/>
                <a:gd name="connsiteY10" fmla="*/ 45 h 1049526"/>
                <a:gd name="connsiteX11" fmla="*/ 66486 w 851282"/>
                <a:gd name="connsiteY11" fmla="*/ 45 h 1049526"/>
                <a:gd name="connsiteX12" fmla="*/ 785587 w 851282"/>
                <a:gd name="connsiteY12" fmla="*/ 45 h 1049526"/>
                <a:gd name="connsiteX13" fmla="*/ 831999 w 851282"/>
                <a:gd name="connsiteY13" fmla="*/ 18004 h 104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51282" h="1049526">
                  <a:moveTo>
                    <a:pt x="831999" y="18004"/>
                  </a:moveTo>
                  <a:cubicBezTo>
                    <a:pt x="857581" y="42783"/>
                    <a:pt x="858232" y="83609"/>
                    <a:pt x="833452" y="109191"/>
                  </a:cubicBezTo>
                  <a:cubicBezTo>
                    <a:pt x="820875" y="122176"/>
                    <a:pt x="803424" y="129285"/>
                    <a:pt x="785354" y="128787"/>
                  </a:cubicBezTo>
                  <a:lnTo>
                    <a:pt x="496617" y="128787"/>
                  </a:lnTo>
                  <a:lnTo>
                    <a:pt x="496617" y="980070"/>
                  </a:lnTo>
                  <a:cubicBezTo>
                    <a:pt x="496617" y="1018712"/>
                    <a:pt x="465291" y="1050038"/>
                    <a:pt x="426649" y="1050038"/>
                  </a:cubicBezTo>
                  <a:cubicBezTo>
                    <a:pt x="388006" y="1050038"/>
                    <a:pt x="356680" y="1018712"/>
                    <a:pt x="356680" y="980070"/>
                  </a:cubicBezTo>
                  <a:lnTo>
                    <a:pt x="356680" y="129078"/>
                  </a:lnTo>
                  <a:lnTo>
                    <a:pt x="66486" y="129078"/>
                  </a:lnTo>
                  <a:cubicBezTo>
                    <a:pt x="30855" y="130150"/>
                    <a:pt x="1101" y="102133"/>
                    <a:pt x="30" y="66501"/>
                  </a:cubicBezTo>
                  <a:cubicBezTo>
                    <a:pt x="-1041" y="30870"/>
                    <a:pt x="26975" y="1116"/>
                    <a:pt x="62607" y="45"/>
                  </a:cubicBezTo>
                  <a:cubicBezTo>
                    <a:pt x="63899" y="6"/>
                    <a:pt x="65193" y="6"/>
                    <a:pt x="66486" y="45"/>
                  </a:cubicBezTo>
                  <a:lnTo>
                    <a:pt x="785587" y="45"/>
                  </a:lnTo>
                  <a:cubicBezTo>
                    <a:pt x="802869" y="-609"/>
                    <a:pt x="819658" y="5887"/>
                    <a:pt x="831999" y="18004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0EEE332-861E-490F-832B-BB41226EF40E}"/>
                </a:ext>
              </a:extLst>
            </p:cNvPr>
            <p:cNvSpPr/>
            <p:nvPr/>
          </p:nvSpPr>
          <p:spPr>
            <a:xfrm>
              <a:off x="7630956" y="4595306"/>
              <a:ext cx="209905" cy="244890"/>
            </a:xfrm>
            <a:custGeom>
              <a:avLst/>
              <a:gdLst>
                <a:gd name="connsiteX0" fmla="*/ 184371 w 209905"/>
                <a:gd name="connsiteY0" fmla="*/ 4739 h 244889"/>
                <a:gd name="connsiteX1" fmla="*/ 196032 w 209905"/>
                <a:gd name="connsiteY1" fmla="*/ 133 h 244889"/>
                <a:gd name="connsiteX2" fmla="*/ 207694 w 209905"/>
                <a:gd name="connsiteY2" fmla="*/ 4739 h 244889"/>
                <a:gd name="connsiteX3" fmla="*/ 212242 w 209905"/>
                <a:gd name="connsiteY3" fmla="*/ 16401 h 244889"/>
                <a:gd name="connsiteX4" fmla="*/ 212242 w 209905"/>
                <a:gd name="connsiteY4" fmla="*/ 230737 h 244889"/>
                <a:gd name="connsiteX5" fmla="*/ 207635 w 209905"/>
                <a:gd name="connsiteY5" fmla="*/ 242398 h 244889"/>
                <a:gd name="connsiteX6" fmla="*/ 195974 w 209905"/>
                <a:gd name="connsiteY6" fmla="*/ 247005 h 244889"/>
                <a:gd name="connsiteX7" fmla="*/ 184313 w 209905"/>
                <a:gd name="connsiteY7" fmla="*/ 242223 h 244889"/>
                <a:gd name="connsiteX8" fmla="*/ 179590 w 209905"/>
                <a:gd name="connsiteY8" fmla="*/ 230562 h 244889"/>
                <a:gd name="connsiteX9" fmla="*/ 179590 w 209905"/>
                <a:gd name="connsiteY9" fmla="*/ 136280 h 244889"/>
                <a:gd name="connsiteX10" fmla="*/ 32714 w 209905"/>
                <a:gd name="connsiteY10" fmla="*/ 136280 h 244889"/>
                <a:gd name="connsiteX11" fmla="*/ 32714 w 209905"/>
                <a:gd name="connsiteY11" fmla="*/ 230621 h 244889"/>
                <a:gd name="connsiteX12" fmla="*/ 28108 w 209905"/>
                <a:gd name="connsiteY12" fmla="*/ 242282 h 244889"/>
                <a:gd name="connsiteX13" fmla="*/ 16447 w 209905"/>
                <a:gd name="connsiteY13" fmla="*/ 247005 h 244889"/>
                <a:gd name="connsiteX14" fmla="*/ 4 w 209905"/>
                <a:gd name="connsiteY14" fmla="*/ 231032 h 244889"/>
                <a:gd name="connsiteX15" fmla="*/ 4 w 209905"/>
                <a:gd name="connsiteY15" fmla="*/ 230562 h 244889"/>
                <a:gd name="connsiteX16" fmla="*/ 4 w 209905"/>
                <a:gd name="connsiteY16" fmla="*/ 16284 h 244889"/>
                <a:gd name="connsiteX17" fmla="*/ 4785 w 209905"/>
                <a:gd name="connsiteY17" fmla="*/ 4623 h 244889"/>
                <a:gd name="connsiteX18" fmla="*/ 16447 w 209905"/>
                <a:gd name="connsiteY18" fmla="*/ 16 h 244889"/>
                <a:gd name="connsiteX19" fmla="*/ 32945 w 209905"/>
                <a:gd name="connsiteY19" fmla="*/ 15088 h 244889"/>
                <a:gd name="connsiteX20" fmla="*/ 32948 w 209905"/>
                <a:gd name="connsiteY20" fmla="*/ 16459 h 244889"/>
                <a:gd name="connsiteX21" fmla="*/ 32948 w 209905"/>
                <a:gd name="connsiteY21" fmla="*/ 107301 h 244889"/>
                <a:gd name="connsiteX22" fmla="*/ 179823 w 209905"/>
                <a:gd name="connsiteY22" fmla="*/ 107301 h 244889"/>
                <a:gd name="connsiteX23" fmla="*/ 179823 w 209905"/>
                <a:gd name="connsiteY23" fmla="*/ 16459 h 244889"/>
                <a:gd name="connsiteX24" fmla="*/ 184371 w 209905"/>
                <a:gd name="connsiteY24" fmla="*/ 4739 h 24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9905" h="244889">
                  <a:moveTo>
                    <a:pt x="184371" y="4739"/>
                  </a:moveTo>
                  <a:cubicBezTo>
                    <a:pt x="187500" y="1729"/>
                    <a:pt x="191691" y="74"/>
                    <a:pt x="196032" y="133"/>
                  </a:cubicBezTo>
                  <a:cubicBezTo>
                    <a:pt x="200391" y="-20"/>
                    <a:pt x="204616" y="1650"/>
                    <a:pt x="207694" y="4739"/>
                  </a:cubicBezTo>
                  <a:cubicBezTo>
                    <a:pt x="210727" y="7850"/>
                    <a:pt x="212368" y="12058"/>
                    <a:pt x="212242" y="16401"/>
                  </a:cubicBezTo>
                  <a:lnTo>
                    <a:pt x="212242" y="230737"/>
                  </a:lnTo>
                  <a:cubicBezTo>
                    <a:pt x="212346" y="235087"/>
                    <a:pt x="210684" y="239294"/>
                    <a:pt x="207635" y="242398"/>
                  </a:cubicBezTo>
                  <a:cubicBezTo>
                    <a:pt x="204542" y="245465"/>
                    <a:pt x="200328" y="247129"/>
                    <a:pt x="195974" y="247005"/>
                  </a:cubicBezTo>
                  <a:cubicBezTo>
                    <a:pt x="191600" y="247056"/>
                    <a:pt x="187392" y="245331"/>
                    <a:pt x="184313" y="242223"/>
                  </a:cubicBezTo>
                  <a:cubicBezTo>
                    <a:pt x="181204" y="239150"/>
                    <a:pt x="179496" y="234933"/>
                    <a:pt x="179590" y="230562"/>
                  </a:cubicBezTo>
                  <a:lnTo>
                    <a:pt x="179590" y="136280"/>
                  </a:lnTo>
                  <a:lnTo>
                    <a:pt x="32714" y="136280"/>
                  </a:lnTo>
                  <a:lnTo>
                    <a:pt x="32714" y="230621"/>
                  </a:lnTo>
                  <a:cubicBezTo>
                    <a:pt x="32799" y="234967"/>
                    <a:pt x="31140" y="239167"/>
                    <a:pt x="28108" y="242282"/>
                  </a:cubicBezTo>
                  <a:cubicBezTo>
                    <a:pt x="25038" y="245397"/>
                    <a:pt x="20819" y="247106"/>
                    <a:pt x="16447" y="247005"/>
                  </a:cubicBezTo>
                  <a:cubicBezTo>
                    <a:pt x="7495" y="247135"/>
                    <a:pt x="134" y="239983"/>
                    <a:pt x="4" y="231032"/>
                  </a:cubicBezTo>
                  <a:cubicBezTo>
                    <a:pt x="2" y="230875"/>
                    <a:pt x="2" y="230719"/>
                    <a:pt x="4" y="230562"/>
                  </a:cubicBezTo>
                  <a:lnTo>
                    <a:pt x="4" y="16284"/>
                  </a:lnTo>
                  <a:cubicBezTo>
                    <a:pt x="-96" y="11901"/>
                    <a:pt x="1637" y="7674"/>
                    <a:pt x="4785" y="4623"/>
                  </a:cubicBezTo>
                  <a:cubicBezTo>
                    <a:pt x="7901" y="1590"/>
                    <a:pt x="12100" y="-68"/>
                    <a:pt x="16447" y="16"/>
                  </a:cubicBezTo>
                  <a:cubicBezTo>
                    <a:pt x="25165" y="-378"/>
                    <a:pt x="32551" y="6370"/>
                    <a:pt x="32945" y="15088"/>
                  </a:cubicBezTo>
                  <a:cubicBezTo>
                    <a:pt x="32966" y="15545"/>
                    <a:pt x="32967" y="16002"/>
                    <a:pt x="32948" y="16459"/>
                  </a:cubicBezTo>
                  <a:lnTo>
                    <a:pt x="32948" y="107301"/>
                  </a:lnTo>
                  <a:lnTo>
                    <a:pt x="179823" y="107301"/>
                  </a:lnTo>
                  <a:lnTo>
                    <a:pt x="179823" y="16459"/>
                  </a:lnTo>
                  <a:cubicBezTo>
                    <a:pt x="179667" y="12093"/>
                    <a:pt x="181311" y="7856"/>
                    <a:pt x="184371" y="4739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4B71FB5-CC68-4BF9-80F9-6B99E6BE22FE}"/>
                </a:ext>
              </a:extLst>
            </p:cNvPr>
            <p:cNvSpPr/>
            <p:nvPr/>
          </p:nvSpPr>
          <p:spPr>
            <a:xfrm>
              <a:off x="7895229" y="4591868"/>
              <a:ext cx="204075" cy="250720"/>
            </a:xfrm>
            <a:custGeom>
              <a:avLst/>
              <a:gdLst>
                <a:gd name="connsiteX0" fmla="*/ 163704 w 204074"/>
                <a:gd name="connsiteY0" fmla="*/ 6545 h 250720"/>
                <a:gd name="connsiteX1" fmla="*/ 199330 w 204074"/>
                <a:gd name="connsiteY1" fmla="*/ 27360 h 250720"/>
                <a:gd name="connsiteX2" fmla="*/ 204403 w 204074"/>
                <a:gd name="connsiteY2" fmla="*/ 33191 h 250720"/>
                <a:gd name="connsiteX3" fmla="*/ 205685 w 204074"/>
                <a:gd name="connsiteY3" fmla="*/ 40304 h 250720"/>
                <a:gd name="connsiteX4" fmla="*/ 201138 w 204074"/>
                <a:gd name="connsiteY4" fmla="*/ 50741 h 250720"/>
                <a:gd name="connsiteX5" fmla="*/ 190526 w 204074"/>
                <a:gd name="connsiteY5" fmla="*/ 54881 h 250720"/>
                <a:gd name="connsiteX6" fmla="*/ 179447 w 204074"/>
                <a:gd name="connsiteY6" fmla="*/ 50799 h 250720"/>
                <a:gd name="connsiteX7" fmla="*/ 154084 w 204074"/>
                <a:gd name="connsiteY7" fmla="*/ 34823 h 250720"/>
                <a:gd name="connsiteX8" fmla="*/ 122131 w 204074"/>
                <a:gd name="connsiteY8" fmla="*/ 29925 h 250720"/>
                <a:gd name="connsiteX9" fmla="*/ 76710 w 204074"/>
                <a:gd name="connsiteY9" fmla="*/ 42928 h 250720"/>
                <a:gd name="connsiteX10" fmla="*/ 43825 w 204074"/>
                <a:gd name="connsiteY10" fmla="*/ 78262 h 250720"/>
                <a:gd name="connsiteX11" fmla="*/ 43825 w 204074"/>
                <a:gd name="connsiteY11" fmla="*/ 175635 h 250720"/>
                <a:gd name="connsiteX12" fmla="*/ 76827 w 204074"/>
                <a:gd name="connsiteY12" fmla="*/ 210619 h 250720"/>
                <a:gd name="connsiteX13" fmla="*/ 122248 w 204074"/>
                <a:gd name="connsiteY13" fmla="*/ 223563 h 250720"/>
                <a:gd name="connsiteX14" fmla="*/ 180555 w 204074"/>
                <a:gd name="connsiteY14" fmla="*/ 202630 h 250720"/>
                <a:gd name="connsiteX15" fmla="*/ 190992 w 204074"/>
                <a:gd name="connsiteY15" fmla="*/ 198782 h 250720"/>
                <a:gd name="connsiteX16" fmla="*/ 200962 w 204074"/>
                <a:gd name="connsiteY16" fmla="*/ 203039 h 250720"/>
                <a:gd name="connsiteX17" fmla="*/ 199855 w 204074"/>
                <a:gd name="connsiteY17" fmla="*/ 226012 h 250720"/>
                <a:gd name="connsiteX18" fmla="*/ 122306 w 204074"/>
                <a:gd name="connsiteY18" fmla="*/ 253649 h 250720"/>
                <a:gd name="connsiteX19" fmla="*/ 60443 w 204074"/>
                <a:gd name="connsiteY19" fmla="*/ 236915 h 250720"/>
                <a:gd name="connsiteX20" fmla="*/ 16188 w 204074"/>
                <a:gd name="connsiteY20" fmla="*/ 191202 h 250720"/>
                <a:gd name="connsiteX21" fmla="*/ 16188 w 204074"/>
                <a:gd name="connsiteY21" fmla="*/ 62927 h 250720"/>
                <a:gd name="connsiteX22" fmla="*/ 60326 w 204074"/>
                <a:gd name="connsiteY22" fmla="*/ 16981 h 250720"/>
                <a:gd name="connsiteX23" fmla="*/ 122190 w 204074"/>
                <a:gd name="connsiteY23" fmla="*/ 14 h 250720"/>
                <a:gd name="connsiteX24" fmla="*/ 163704 w 204074"/>
                <a:gd name="connsiteY24" fmla="*/ 6544 h 2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4074" h="250720">
                  <a:moveTo>
                    <a:pt x="163704" y="6545"/>
                  </a:moveTo>
                  <a:cubicBezTo>
                    <a:pt x="176657" y="11449"/>
                    <a:pt x="188698" y="18485"/>
                    <a:pt x="199330" y="27360"/>
                  </a:cubicBezTo>
                  <a:cubicBezTo>
                    <a:pt x="201519" y="28808"/>
                    <a:pt x="203272" y="30823"/>
                    <a:pt x="204403" y="33191"/>
                  </a:cubicBezTo>
                  <a:cubicBezTo>
                    <a:pt x="205321" y="35447"/>
                    <a:pt x="205758" y="37870"/>
                    <a:pt x="205685" y="40304"/>
                  </a:cubicBezTo>
                  <a:cubicBezTo>
                    <a:pt x="205787" y="44284"/>
                    <a:pt x="204122" y="48105"/>
                    <a:pt x="201138" y="50741"/>
                  </a:cubicBezTo>
                  <a:cubicBezTo>
                    <a:pt x="198253" y="53417"/>
                    <a:pt x="194460" y="54897"/>
                    <a:pt x="190526" y="54881"/>
                  </a:cubicBezTo>
                  <a:cubicBezTo>
                    <a:pt x="186466" y="54875"/>
                    <a:pt x="182540" y="53429"/>
                    <a:pt x="179447" y="50799"/>
                  </a:cubicBezTo>
                  <a:cubicBezTo>
                    <a:pt x="171920" y="44127"/>
                    <a:pt x="163353" y="38730"/>
                    <a:pt x="154084" y="34823"/>
                  </a:cubicBezTo>
                  <a:cubicBezTo>
                    <a:pt x="143828" y="31228"/>
                    <a:pt x="132993" y="29567"/>
                    <a:pt x="122131" y="29925"/>
                  </a:cubicBezTo>
                  <a:cubicBezTo>
                    <a:pt x="106059" y="29829"/>
                    <a:pt x="90297" y="34342"/>
                    <a:pt x="76710" y="42928"/>
                  </a:cubicBezTo>
                  <a:cubicBezTo>
                    <a:pt x="62863" y="51646"/>
                    <a:pt x="51528" y="63825"/>
                    <a:pt x="43825" y="78262"/>
                  </a:cubicBezTo>
                  <a:cubicBezTo>
                    <a:pt x="27540" y="108677"/>
                    <a:pt x="27540" y="145220"/>
                    <a:pt x="43825" y="175635"/>
                  </a:cubicBezTo>
                  <a:cubicBezTo>
                    <a:pt x="51612" y="189956"/>
                    <a:pt x="62983" y="202011"/>
                    <a:pt x="76827" y="210619"/>
                  </a:cubicBezTo>
                  <a:cubicBezTo>
                    <a:pt x="90421" y="219182"/>
                    <a:pt x="106182" y="223674"/>
                    <a:pt x="122248" y="223563"/>
                  </a:cubicBezTo>
                  <a:cubicBezTo>
                    <a:pt x="143465" y="223231"/>
                    <a:pt x="163972" y="215869"/>
                    <a:pt x="180555" y="202630"/>
                  </a:cubicBezTo>
                  <a:cubicBezTo>
                    <a:pt x="183539" y="200275"/>
                    <a:pt x="187193" y="198928"/>
                    <a:pt x="190992" y="198782"/>
                  </a:cubicBezTo>
                  <a:cubicBezTo>
                    <a:pt x="194769" y="198720"/>
                    <a:pt x="198395" y="200268"/>
                    <a:pt x="200962" y="203039"/>
                  </a:cubicBezTo>
                  <a:cubicBezTo>
                    <a:pt x="206660" y="209807"/>
                    <a:pt x="206177" y="219823"/>
                    <a:pt x="199855" y="226012"/>
                  </a:cubicBezTo>
                  <a:cubicBezTo>
                    <a:pt x="178048" y="244037"/>
                    <a:pt x="150598" y="253820"/>
                    <a:pt x="122306" y="253649"/>
                  </a:cubicBezTo>
                  <a:cubicBezTo>
                    <a:pt x="100536" y="253887"/>
                    <a:pt x="79124" y="248095"/>
                    <a:pt x="60443" y="236915"/>
                  </a:cubicBezTo>
                  <a:cubicBezTo>
                    <a:pt x="41854" y="225928"/>
                    <a:pt x="26567" y="210137"/>
                    <a:pt x="16188" y="191202"/>
                  </a:cubicBezTo>
                  <a:cubicBezTo>
                    <a:pt x="-5396" y="151167"/>
                    <a:pt x="-5396" y="102962"/>
                    <a:pt x="16188" y="62927"/>
                  </a:cubicBezTo>
                  <a:cubicBezTo>
                    <a:pt x="26602" y="43995"/>
                    <a:pt x="41827" y="28146"/>
                    <a:pt x="60326" y="16981"/>
                  </a:cubicBezTo>
                  <a:cubicBezTo>
                    <a:pt x="78966" y="5676"/>
                    <a:pt x="100391" y="-200"/>
                    <a:pt x="122190" y="14"/>
                  </a:cubicBezTo>
                  <a:cubicBezTo>
                    <a:pt x="136299" y="-195"/>
                    <a:pt x="150340" y="2014"/>
                    <a:pt x="163704" y="6544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971A40F-FC4B-4B2B-A364-D372C9991267}"/>
                </a:ext>
              </a:extLst>
            </p:cNvPr>
            <p:cNvSpPr/>
            <p:nvPr/>
          </p:nvSpPr>
          <p:spPr>
            <a:xfrm>
              <a:off x="8152861" y="4595599"/>
              <a:ext cx="157429" cy="244890"/>
            </a:xfrm>
            <a:custGeom>
              <a:avLst/>
              <a:gdLst>
                <a:gd name="connsiteX0" fmla="*/ 28168 w 157428"/>
                <a:gd name="connsiteY0" fmla="*/ 242281 h 244889"/>
                <a:gd name="connsiteX1" fmla="*/ 16506 w 157428"/>
                <a:gd name="connsiteY1" fmla="*/ 247062 h 244889"/>
                <a:gd name="connsiteX2" fmla="*/ 6 w 157428"/>
                <a:gd name="connsiteY2" fmla="*/ 231149 h 244889"/>
                <a:gd name="connsiteX3" fmla="*/ 5 w 157428"/>
                <a:gd name="connsiteY3" fmla="*/ 230619 h 244889"/>
                <a:gd name="connsiteX4" fmla="*/ 5 w 157428"/>
                <a:gd name="connsiteY4" fmla="*/ 16283 h 244889"/>
                <a:gd name="connsiteX5" fmla="*/ 4728 w 157428"/>
                <a:gd name="connsiteY5" fmla="*/ 4621 h 244889"/>
                <a:gd name="connsiteX6" fmla="*/ 16390 w 157428"/>
                <a:gd name="connsiteY6" fmla="*/ 15 h 244889"/>
                <a:gd name="connsiteX7" fmla="*/ 79245 w 157428"/>
                <a:gd name="connsiteY7" fmla="*/ 15 h 244889"/>
                <a:gd name="connsiteX8" fmla="*/ 121167 w 157428"/>
                <a:gd name="connsiteY8" fmla="*/ 10394 h 244889"/>
                <a:gd name="connsiteX9" fmla="*/ 150029 w 157428"/>
                <a:gd name="connsiteY9" fmla="*/ 39548 h 244889"/>
                <a:gd name="connsiteX10" fmla="*/ 160350 w 157428"/>
                <a:gd name="connsiteY10" fmla="*/ 81937 h 244889"/>
                <a:gd name="connsiteX11" fmla="*/ 150088 w 157428"/>
                <a:gd name="connsiteY11" fmla="*/ 123102 h 244889"/>
                <a:gd name="connsiteX12" fmla="*/ 121343 w 157428"/>
                <a:gd name="connsiteY12" fmla="*/ 151322 h 244889"/>
                <a:gd name="connsiteX13" fmla="*/ 79361 w 157428"/>
                <a:gd name="connsiteY13" fmla="*/ 161526 h 244889"/>
                <a:gd name="connsiteX14" fmla="*/ 32716 w 157428"/>
                <a:gd name="connsiteY14" fmla="*/ 161526 h 244889"/>
                <a:gd name="connsiteX15" fmla="*/ 32716 w 157428"/>
                <a:gd name="connsiteY15" fmla="*/ 230853 h 244889"/>
                <a:gd name="connsiteX16" fmla="*/ 28168 w 157428"/>
                <a:gd name="connsiteY16" fmla="*/ 242281 h 244889"/>
                <a:gd name="connsiteX17" fmla="*/ 114987 w 157428"/>
                <a:gd name="connsiteY17" fmla="*/ 117037 h 244889"/>
                <a:gd name="connsiteX18" fmla="*/ 128864 w 157428"/>
                <a:gd name="connsiteY18" fmla="*/ 81703 h 244889"/>
                <a:gd name="connsiteX19" fmla="*/ 114929 w 157428"/>
                <a:gd name="connsiteY19" fmla="*/ 44679 h 244889"/>
                <a:gd name="connsiteX20" fmla="*/ 79420 w 157428"/>
                <a:gd name="connsiteY20" fmla="*/ 30160 h 244889"/>
                <a:gd name="connsiteX21" fmla="*/ 32774 w 157428"/>
                <a:gd name="connsiteY21" fmla="*/ 30160 h 244889"/>
                <a:gd name="connsiteX22" fmla="*/ 32774 w 157428"/>
                <a:gd name="connsiteY22" fmla="*/ 130798 h 244889"/>
                <a:gd name="connsiteX23" fmla="*/ 79420 w 157428"/>
                <a:gd name="connsiteY23" fmla="*/ 130798 h 244889"/>
                <a:gd name="connsiteX24" fmla="*/ 114987 w 157428"/>
                <a:gd name="connsiteY24" fmla="*/ 116746 h 24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7428" h="244889">
                  <a:moveTo>
                    <a:pt x="28168" y="242281"/>
                  </a:moveTo>
                  <a:cubicBezTo>
                    <a:pt x="25128" y="245447"/>
                    <a:pt x="20894" y="247183"/>
                    <a:pt x="16506" y="247062"/>
                  </a:cubicBezTo>
                  <a:cubicBezTo>
                    <a:pt x="7556" y="247224"/>
                    <a:pt x="168" y="240099"/>
                    <a:pt x="6" y="231149"/>
                  </a:cubicBezTo>
                  <a:cubicBezTo>
                    <a:pt x="3" y="230972"/>
                    <a:pt x="3" y="230796"/>
                    <a:pt x="5" y="230619"/>
                  </a:cubicBezTo>
                  <a:lnTo>
                    <a:pt x="5" y="16283"/>
                  </a:lnTo>
                  <a:cubicBezTo>
                    <a:pt x="-110" y="11908"/>
                    <a:pt x="1602" y="7683"/>
                    <a:pt x="4728" y="4621"/>
                  </a:cubicBezTo>
                  <a:cubicBezTo>
                    <a:pt x="7829" y="1567"/>
                    <a:pt x="12039" y="-96"/>
                    <a:pt x="16390" y="15"/>
                  </a:cubicBezTo>
                  <a:lnTo>
                    <a:pt x="79245" y="15"/>
                  </a:lnTo>
                  <a:cubicBezTo>
                    <a:pt x="93888" y="-264"/>
                    <a:pt x="108346" y="3315"/>
                    <a:pt x="121167" y="10394"/>
                  </a:cubicBezTo>
                  <a:cubicBezTo>
                    <a:pt x="133353" y="17185"/>
                    <a:pt x="143362" y="27294"/>
                    <a:pt x="150029" y="39548"/>
                  </a:cubicBezTo>
                  <a:cubicBezTo>
                    <a:pt x="157046" y="52559"/>
                    <a:pt x="160600" y="67156"/>
                    <a:pt x="160350" y="81937"/>
                  </a:cubicBezTo>
                  <a:cubicBezTo>
                    <a:pt x="160636" y="96325"/>
                    <a:pt x="157095" y="110532"/>
                    <a:pt x="150088" y="123102"/>
                  </a:cubicBezTo>
                  <a:cubicBezTo>
                    <a:pt x="143370" y="135040"/>
                    <a:pt x="133402" y="144826"/>
                    <a:pt x="121343" y="151322"/>
                  </a:cubicBezTo>
                  <a:cubicBezTo>
                    <a:pt x="108434" y="158211"/>
                    <a:pt x="93992" y="161722"/>
                    <a:pt x="79361" y="161526"/>
                  </a:cubicBezTo>
                  <a:lnTo>
                    <a:pt x="32716" y="161526"/>
                  </a:lnTo>
                  <a:lnTo>
                    <a:pt x="32716" y="230853"/>
                  </a:lnTo>
                  <a:cubicBezTo>
                    <a:pt x="32779" y="235115"/>
                    <a:pt x="31142" y="239227"/>
                    <a:pt x="28168" y="242281"/>
                  </a:cubicBezTo>
                  <a:close/>
                  <a:moveTo>
                    <a:pt x="114987" y="117037"/>
                  </a:moveTo>
                  <a:cubicBezTo>
                    <a:pt x="124308" y="107691"/>
                    <a:pt x="129334" y="94895"/>
                    <a:pt x="128864" y="81703"/>
                  </a:cubicBezTo>
                  <a:cubicBezTo>
                    <a:pt x="129342" y="67998"/>
                    <a:pt x="124325" y="54668"/>
                    <a:pt x="114929" y="44679"/>
                  </a:cubicBezTo>
                  <a:cubicBezTo>
                    <a:pt x="105679" y="35034"/>
                    <a:pt x="92777" y="29758"/>
                    <a:pt x="79420" y="30160"/>
                  </a:cubicBezTo>
                  <a:lnTo>
                    <a:pt x="32774" y="30160"/>
                  </a:lnTo>
                  <a:lnTo>
                    <a:pt x="32774" y="130798"/>
                  </a:lnTo>
                  <a:lnTo>
                    <a:pt x="79420" y="130798"/>
                  </a:lnTo>
                  <a:cubicBezTo>
                    <a:pt x="92702" y="131195"/>
                    <a:pt x="105563" y="126114"/>
                    <a:pt x="114987" y="116746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8A18DA1-2F94-4C9C-8927-AAE4F2629788}"/>
                </a:ext>
              </a:extLst>
            </p:cNvPr>
            <p:cNvSpPr/>
            <p:nvPr/>
          </p:nvSpPr>
          <p:spPr>
            <a:xfrm>
              <a:off x="6301442" y="2568512"/>
              <a:ext cx="1241940" cy="1545136"/>
            </a:xfrm>
            <a:custGeom>
              <a:avLst/>
              <a:gdLst>
                <a:gd name="connsiteX0" fmla="*/ 1193838 w 1241939"/>
                <a:gd name="connsiteY0" fmla="*/ 1338496 h 1545136"/>
                <a:gd name="connsiteX1" fmla="*/ 210811 w 1241939"/>
                <a:gd name="connsiteY1" fmla="*/ 1193748 h 1545136"/>
                <a:gd name="connsiteX2" fmla="*/ 355560 w 1241939"/>
                <a:gd name="connsiteY2" fmla="*/ 210721 h 1545136"/>
                <a:gd name="connsiteX3" fmla="*/ 774610 w 1241939"/>
                <a:gd name="connsiteY3" fmla="*/ 72009 h 1545136"/>
                <a:gd name="connsiteX4" fmla="*/ 802306 w 1241939"/>
                <a:gd name="connsiteY4" fmla="*/ 72534 h 1545136"/>
                <a:gd name="connsiteX5" fmla="*/ 802306 w 1241939"/>
                <a:gd name="connsiteY5" fmla="*/ 72534 h 1545136"/>
                <a:gd name="connsiteX6" fmla="*/ 839348 w 1241939"/>
                <a:gd name="connsiteY6" fmla="*/ 37538 h 1545136"/>
                <a:gd name="connsiteX7" fmla="*/ 805105 w 1241939"/>
                <a:gd name="connsiteY7" fmla="*/ 525 h 1545136"/>
                <a:gd name="connsiteX8" fmla="*/ 802014 w 1241939"/>
                <a:gd name="connsiteY8" fmla="*/ 525 h 1545136"/>
                <a:gd name="connsiteX9" fmla="*/ 774610 w 1241939"/>
                <a:gd name="connsiteY9" fmla="*/ 0 h 1545136"/>
                <a:gd name="connsiteX10" fmla="*/ 0 w 1241939"/>
                <a:gd name="connsiteY10" fmla="*/ 774958 h 1545136"/>
                <a:gd name="connsiteX11" fmla="*/ 774958 w 1241939"/>
                <a:gd name="connsiteY11" fmla="*/ 1549568 h 1545136"/>
                <a:gd name="connsiteX12" fmla="*/ 1242932 w 1241939"/>
                <a:gd name="connsiteY12" fmla="*/ 1392139 h 154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939" h="1545136">
                  <a:moveTo>
                    <a:pt x="1193838" y="1338496"/>
                  </a:moveTo>
                  <a:cubicBezTo>
                    <a:pt x="882411" y="1569980"/>
                    <a:pt x="442296" y="1505174"/>
                    <a:pt x="210811" y="1193748"/>
                  </a:cubicBezTo>
                  <a:cubicBezTo>
                    <a:pt x="-20673" y="882321"/>
                    <a:pt x="44133" y="442205"/>
                    <a:pt x="355560" y="210721"/>
                  </a:cubicBezTo>
                  <a:cubicBezTo>
                    <a:pt x="476715" y="120667"/>
                    <a:pt x="623652" y="72028"/>
                    <a:pt x="774610" y="72009"/>
                  </a:cubicBezTo>
                  <a:cubicBezTo>
                    <a:pt x="783764" y="72009"/>
                    <a:pt x="793093" y="72009"/>
                    <a:pt x="802306" y="72534"/>
                  </a:cubicBezTo>
                  <a:lnTo>
                    <a:pt x="802306" y="72534"/>
                  </a:lnTo>
                  <a:cubicBezTo>
                    <a:pt x="822199" y="73099"/>
                    <a:pt x="838783" y="57431"/>
                    <a:pt x="839348" y="37538"/>
                  </a:cubicBezTo>
                  <a:cubicBezTo>
                    <a:pt x="839905" y="17938"/>
                    <a:pt x="824688" y="1491"/>
                    <a:pt x="805105" y="525"/>
                  </a:cubicBezTo>
                  <a:lnTo>
                    <a:pt x="802014" y="525"/>
                  </a:lnTo>
                  <a:cubicBezTo>
                    <a:pt x="792860" y="525"/>
                    <a:pt x="783648" y="0"/>
                    <a:pt x="774610" y="0"/>
                  </a:cubicBezTo>
                  <a:cubicBezTo>
                    <a:pt x="346709" y="96"/>
                    <a:pt x="-96" y="347056"/>
                    <a:pt x="0" y="774958"/>
                  </a:cubicBezTo>
                  <a:cubicBezTo>
                    <a:pt x="96" y="1202859"/>
                    <a:pt x="347056" y="1549664"/>
                    <a:pt x="774958" y="1549568"/>
                  </a:cubicBezTo>
                  <a:cubicBezTo>
                    <a:pt x="943943" y="1549530"/>
                    <a:pt x="1108283" y="1494245"/>
                    <a:pt x="1242932" y="1392139"/>
                  </a:cubicBez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A1D41B3-6CC6-4A23-A078-9E0CAFACB9FC}"/>
                </a:ext>
              </a:extLst>
            </p:cNvPr>
            <p:cNvSpPr/>
            <p:nvPr/>
          </p:nvSpPr>
          <p:spPr>
            <a:xfrm>
              <a:off x="6091829" y="2353554"/>
              <a:ext cx="1609274" cy="1976608"/>
            </a:xfrm>
            <a:custGeom>
              <a:avLst/>
              <a:gdLst>
                <a:gd name="connsiteX0" fmla="*/ 1613122 w 1609274"/>
                <a:gd name="connsiteY0" fmla="*/ 1766740 h 1976608"/>
                <a:gd name="connsiteX1" fmla="*/ 1534466 w 1609274"/>
                <a:gd name="connsiteY1" fmla="*/ 1688143 h 1976608"/>
                <a:gd name="connsiteX2" fmla="*/ 1524787 w 1609274"/>
                <a:gd name="connsiteY2" fmla="*/ 1695256 h 1976608"/>
                <a:gd name="connsiteX3" fmla="*/ 1524787 w 1609274"/>
                <a:gd name="connsiteY3" fmla="*/ 1695256 h 1976608"/>
                <a:gd name="connsiteX4" fmla="*/ 1518607 w 1609274"/>
                <a:gd name="connsiteY4" fmla="*/ 1699979 h 1976608"/>
                <a:gd name="connsiteX5" fmla="*/ 1504613 w 1609274"/>
                <a:gd name="connsiteY5" fmla="*/ 1710358 h 1976608"/>
                <a:gd name="connsiteX6" fmla="*/ 989470 w 1609274"/>
                <a:gd name="connsiteY6" fmla="*/ 1873617 h 1976608"/>
                <a:gd name="connsiteX7" fmla="*/ 105361 w 1609274"/>
                <a:gd name="connsiteY7" fmla="*/ 989508 h 1976608"/>
                <a:gd name="connsiteX8" fmla="*/ 989412 w 1609274"/>
                <a:gd name="connsiteY8" fmla="*/ 105398 h 1976608"/>
                <a:gd name="connsiteX9" fmla="*/ 1465547 w 1609274"/>
                <a:gd name="connsiteY9" fmla="*/ 244519 h 1976608"/>
                <a:gd name="connsiteX10" fmla="*/ 1538606 w 1609274"/>
                <a:gd name="connsiteY10" fmla="*/ 230117 h 1976608"/>
                <a:gd name="connsiteX11" fmla="*/ 1524204 w 1609274"/>
                <a:gd name="connsiteY11" fmla="*/ 157058 h 1976608"/>
                <a:gd name="connsiteX12" fmla="*/ 1524204 w 1609274"/>
                <a:gd name="connsiteY12" fmla="*/ 157058 h 1976608"/>
                <a:gd name="connsiteX13" fmla="*/ 156937 w 1609274"/>
                <a:gd name="connsiteY13" fmla="*/ 454857 h 1976608"/>
                <a:gd name="connsiteX14" fmla="*/ 0 w 1609274"/>
                <a:gd name="connsiteY14" fmla="*/ 989508 h 1976608"/>
                <a:gd name="connsiteX15" fmla="*/ 28454 w 1609274"/>
                <a:gd name="connsiteY15" fmla="*/ 1226817 h 1976608"/>
                <a:gd name="connsiteX16" fmla="*/ 75099 w 1609274"/>
                <a:gd name="connsiteY16" fmla="*/ 1368445 h 1976608"/>
                <a:gd name="connsiteX17" fmla="*/ 290019 w 1609274"/>
                <a:gd name="connsiteY17" fmla="*/ 1689134 h 1976608"/>
                <a:gd name="connsiteX18" fmla="*/ 989704 w 1609274"/>
                <a:gd name="connsiteY18" fmla="*/ 1978920 h 1976608"/>
                <a:gd name="connsiteX19" fmla="*/ 1572774 w 1609274"/>
                <a:gd name="connsiteY19" fmla="*/ 1794844 h 1976608"/>
                <a:gd name="connsiteX20" fmla="*/ 1572774 w 1609274"/>
                <a:gd name="connsiteY20" fmla="*/ 1794844 h 1976608"/>
                <a:gd name="connsiteX21" fmla="*/ 1578605 w 1609274"/>
                <a:gd name="connsiteY21" fmla="*/ 1791229 h 1976608"/>
                <a:gd name="connsiteX22" fmla="*/ 1585310 w 1609274"/>
                <a:gd name="connsiteY22" fmla="*/ 1786798 h 1976608"/>
                <a:gd name="connsiteX23" fmla="*/ 1591141 w 1609274"/>
                <a:gd name="connsiteY23" fmla="*/ 1782658 h 1976608"/>
                <a:gd name="connsiteX24" fmla="*/ 1600820 w 1609274"/>
                <a:gd name="connsiteY24" fmla="*/ 1776186 h 1976608"/>
                <a:gd name="connsiteX25" fmla="*/ 1600820 w 1609274"/>
                <a:gd name="connsiteY25" fmla="*/ 1776186 h 1976608"/>
                <a:gd name="connsiteX26" fmla="*/ 1613122 w 1609274"/>
                <a:gd name="connsiteY26" fmla="*/ 1766740 h 197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09274" h="1976608">
                  <a:moveTo>
                    <a:pt x="1613122" y="1766740"/>
                  </a:moveTo>
                  <a:lnTo>
                    <a:pt x="1534466" y="1688143"/>
                  </a:lnTo>
                  <a:lnTo>
                    <a:pt x="1524787" y="1695256"/>
                  </a:lnTo>
                  <a:lnTo>
                    <a:pt x="1524787" y="1695256"/>
                  </a:lnTo>
                  <a:cubicBezTo>
                    <a:pt x="1522746" y="1696889"/>
                    <a:pt x="1520648" y="1698405"/>
                    <a:pt x="1518607" y="1699979"/>
                  </a:cubicBezTo>
                  <a:lnTo>
                    <a:pt x="1504613" y="1710358"/>
                  </a:lnTo>
                  <a:cubicBezTo>
                    <a:pt x="1368699" y="1808313"/>
                    <a:pt x="1162351" y="1873617"/>
                    <a:pt x="989470" y="1873617"/>
                  </a:cubicBezTo>
                  <a:cubicBezTo>
                    <a:pt x="501849" y="1873559"/>
                    <a:pt x="105361" y="1476954"/>
                    <a:pt x="105361" y="989508"/>
                  </a:cubicBezTo>
                  <a:cubicBezTo>
                    <a:pt x="105361" y="502061"/>
                    <a:pt x="501849" y="105398"/>
                    <a:pt x="989412" y="105398"/>
                  </a:cubicBezTo>
                  <a:cubicBezTo>
                    <a:pt x="1158205" y="104985"/>
                    <a:pt x="1323531" y="153291"/>
                    <a:pt x="1465547" y="244519"/>
                  </a:cubicBezTo>
                  <a:cubicBezTo>
                    <a:pt x="1489699" y="260716"/>
                    <a:pt x="1522408" y="254268"/>
                    <a:pt x="1538606" y="230117"/>
                  </a:cubicBezTo>
                  <a:cubicBezTo>
                    <a:pt x="1554804" y="205965"/>
                    <a:pt x="1548356" y="173256"/>
                    <a:pt x="1524204" y="157058"/>
                  </a:cubicBezTo>
                  <a:lnTo>
                    <a:pt x="1524204" y="157058"/>
                  </a:lnTo>
                  <a:cubicBezTo>
                    <a:pt x="1064409" y="-138267"/>
                    <a:pt x="452263" y="-4938"/>
                    <a:pt x="156937" y="454857"/>
                  </a:cubicBezTo>
                  <a:cubicBezTo>
                    <a:pt x="54489" y="614361"/>
                    <a:pt x="16" y="799937"/>
                    <a:pt x="0" y="989508"/>
                  </a:cubicBezTo>
                  <a:cubicBezTo>
                    <a:pt x="13" y="1069461"/>
                    <a:pt x="9565" y="1149128"/>
                    <a:pt x="28454" y="1226817"/>
                  </a:cubicBezTo>
                  <a:cubicBezTo>
                    <a:pt x="40422" y="1275132"/>
                    <a:pt x="56015" y="1322475"/>
                    <a:pt x="75099" y="1368445"/>
                  </a:cubicBezTo>
                  <a:cubicBezTo>
                    <a:pt x="125369" y="1488211"/>
                    <a:pt x="198352" y="1597111"/>
                    <a:pt x="290019" y="1689134"/>
                  </a:cubicBezTo>
                  <a:cubicBezTo>
                    <a:pt x="475195" y="1875283"/>
                    <a:pt x="727137" y="1979629"/>
                    <a:pt x="989704" y="1978920"/>
                  </a:cubicBezTo>
                  <a:cubicBezTo>
                    <a:pt x="1183400" y="1978920"/>
                    <a:pt x="1383976" y="1917406"/>
                    <a:pt x="1572774" y="1794844"/>
                  </a:cubicBezTo>
                  <a:lnTo>
                    <a:pt x="1572774" y="1794844"/>
                  </a:lnTo>
                  <a:cubicBezTo>
                    <a:pt x="1574698" y="1793678"/>
                    <a:pt x="1576506" y="1792454"/>
                    <a:pt x="1578605" y="1791229"/>
                  </a:cubicBezTo>
                  <a:lnTo>
                    <a:pt x="1585310" y="1786798"/>
                  </a:lnTo>
                  <a:lnTo>
                    <a:pt x="1591141" y="1782658"/>
                  </a:lnTo>
                  <a:cubicBezTo>
                    <a:pt x="1594406" y="1780501"/>
                    <a:pt x="1597613" y="1778402"/>
                    <a:pt x="1600820" y="1776186"/>
                  </a:cubicBezTo>
                  <a:lnTo>
                    <a:pt x="1600820" y="1776186"/>
                  </a:lnTo>
                  <a:cubicBezTo>
                    <a:pt x="1604726" y="1772979"/>
                    <a:pt x="1608866" y="1769889"/>
                    <a:pt x="1613122" y="1766740"/>
                  </a:cubicBez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A96DE30-4981-4371-8D0A-900CA7013758}"/>
                </a:ext>
              </a:extLst>
            </p:cNvPr>
            <p:cNvSpPr/>
            <p:nvPr/>
          </p:nvSpPr>
          <p:spPr>
            <a:xfrm>
              <a:off x="6501869" y="3151407"/>
              <a:ext cx="1947455" cy="1568459"/>
            </a:xfrm>
            <a:custGeom>
              <a:avLst/>
              <a:gdLst>
                <a:gd name="connsiteX0" fmla="*/ 1111308 w 1947454"/>
                <a:gd name="connsiteY0" fmla="*/ 1298731 h 1568459"/>
                <a:gd name="connsiteX1" fmla="*/ 1005131 w 1947454"/>
                <a:gd name="connsiteY1" fmla="*/ 1345901 h 1568459"/>
                <a:gd name="connsiteX2" fmla="*/ 608643 w 1947454"/>
                <a:gd name="connsiteY2" fmla="*/ 1498491 h 1568459"/>
                <a:gd name="connsiteX3" fmla="*/ 95541 w 1947454"/>
                <a:gd name="connsiteY3" fmla="*/ 1251386 h 1568459"/>
                <a:gd name="connsiteX4" fmla="*/ 297691 w 1947454"/>
                <a:gd name="connsiteY4" fmla="*/ 671872 h 1568459"/>
                <a:gd name="connsiteX5" fmla="*/ 905484 w 1947454"/>
                <a:gd name="connsiteY5" fmla="*/ 655546 h 1568459"/>
                <a:gd name="connsiteX6" fmla="*/ 864669 w 1947454"/>
                <a:gd name="connsiteY6" fmla="*/ 611407 h 1568459"/>
                <a:gd name="connsiteX7" fmla="*/ 168581 w 1947454"/>
                <a:gd name="connsiteY7" fmla="*/ 467165 h 1568459"/>
                <a:gd name="connsiteX8" fmla="*/ 116065 w 1947454"/>
                <a:gd name="connsiteY8" fmla="*/ 20233 h 1568459"/>
                <a:gd name="connsiteX9" fmla="*/ 60324 w 1947454"/>
                <a:gd name="connsiteY9" fmla="*/ 0 h 1568459"/>
                <a:gd name="connsiteX10" fmla="*/ 243932 w 1947454"/>
                <a:gd name="connsiteY10" fmla="*/ 635022 h 1568459"/>
                <a:gd name="connsiteX11" fmla="*/ 36651 w 1947454"/>
                <a:gd name="connsiteY11" fmla="*/ 1277507 h 1568459"/>
                <a:gd name="connsiteX12" fmla="*/ 464974 w 1947454"/>
                <a:gd name="connsiteY12" fmla="*/ 1567993 h 1568459"/>
                <a:gd name="connsiteX13" fmla="*/ 619196 w 1947454"/>
                <a:gd name="connsiteY13" fmla="*/ 1561637 h 1568459"/>
                <a:gd name="connsiteX14" fmla="*/ 1031952 w 1947454"/>
                <a:gd name="connsiteY14" fmla="*/ 1404208 h 1568459"/>
                <a:gd name="connsiteX15" fmla="*/ 1133698 w 1947454"/>
                <a:gd name="connsiteY15" fmla="*/ 1358904 h 1568459"/>
                <a:gd name="connsiteX16" fmla="*/ 1929122 w 1947454"/>
                <a:gd name="connsiteY16" fmla="*/ 1321879 h 1568459"/>
                <a:gd name="connsiteX17" fmla="*/ 1949180 w 1947454"/>
                <a:gd name="connsiteY17" fmla="*/ 1260831 h 1568459"/>
                <a:gd name="connsiteX18" fmla="*/ 1111308 w 1947454"/>
                <a:gd name="connsiteY18" fmla="*/ 1298731 h 1568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47454" h="1568459">
                  <a:moveTo>
                    <a:pt x="1111308" y="1298731"/>
                  </a:moveTo>
                  <a:cubicBezTo>
                    <a:pt x="1089034" y="1307069"/>
                    <a:pt x="1052009" y="1324211"/>
                    <a:pt x="1005131" y="1345901"/>
                  </a:cubicBezTo>
                  <a:cubicBezTo>
                    <a:pt x="889216" y="1399486"/>
                    <a:pt x="714062" y="1480474"/>
                    <a:pt x="608643" y="1498491"/>
                  </a:cubicBezTo>
                  <a:cubicBezTo>
                    <a:pt x="469639" y="1522222"/>
                    <a:pt x="205100" y="1496858"/>
                    <a:pt x="95541" y="1251386"/>
                  </a:cubicBezTo>
                  <a:cubicBezTo>
                    <a:pt x="19392" y="1081129"/>
                    <a:pt x="83880" y="896937"/>
                    <a:pt x="297691" y="671872"/>
                  </a:cubicBezTo>
                  <a:cubicBezTo>
                    <a:pt x="485888" y="786363"/>
                    <a:pt x="723705" y="779975"/>
                    <a:pt x="905484" y="655546"/>
                  </a:cubicBezTo>
                  <a:lnTo>
                    <a:pt x="864669" y="611407"/>
                  </a:lnTo>
                  <a:cubicBezTo>
                    <a:pt x="632618" y="763795"/>
                    <a:pt x="320969" y="699216"/>
                    <a:pt x="168581" y="467165"/>
                  </a:cubicBezTo>
                  <a:cubicBezTo>
                    <a:pt x="81644" y="334780"/>
                    <a:pt x="62183" y="169164"/>
                    <a:pt x="116065" y="20233"/>
                  </a:cubicBezTo>
                  <a:lnTo>
                    <a:pt x="60324" y="0"/>
                  </a:lnTo>
                  <a:cubicBezTo>
                    <a:pt x="-22565" y="229097"/>
                    <a:pt x="51574" y="485510"/>
                    <a:pt x="243932" y="635022"/>
                  </a:cubicBezTo>
                  <a:cubicBezTo>
                    <a:pt x="97640" y="790527"/>
                    <a:pt x="-77281" y="1023055"/>
                    <a:pt x="36651" y="1277507"/>
                  </a:cubicBezTo>
                  <a:cubicBezTo>
                    <a:pt x="120963" y="1465897"/>
                    <a:pt x="294018" y="1553416"/>
                    <a:pt x="464974" y="1567993"/>
                  </a:cubicBezTo>
                  <a:cubicBezTo>
                    <a:pt x="516443" y="1572407"/>
                    <a:pt x="568265" y="1570272"/>
                    <a:pt x="619196" y="1561637"/>
                  </a:cubicBezTo>
                  <a:cubicBezTo>
                    <a:pt x="733187" y="1542221"/>
                    <a:pt x="912947" y="1459075"/>
                    <a:pt x="1031952" y="1404208"/>
                  </a:cubicBezTo>
                  <a:cubicBezTo>
                    <a:pt x="1075799" y="1383917"/>
                    <a:pt x="1113582" y="1366367"/>
                    <a:pt x="1133698" y="1358904"/>
                  </a:cubicBezTo>
                  <a:cubicBezTo>
                    <a:pt x="1348093" y="1278498"/>
                    <a:pt x="1586102" y="1209404"/>
                    <a:pt x="1929122" y="1321879"/>
                  </a:cubicBezTo>
                  <a:lnTo>
                    <a:pt x="1949180" y="1260831"/>
                  </a:lnTo>
                  <a:cubicBezTo>
                    <a:pt x="1556015" y="1131973"/>
                    <a:pt x="1277599" y="1236342"/>
                    <a:pt x="1111308" y="1298731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54216ED-833D-4F0D-A510-408B5165DB42}"/>
                </a:ext>
              </a:extLst>
            </p:cNvPr>
            <p:cNvSpPr/>
            <p:nvPr/>
          </p:nvSpPr>
          <p:spPr>
            <a:xfrm>
              <a:off x="8371109" y="4266704"/>
              <a:ext cx="378996" cy="378996"/>
            </a:xfrm>
            <a:custGeom>
              <a:avLst/>
              <a:gdLst>
                <a:gd name="connsiteX0" fmla="*/ 380745 w 378995"/>
                <a:gd name="connsiteY0" fmla="*/ 190372 h 378995"/>
                <a:gd name="connsiteX1" fmla="*/ 190372 w 378995"/>
                <a:gd name="connsiteY1" fmla="*/ 380745 h 378995"/>
                <a:gd name="connsiteX2" fmla="*/ 0 w 378995"/>
                <a:gd name="connsiteY2" fmla="*/ 190372 h 378995"/>
                <a:gd name="connsiteX3" fmla="*/ 190372 w 378995"/>
                <a:gd name="connsiteY3" fmla="*/ 0 h 378995"/>
                <a:gd name="connsiteX4" fmla="*/ 380745 w 378995"/>
                <a:gd name="connsiteY4" fmla="*/ 190372 h 378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995" h="378995">
                  <a:moveTo>
                    <a:pt x="380745" y="190372"/>
                  </a:moveTo>
                  <a:cubicBezTo>
                    <a:pt x="380745" y="295512"/>
                    <a:pt x="295512" y="380745"/>
                    <a:pt x="190372" y="380745"/>
                  </a:cubicBezTo>
                  <a:cubicBezTo>
                    <a:pt x="85233" y="380745"/>
                    <a:pt x="0" y="295512"/>
                    <a:pt x="0" y="190372"/>
                  </a:cubicBezTo>
                  <a:cubicBezTo>
                    <a:pt x="0" y="85233"/>
                    <a:pt x="85233" y="0"/>
                    <a:pt x="190372" y="0"/>
                  </a:cubicBezTo>
                  <a:cubicBezTo>
                    <a:pt x="295512" y="0"/>
                    <a:pt x="380745" y="85233"/>
                    <a:pt x="380745" y="190372"/>
                  </a:cubicBez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CA5C486-1D70-4EBF-886F-188DE6388D50}"/>
                </a:ext>
              </a:extLst>
            </p:cNvPr>
            <p:cNvSpPr/>
            <p:nvPr/>
          </p:nvSpPr>
          <p:spPr>
            <a:xfrm>
              <a:off x="8425976" y="4321571"/>
              <a:ext cx="268212" cy="268212"/>
            </a:xfrm>
            <a:custGeom>
              <a:avLst/>
              <a:gdLst>
                <a:gd name="connsiteX0" fmla="*/ 271011 w 268212"/>
                <a:gd name="connsiteY0" fmla="*/ 135506 h 268212"/>
                <a:gd name="connsiteX1" fmla="*/ 135505 w 268212"/>
                <a:gd name="connsiteY1" fmla="*/ 271011 h 268212"/>
                <a:gd name="connsiteX2" fmla="*/ 0 w 268212"/>
                <a:gd name="connsiteY2" fmla="*/ 135506 h 268212"/>
                <a:gd name="connsiteX3" fmla="*/ 135505 w 268212"/>
                <a:gd name="connsiteY3" fmla="*/ 0 h 268212"/>
                <a:gd name="connsiteX4" fmla="*/ 271011 w 268212"/>
                <a:gd name="connsiteY4" fmla="*/ 135506 h 268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212" h="268212">
                  <a:moveTo>
                    <a:pt x="271011" y="135506"/>
                  </a:moveTo>
                  <a:cubicBezTo>
                    <a:pt x="271011" y="210343"/>
                    <a:pt x="210343" y="271011"/>
                    <a:pt x="135505" y="271011"/>
                  </a:cubicBezTo>
                  <a:cubicBezTo>
                    <a:pt x="60668" y="271011"/>
                    <a:pt x="0" y="210343"/>
                    <a:pt x="0" y="135506"/>
                  </a:cubicBezTo>
                  <a:cubicBezTo>
                    <a:pt x="0" y="60668"/>
                    <a:pt x="60668" y="0"/>
                    <a:pt x="135505" y="0"/>
                  </a:cubicBezTo>
                  <a:cubicBezTo>
                    <a:pt x="210343" y="0"/>
                    <a:pt x="271011" y="60668"/>
                    <a:pt x="271011" y="135506"/>
                  </a:cubicBezTo>
                  <a:close/>
                </a:path>
              </a:pathLst>
            </a:custGeom>
            <a:solidFill>
              <a:srgbClr val="FFFFFF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FE97BE1-89DC-4740-B889-199FF0E9ECD2}"/>
                </a:ext>
              </a:extLst>
            </p:cNvPr>
            <p:cNvSpPr/>
            <p:nvPr/>
          </p:nvSpPr>
          <p:spPr>
            <a:xfrm>
              <a:off x="8470115" y="4365709"/>
              <a:ext cx="180752" cy="180752"/>
            </a:xfrm>
            <a:custGeom>
              <a:avLst/>
              <a:gdLst>
                <a:gd name="connsiteX0" fmla="*/ 182734 w 180751"/>
                <a:gd name="connsiteY0" fmla="*/ 91367 h 180751"/>
                <a:gd name="connsiteX1" fmla="*/ 91367 w 180751"/>
                <a:gd name="connsiteY1" fmla="*/ 182734 h 180751"/>
                <a:gd name="connsiteX2" fmla="*/ 0 w 180751"/>
                <a:gd name="connsiteY2" fmla="*/ 91367 h 180751"/>
                <a:gd name="connsiteX3" fmla="*/ 91367 w 180751"/>
                <a:gd name="connsiteY3" fmla="*/ 0 h 180751"/>
                <a:gd name="connsiteX4" fmla="*/ 182734 w 180751"/>
                <a:gd name="connsiteY4" fmla="*/ 91367 h 18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751" h="180751">
                  <a:moveTo>
                    <a:pt x="182734" y="91367"/>
                  </a:moveTo>
                  <a:cubicBezTo>
                    <a:pt x="182734" y="141828"/>
                    <a:pt x="141828" y="182734"/>
                    <a:pt x="91367" y="182734"/>
                  </a:cubicBezTo>
                  <a:cubicBezTo>
                    <a:pt x="40906" y="182734"/>
                    <a:pt x="0" y="141828"/>
                    <a:pt x="0" y="91367"/>
                  </a:cubicBezTo>
                  <a:cubicBezTo>
                    <a:pt x="0" y="40906"/>
                    <a:pt x="40906" y="0"/>
                    <a:pt x="91367" y="0"/>
                  </a:cubicBezTo>
                  <a:cubicBezTo>
                    <a:pt x="141828" y="0"/>
                    <a:pt x="182734" y="40906"/>
                    <a:pt x="182734" y="91367"/>
                  </a:cubicBezTo>
                  <a:close/>
                </a:path>
              </a:pathLst>
            </a:custGeom>
            <a:solidFill>
              <a:srgbClr val="19A2DC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1349A77-E39E-4927-9C5A-2C0875005EF6}"/>
                </a:ext>
              </a:extLst>
            </p:cNvPr>
            <p:cNvSpPr/>
            <p:nvPr/>
          </p:nvSpPr>
          <p:spPr>
            <a:xfrm>
              <a:off x="7292488" y="3746955"/>
              <a:ext cx="116614" cy="116614"/>
            </a:xfrm>
            <a:custGeom>
              <a:avLst/>
              <a:gdLst>
                <a:gd name="connsiteX0" fmla="*/ 118713 w 116614"/>
                <a:gd name="connsiteY0" fmla="*/ 59357 h 116614"/>
                <a:gd name="connsiteX1" fmla="*/ 59357 w 116614"/>
                <a:gd name="connsiteY1" fmla="*/ 118713 h 116614"/>
                <a:gd name="connsiteX2" fmla="*/ 0 w 116614"/>
                <a:gd name="connsiteY2" fmla="*/ 59357 h 116614"/>
                <a:gd name="connsiteX3" fmla="*/ 59357 w 116614"/>
                <a:gd name="connsiteY3" fmla="*/ 0 h 116614"/>
                <a:gd name="connsiteX4" fmla="*/ 118713 w 116614"/>
                <a:gd name="connsiteY4" fmla="*/ 59357 h 11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14" h="116614">
                  <a:moveTo>
                    <a:pt x="118713" y="59357"/>
                  </a:moveTo>
                  <a:cubicBezTo>
                    <a:pt x="118713" y="92138"/>
                    <a:pt x="92138" y="118713"/>
                    <a:pt x="59357" y="118713"/>
                  </a:cubicBezTo>
                  <a:cubicBezTo>
                    <a:pt x="26575" y="118713"/>
                    <a:pt x="0" y="92138"/>
                    <a:pt x="0" y="59357"/>
                  </a:cubicBezTo>
                  <a:cubicBezTo>
                    <a:pt x="0" y="26575"/>
                    <a:pt x="26575" y="0"/>
                    <a:pt x="59357" y="0"/>
                  </a:cubicBezTo>
                  <a:cubicBezTo>
                    <a:pt x="92138" y="0"/>
                    <a:pt x="118713" y="26575"/>
                    <a:pt x="118713" y="59357"/>
                  </a:cubicBezTo>
                  <a:close/>
                </a:path>
              </a:pathLst>
            </a:custGeom>
            <a:solidFill>
              <a:srgbClr val="898989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0624760-3BD4-47F5-84A1-26381141C485}"/>
                </a:ext>
              </a:extLst>
            </p:cNvPr>
            <p:cNvSpPr/>
            <p:nvPr/>
          </p:nvSpPr>
          <p:spPr>
            <a:xfrm>
              <a:off x="6533738" y="3101613"/>
              <a:ext cx="116614" cy="116614"/>
            </a:xfrm>
            <a:custGeom>
              <a:avLst/>
              <a:gdLst>
                <a:gd name="connsiteX0" fmla="*/ 118713 w 116614"/>
                <a:gd name="connsiteY0" fmla="*/ 59357 h 116614"/>
                <a:gd name="connsiteX1" fmla="*/ 59357 w 116614"/>
                <a:gd name="connsiteY1" fmla="*/ 118713 h 116614"/>
                <a:gd name="connsiteX2" fmla="*/ 0 w 116614"/>
                <a:gd name="connsiteY2" fmla="*/ 59357 h 116614"/>
                <a:gd name="connsiteX3" fmla="*/ 59357 w 116614"/>
                <a:gd name="connsiteY3" fmla="*/ 0 h 116614"/>
                <a:gd name="connsiteX4" fmla="*/ 118713 w 116614"/>
                <a:gd name="connsiteY4" fmla="*/ 59357 h 11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14" h="116614">
                  <a:moveTo>
                    <a:pt x="118713" y="59357"/>
                  </a:moveTo>
                  <a:cubicBezTo>
                    <a:pt x="118713" y="92138"/>
                    <a:pt x="92138" y="118713"/>
                    <a:pt x="59357" y="118713"/>
                  </a:cubicBezTo>
                  <a:cubicBezTo>
                    <a:pt x="26575" y="118713"/>
                    <a:pt x="0" y="92138"/>
                    <a:pt x="0" y="59357"/>
                  </a:cubicBezTo>
                  <a:cubicBezTo>
                    <a:pt x="0" y="26575"/>
                    <a:pt x="26575" y="0"/>
                    <a:pt x="59357" y="0"/>
                  </a:cubicBezTo>
                  <a:cubicBezTo>
                    <a:pt x="92138" y="0"/>
                    <a:pt x="118713" y="26575"/>
                    <a:pt x="118713" y="59357"/>
                  </a:cubicBezTo>
                  <a:close/>
                </a:path>
              </a:pathLst>
            </a:custGeom>
            <a:solidFill>
              <a:srgbClr val="898989"/>
            </a:solidFill>
            <a:ln w="58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0909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6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34700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6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A447FE6F-DB88-4877-93EA-8C84DC42096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278317" y="6417021"/>
            <a:ext cx="5653077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67340014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3B2E-9ED1-4B4E-83D8-E0772DEE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CF207-742F-44F4-8D9F-9BAB1317D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F0B4E-CE60-AB48-9D7E-4434414A7C38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2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42489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574076" y="4743917"/>
            <a:ext cx="5453096" cy="433445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2876E-3071-44AF-845F-1C5CBDB877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F1A5B-7023-4D98-AB4A-252FF184B753}"/>
              </a:ext>
            </a:extLst>
          </p:cNvPr>
          <p:cNvSpPr txBox="1"/>
          <p:nvPr/>
        </p:nvSpPr>
        <p:spPr>
          <a:xfrm>
            <a:off x="2630247" y="654610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Confidential and Proprietary. For discussion only; content does not represent any final decisions</a:t>
            </a:r>
            <a:endParaRPr lang="en-US" sz="100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5651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7532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5065776" cy="76944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006968"/>
            <a:ext cx="506577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CDDEBD74-C7A0-4ABF-9731-41A4C9F2075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3551177" y="6417021"/>
            <a:ext cx="521291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8650431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40155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89712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1096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6" y="172212"/>
            <a:ext cx="3843338" cy="27699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1800" b="0" i="1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CB70C099-E1CF-467B-80FE-DF6BA9D27188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41702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51332441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1"/>
          <p:cNvSpPr>
            <a:spLocks noGrp="1"/>
          </p:cNvSpPr>
          <p:nvPr>
            <p:ph sz="quarter" idx="15"/>
          </p:nvPr>
        </p:nvSpPr>
        <p:spPr>
          <a:xfrm>
            <a:off x="601601" y="1713178"/>
            <a:ext cx="10985780" cy="4169411"/>
          </a:xfrm>
        </p:spPr>
        <p:txBody>
          <a:bodyPr/>
          <a:lstStyle>
            <a:lvl1pPr marL="0" marR="0" indent="0" algn="ctr" defTabSz="914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lvl1pPr>
          </a:lstStyle>
          <a:p>
            <a:pPr marL="0" marR="0" lvl="0" indent="0" algn="ctr" defTabSz="914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2">
                    <a:lumMod val="65000"/>
                    <a:lumOff val="35000"/>
                  </a:schemeClr>
                </a:solidFill>
                <a:effectLst/>
                <a:latin typeface="Arial" pitchFamily="-110" charset="0"/>
                <a:ea typeface="ヒラギノ角ゴ ProN W3" pitchFamily="-110" charset="-128"/>
                <a:sym typeface="Arial" pitchFamily="-110" charset="0"/>
              </a:rPr>
              <a:t>Edit Master text styles</a:t>
            </a:r>
          </a:p>
          <a:p>
            <a:pPr marL="0" marR="0" lvl="1" indent="0" algn="ctr" defTabSz="914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2">
                    <a:lumMod val="65000"/>
                    <a:lumOff val="35000"/>
                  </a:schemeClr>
                </a:solidFill>
                <a:effectLst/>
                <a:latin typeface="Arial" pitchFamily="-110" charset="0"/>
                <a:ea typeface="ヒラギノ角ゴ ProN W3" pitchFamily="-110" charset="-128"/>
                <a:sym typeface="Arial" pitchFamily="-110" charset="0"/>
              </a:rPr>
              <a:t>Second level</a:t>
            </a:r>
          </a:p>
          <a:p>
            <a:pPr marL="0" marR="0" lvl="2" indent="0" algn="ctr" defTabSz="914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2">
                    <a:lumMod val="65000"/>
                    <a:lumOff val="35000"/>
                  </a:schemeClr>
                </a:solidFill>
                <a:effectLst/>
                <a:latin typeface="Arial" pitchFamily="-110" charset="0"/>
                <a:ea typeface="ヒラギノ角ゴ ProN W3" pitchFamily="-110" charset="-128"/>
                <a:sym typeface="Arial" pitchFamily="-110" charset="0"/>
              </a:rPr>
              <a:t>Third level</a:t>
            </a:r>
          </a:p>
          <a:p>
            <a:pPr marL="0" marR="0" lvl="3" indent="0" algn="ctr" defTabSz="914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2">
                    <a:lumMod val="65000"/>
                    <a:lumOff val="35000"/>
                  </a:schemeClr>
                </a:solidFill>
                <a:effectLst/>
                <a:latin typeface="Arial" pitchFamily="-110" charset="0"/>
                <a:ea typeface="ヒラギノ角ゴ ProN W3" pitchFamily="-110" charset="-128"/>
                <a:sym typeface="Arial" pitchFamily="-110" charset="0"/>
              </a:rPr>
              <a:t>Fourth level</a:t>
            </a:r>
          </a:p>
          <a:p>
            <a:pPr marL="0" marR="0" lvl="4" indent="0" algn="ctr" defTabSz="914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2">
                    <a:lumMod val="65000"/>
                    <a:lumOff val="35000"/>
                  </a:schemeClr>
                </a:solidFill>
                <a:effectLst/>
                <a:latin typeface="Arial" pitchFamily="-110" charset="0"/>
                <a:ea typeface="ヒラギノ角ゴ ProN W3" pitchFamily="-110" charset="-128"/>
                <a:sym typeface="Arial" pitchFamily="-110" charset="0"/>
              </a:rPr>
              <a:t>Fifth level</a:t>
            </a:r>
            <a:endParaRPr lang="en-US"/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601134" y="6087809"/>
            <a:ext cx="10985500" cy="159263"/>
          </a:xfrm>
        </p:spPr>
        <p:txBody>
          <a:bodyPr anchor="ctr"/>
          <a:lstStyle>
            <a:lvl1pPr marL="0" indent="0">
              <a:buNone/>
              <a:defRPr sz="1000" baseline="0"/>
            </a:lvl1pPr>
            <a:lvl2pPr marL="217161" indent="0">
              <a:buNone/>
              <a:defRPr sz="1000"/>
            </a:lvl2pPr>
            <a:lvl3pPr marL="530330" indent="0">
              <a:buNone/>
              <a:defRPr sz="1000"/>
            </a:lvl3pPr>
            <a:lvl4pPr marL="896076" indent="0">
              <a:buNone/>
              <a:defRPr sz="1000"/>
            </a:lvl4pPr>
            <a:lvl5pPr marL="1296777" indent="0">
              <a:buNone/>
              <a:defRPr sz="1000"/>
            </a:lvl5pPr>
          </a:lstStyle>
          <a:p>
            <a:r>
              <a:rPr lang="en-US" sz="1000">
                <a:solidFill>
                  <a:srgbClr val="595959"/>
                </a:solidFill>
              </a:rPr>
              <a:t>Click to add footnote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1C5415-0BA9-FD48-805D-8B8D1805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7" y="378458"/>
            <a:ext cx="10145760" cy="577081"/>
          </a:xfrm>
        </p:spPr>
        <p:txBody>
          <a:bodyPr/>
          <a:lstStyle>
            <a:lvl1pPr>
              <a:defRPr kern="1500" spc="-83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235285"/>
      </p:ext>
    </p:extLst>
  </p:cSld>
  <p:clrMapOvr>
    <a:masterClrMapping/>
  </p:clrMapOvr>
  <p:transition>
    <p:fade/>
  </p:transition>
  <p:hf hdr="0" ft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 anchor="ctr"/>
          <a:lstStyle>
            <a:lvl1pPr>
              <a:defRPr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Line 1</a:t>
            </a:r>
            <a:br>
              <a:rPr lang="en-US"/>
            </a:br>
            <a:r>
              <a:rPr lang="en-US"/>
              <a:t>Title Line Continued</a:t>
            </a: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11672714" y="6626677"/>
            <a:ext cx="475287" cy="15484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561F6A-E2B6-43F1-8866-24E01C368EF0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556376"/>
            <a:ext cx="10972800" cy="301625"/>
          </a:xfrm>
        </p:spPr>
        <p:txBody>
          <a:bodyPr anchor="ctr"/>
          <a:lstStyle>
            <a:lvl1pPr marL="3175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31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Sources/Notes section in 9 point </a:t>
            </a:r>
            <a:r>
              <a:rPr lang="en-US" b="1"/>
              <a:t>White, Darker 50%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609600" y="1276709"/>
            <a:ext cx="10972800" cy="50986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Isosceles Triangle 7"/>
          <p:cNvSpPr/>
          <p:nvPr userDrawn="1"/>
        </p:nvSpPr>
        <p:spPr>
          <a:xfrm rot="5400000">
            <a:off x="-526920" y="526918"/>
            <a:ext cx="1203355" cy="149527"/>
          </a:xfrm>
          <a:prstGeom prst="triangle">
            <a:avLst>
              <a:gd name="adj" fmla="val 84814"/>
            </a:avLst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21000">
                <a:srgbClr val="4F74A0"/>
              </a:gs>
              <a:gs pos="100000">
                <a:srgbClr val="A0C1D6"/>
              </a:gs>
            </a:gsLst>
            <a:lin ang="120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6B9E241-CFFF-466B-8BCC-C37A427FEE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496" y="6405894"/>
            <a:ext cx="1524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60848"/>
      </p:ext>
    </p:extLst>
  </p:cSld>
  <p:clrMapOvr>
    <a:masterClrMapping/>
  </p:clrMapOvr>
  <p:hf hd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 anchor="ctr"/>
          <a:lstStyle>
            <a:lvl1pPr>
              <a:defRPr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Line 1</a:t>
            </a:r>
            <a:br>
              <a:rPr lang="en-US"/>
            </a:br>
            <a:r>
              <a:rPr lang="en-US"/>
              <a:t>Title Line Continued</a:t>
            </a: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11672714" y="6626677"/>
            <a:ext cx="475287" cy="15484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561F6A-E2B6-43F1-8866-24E01C368EF0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>
              <a:solidFill>
                <a:schemeClr val="accent1"/>
              </a:solidFill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556376"/>
            <a:ext cx="10972800" cy="301625"/>
          </a:xfrm>
        </p:spPr>
        <p:txBody>
          <a:bodyPr anchor="ctr"/>
          <a:lstStyle>
            <a:lvl1pPr marL="3175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31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Sources/Notes section in 9 point </a:t>
            </a:r>
            <a:r>
              <a:rPr lang="en-US" b="1"/>
              <a:t>White, Darker 50%</a:t>
            </a:r>
          </a:p>
        </p:txBody>
      </p:sp>
      <p:sp>
        <p:nvSpPr>
          <p:cNvPr id="11" name="Isosceles Triangle 7"/>
          <p:cNvSpPr/>
          <p:nvPr userDrawn="1"/>
        </p:nvSpPr>
        <p:spPr>
          <a:xfrm rot="5400000">
            <a:off x="-526920" y="526918"/>
            <a:ext cx="1203355" cy="149527"/>
          </a:xfrm>
          <a:prstGeom prst="triangle">
            <a:avLst>
              <a:gd name="adj" fmla="val 84814"/>
            </a:avLst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21000">
                <a:srgbClr val="4F74A0"/>
              </a:gs>
              <a:gs pos="100000">
                <a:srgbClr val="A0C1D6"/>
              </a:gs>
            </a:gsLst>
            <a:lin ang="1200000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6B9E241-CFFF-466B-8BCC-C37A427FEE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496" y="6405894"/>
            <a:ext cx="1524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98025"/>
      </p:ext>
    </p:extLst>
  </p:cSld>
  <p:clrMapOvr>
    <a:masterClrMapping/>
  </p:clrMapOvr>
  <p:hf hd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115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571094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1096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CB70C099-E1CF-467B-80FE-DF6BA9D27188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417021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87513641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31281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4C187A25-00F9-4571-BC6E-742607EEF81C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4629149" y="6417021"/>
            <a:ext cx="413494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bg1"/>
                </a:solidFill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5058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8.xml"/><Relationship Id="rId50" Type="http://schemas.openxmlformats.org/officeDocument/2006/relationships/slideLayout" Target="../slideLayouts/slideLayout101.xml"/><Relationship Id="rId55" Type="http://schemas.openxmlformats.org/officeDocument/2006/relationships/slideLayout" Target="../slideLayouts/slideLayout106.xml"/><Relationship Id="rId6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8.xml"/><Relationship Id="rId40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6.xml"/><Relationship Id="rId53" Type="http://schemas.openxmlformats.org/officeDocument/2006/relationships/slideLayout" Target="../slideLayouts/slideLayout104.xml"/><Relationship Id="rId58" Type="http://schemas.openxmlformats.org/officeDocument/2006/relationships/slideLayout" Target="../slideLayouts/slideLayout109.xml"/><Relationship Id="rId66" Type="http://schemas.openxmlformats.org/officeDocument/2006/relationships/theme" Target="../theme/theme2.xml"/><Relationship Id="rId5" Type="http://schemas.openxmlformats.org/officeDocument/2006/relationships/slideLayout" Target="../slideLayouts/slideLayout56.xml"/><Relationship Id="rId61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94.xml"/><Relationship Id="rId48" Type="http://schemas.openxmlformats.org/officeDocument/2006/relationships/slideLayout" Target="../slideLayouts/slideLayout99.xml"/><Relationship Id="rId56" Type="http://schemas.openxmlformats.org/officeDocument/2006/relationships/slideLayout" Target="../slideLayouts/slideLayout107.xml"/><Relationship Id="rId64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59.xml"/><Relationship Id="rId51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9.xml"/><Relationship Id="rId46" Type="http://schemas.openxmlformats.org/officeDocument/2006/relationships/slideLayout" Target="../slideLayouts/slideLayout97.xml"/><Relationship Id="rId59" Type="http://schemas.openxmlformats.org/officeDocument/2006/relationships/slideLayout" Target="../slideLayouts/slideLayout110.xml"/><Relationship Id="rId20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92.xml"/><Relationship Id="rId54" Type="http://schemas.openxmlformats.org/officeDocument/2006/relationships/slideLayout" Target="../slideLayouts/slideLayout105.xml"/><Relationship Id="rId6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7.xml"/><Relationship Id="rId49" Type="http://schemas.openxmlformats.org/officeDocument/2006/relationships/slideLayout" Target="../slideLayouts/slideLayout100.xml"/><Relationship Id="rId57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82.xml"/><Relationship Id="rId44" Type="http://schemas.openxmlformats.org/officeDocument/2006/relationships/slideLayout" Target="../slideLayouts/slideLayout95.xml"/><Relationship Id="rId52" Type="http://schemas.openxmlformats.org/officeDocument/2006/relationships/slideLayout" Target="../slideLayouts/slideLayout103.xml"/><Relationship Id="rId60" Type="http://schemas.openxmlformats.org/officeDocument/2006/relationships/slideLayout" Target="../slideLayouts/slideLayout111.xml"/><Relationship Id="rId65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66824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/>
              <a:t>JJT </a:t>
            </a:r>
            <a:r>
              <a:rPr lang="en-US" noProof="0" err="1"/>
              <a:t>ConneX</a:t>
            </a:r>
            <a:r>
              <a:rPr lang="en-US" noProof="0"/>
              <a:t> Global Leaders Forum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89912C14-54EA-5DA7-6F07-C2AB6D29AF6F}"/>
              </a:ext>
            </a:extLst>
          </p:cNvPr>
          <p:cNvSpPr>
            <a:spLocks noChangeAspect="1"/>
          </p:cNvSpPr>
          <p:nvPr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tx2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6859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1"/>
            <a:ext cx="11610516" cy="3943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966467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1942" y="6433878"/>
            <a:ext cx="320674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D8501B10-E215-77C3-0C2E-49F954703C65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8E6A55-96F2-FABF-BD9F-48E1B7F1B72B}"/>
              </a:ext>
            </a:extLst>
          </p:cNvPr>
          <p:cNvSpPr txBox="1"/>
          <p:nvPr userDrawn="1"/>
        </p:nvSpPr>
        <p:spPr>
          <a:xfrm>
            <a:off x="8124825" y="6440234"/>
            <a:ext cx="3261487" cy="14630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US" sz="110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CAPS - Customer AI Products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426867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  <p:sldLayoutId id="2147483752" r:id="rId28"/>
    <p:sldLayoutId id="2147483753" r:id="rId29"/>
    <p:sldLayoutId id="2147483754" r:id="rId30"/>
    <p:sldLayoutId id="2147483755" r:id="rId31"/>
    <p:sldLayoutId id="2147483756" r:id="rId32"/>
    <p:sldLayoutId id="2147483757" r:id="rId33"/>
    <p:sldLayoutId id="2147483758" r:id="rId34"/>
    <p:sldLayoutId id="2147483759" r:id="rId35"/>
    <p:sldLayoutId id="2147483760" r:id="rId36"/>
    <p:sldLayoutId id="2147483761" r:id="rId37"/>
    <p:sldLayoutId id="2147483762" r:id="rId38"/>
    <p:sldLayoutId id="2147483763" r:id="rId39"/>
    <p:sldLayoutId id="2147483764" r:id="rId40"/>
    <p:sldLayoutId id="2147483765" r:id="rId41"/>
    <p:sldLayoutId id="2147483766" r:id="rId42"/>
    <p:sldLayoutId id="2147483767" r:id="rId43"/>
    <p:sldLayoutId id="2147483768" r:id="rId44"/>
    <p:sldLayoutId id="2147483769" r:id="rId45"/>
    <p:sldLayoutId id="2147483770" r:id="rId46"/>
    <p:sldLayoutId id="2147483771" r:id="rId47"/>
    <p:sldLayoutId id="2147483772" r:id="rId48"/>
    <p:sldLayoutId id="2147483773" r:id="rId49"/>
    <p:sldLayoutId id="2147483774" r:id="rId50"/>
    <p:sldLayoutId id="2147483775" r:id="rId51"/>
    <p:sldLayoutId id="2147483776" r:id="rId52"/>
    <p:sldLayoutId id="2147483777" r:id="rId53"/>
    <p:sldLayoutId id="2147483778" r:id="rId54"/>
    <p:sldLayoutId id="2147483779" r:id="rId55"/>
    <p:sldLayoutId id="2147483780" r:id="rId56"/>
    <p:sldLayoutId id="2147483781" r:id="rId57"/>
    <p:sldLayoutId id="2147483782" r:id="rId58"/>
    <p:sldLayoutId id="2147483783" r:id="rId59"/>
    <p:sldLayoutId id="2147483784" r:id="rId60"/>
    <p:sldLayoutId id="2147483785" r:id="rId61"/>
    <p:sldLayoutId id="2147483786" r:id="rId62"/>
    <p:sldLayoutId id="2147483787" r:id="rId63"/>
    <p:sldLayoutId id="2147483788" r:id="rId64"/>
    <p:sldLayoutId id="2147483789" r:id="rId6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568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DE53C"/>
          </p15:clr>
        </p15:guide>
        <p15:guide id="2" pos="181">
          <p15:clr>
            <a:srgbClr val="FDE53C"/>
          </p15:clr>
        </p15:guide>
        <p15:guide id="3" pos="708">
          <p15:clr>
            <a:srgbClr val="FDE53C"/>
          </p15:clr>
        </p15:guide>
        <p15:guide id="4" pos="798">
          <p15:clr>
            <a:srgbClr val="FDE53C"/>
          </p15:clr>
        </p15:guide>
        <p15:guide id="5" pos="1325">
          <p15:clr>
            <a:srgbClr val="FDE53C"/>
          </p15:clr>
        </p15:guide>
        <p15:guide id="6" pos="1416">
          <p15:clr>
            <a:srgbClr val="FDE53C"/>
          </p15:clr>
        </p15:guide>
        <p15:guide id="7" pos="1942">
          <p15:clr>
            <a:srgbClr val="FDE53C"/>
          </p15:clr>
        </p15:guide>
        <p15:guide id="8" pos="2032">
          <p15:clr>
            <a:srgbClr val="FDE53C"/>
          </p15:clr>
        </p15:guide>
        <p15:guide id="9" pos="2559">
          <p15:clr>
            <a:srgbClr val="FDE53C"/>
          </p15:clr>
        </p15:guide>
        <p15:guide id="10" pos="2650">
          <p15:clr>
            <a:srgbClr val="FDE53C"/>
          </p15:clr>
        </p15:guide>
        <p15:guide id="11" pos="3176">
          <p15:clr>
            <a:srgbClr val="FDE53C"/>
          </p15:clr>
        </p15:guide>
        <p15:guide id="12" pos="3264">
          <p15:clr>
            <a:srgbClr val="FDE53C"/>
          </p15:clr>
        </p15:guide>
        <p15:guide id="13" pos="3793">
          <p15:clr>
            <a:srgbClr val="FDE53C"/>
          </p15:clr>
        </p15:guide>
        <p15:guide id="14" pos="3884">
          <p15:clr>
            <a:srgbClr val="FDE53C"/>
          </p15:clr>
        </p15:guide>
        <p15:guide id="15" pos="4411">
          <p15:clr>
            <a:srgbClr val="FDE53C"/>
          </p15:clr>
        </p15:guide>
        <p15:guide id="16" pos="4501">
          <p15:clr>
            <a:srgbClr val="FDE53C"/>
          </p15:clr>
        </p15:guide>
        <p15:guide id="17" pos="5028">
          <p15:clr>
            <a:srgbClr val="FDE53C"/>
          </p15:clr>
        </p15:guide>
        <p15:guide id="18" pos="5118">
          <p15:clr>
            <a:srgbClr val="FDE53C"/>
          </p15:clr>
        </p15:guide>
        <p15:guide id="19" pos="5645">
          <p15:clr>
            <a:srgbClr val="FDE53C"/>
          </p15:clr>
        </p15:guide>
        <p15:guide id="20" pos="5735">
          <p15:clr>
            <a:srgbClr val="FDE53C"/>
          </p15:clr>
        </p15:guide>
        <p15:guide id="21" pos="6262">
          <p15:clr>
            <a:srgbClr val="FDE53C"/>
          </p15:clr>
        </p15:guide>
        <p15:guide id="22" pos="6352">
          <p15:clr>
            <a:srgbClr val="FDE53C"/>
          </p15:clr>
        </p15:guide>
        <p15:guide id="23" pos="6879">
          <p15:clr>
            <a:srgbClr val="FDE53C"/>
          </p15:clr>
        </p15:guide>
        <p15:guide id="24" pos="6970">
          <p15:clr>
            <a:srgbClr val="FDE53C"/>
          </p15:clr>
        </p15:guide>
        <p15:guide id="25" pos="7496">
          <p15:clr>
            <a:srgbClr val="FDE53C"/>
          </p15:clr>
        </p15:guide>
        <p15:guide id="28" orient="horz" pos="1382">
          <p15:clr>
            <a:srgbClr val="FDE53C"/>
          </p15:clr>
        </p15:guide>
        <p15:guide id="29" orient="horz" pos="1473">
          <p15:clr>
            <a:srgbClr val="FDE53C"/>
          </p15:clr>
        </p15:guide>
        <p15:guide id="30" orient="horz" pos="2024">
          <p15:clr>
            <a:srgbClr val="FDE53C"/>
          </p15:clr>
        </p15:guide>
        <p15:guide id="31" orient="horz" pos="2115">
          <p15:clr>
            <a:srgbClr val="FDE53C"/>
          </p15:clr>
        </p15:guide>
        <p15:guide id="32" orient="horz" pos="2666">
          <p15:clr>
            <a:srgbClr val="FDE53C"/>
          </p15:clr>
        </p15:guide>
        <p15:guide id="33" orient="horz" pos="2757">
          <p15:clr>
            <a:srgbClr val="FDE53C"/>
          </p15:clr>
        </p15:guide>
        <p15:guide id="34" orient="horz" pos="3308">
          <p15:clr>
            <a:srgbClr val="FDE53C"/>
          </p15:clr>
        </p15:guide>
        <p15:guide id="35" orient="horz" pos="3398">
          <p15:clr>
            <a:srgbClr val="FDE53C"/>
          </p15:clr>
        </p15:guide>
        <p15:guide id="36" orient="horz" pos="3954">
          <p15:clr>
            <a:srgbClr val="FDE53C"/>
          </p15:clr>
        </p15:guide>
        <p15:guide id="37" orient="horz" pos="4044">
          <p15:clr>
            <a:srgbClr val="FDE53C"/>
          </p15:clr>
        </p15:guide>
        <p15:guide id="38" orient="horz" pos="4131">
          <p15:clr>
            <a:srgbClr val="FDE53C"/>
          </p15:clr>
        </p15:guide>
        <p15:guide id="39" orient="horz" pos="738">
          <p15:clr>
            <a:srgbClr val="FDE53C"/>
          </p15:clr>
        </p15:guide>
        <p15:guide id="40" orient="horz" pos="828">
          <p15:clr>
            <a:srgbClr val="FDE53C"/>
          </p15:clr>
        </p15:guide>
        <p15:guide id="41" orient="horz" pos="1060">
          <p15:clr>
            <a:srgbClr val="FDE53C"/>
          </p15:clr>
        </p15:guide>
        <p15:guide id="42" orient="horz" pos="1148">
          <p15:clr>
            <a:srgbClr val="FDE53C"/>
          </p15:clr>
        </p15:guide>
        <p15:guide id="43" orient="horz" pos="1702">
          <p15:clr>
            <a:srgbClr val="FDE53C"/>
          </p15:clr>
        </p15:guide>
        <p15:guide id="44" orient="horz" pos="1794">
          <p15:clr>
            <a:srgbClr val="FDE53C"/>
          </p15:clr>
        </p15:guide>
        <p15:guide id="45" orient="horz" pos="2346">
          <p15:clr>
            <a:srgbClr val="FDE53C"/>
          </p15:clr>
        </p15:guide>
        <p15:guide id="46" orient="horz" pos="2436">
          <p15:clr>
            <a:srgbClr val="FDE53C"/>
          </p15:clr>
        </p15:guide>
        <p15:guide id="47" orient="horz" pos="2990">
          <p15:clr>
            <a:srgbClr val="FDE53C"/>
          </p15:clr>
        </p15:guide>
        <p15:guide id="48" orient="horz" pos="3080">
          <p15:clr>
            <a:srgbClr val="FDE53C"/>
          </p15:clr>
        </p15:guide>
        <p15:guide id="49" orient="horz" pos="3632">
          <p15:clr>
            <a:srgbClr val="FDE53C"/>
          </p15:clr>
        </p15:guide>
        <p15:guide id="50" orient="horz" pos="3722">
          <p15:clr>
            <a:srgbClr val="FDE53C"/>
          </p15:clr>
        </p15:guide>
        <p15:guide id="51" orient="horz" pos="380">
          <p15:clr>
            <a:srgbClr val="547EBF"/>
          </p15:clr>
        </p15:guide>
        <p15:guide id="52" pos="7172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437E3C2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6D5B89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BE7F-BED8-4CD7-CC59-8062D1CBA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6" y="262670"/>
            <a:ext cx="10639008" cy="3930563"/>
          </a:xfrm>
        </p:spPr>
        <p:txBody>
          <a:bodyPr>
            <a:normAutofit/>
          </a:bodyPr>
          <a:lstStyle/>
          <a:p>
            <a:r>
              <a:rPr lang="en-US" sz="8800" dirty="0"/>
              <a:t>ABS, OCE  </a:t>
            </a:r>
            <a:br>
              <a:rPr lang="en-US" sz="8800" dirty="0"/>
            </a:br>
            <a:br>
              <a:rPr lang="en-US" sz="5400" dirty="0"/>
            </a:br>
            <a:r>
              <a:rPr lang="en-US" sz="5400" dirty="0"/>
              <a:t>Dev Team &amp; Kick Off (Internal)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33AE5-022A-7466-763D-D07520CD6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719EE-67DA-99B2-FD11-11EB926EC8F8}"/>
              </a:ext>
            </a:extLst>
          </p:cNvPr>
          <p:cNvSpPr txBox="1"/>
          <p:nvPr/>
        </p:nvSpPr>
        <p:spPr>
          <a:xfrm>
            <a:off x="7994264" y="6472219"/>
            <a:ext cx="43845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Proprietary &amp; Confidential. Subject to HCC, Legal, &amp; Regulatory Review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10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BE7D-6EDE-9503-AC8B-BA0E6E93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5D383B8F-4026-793A-88B2-9F08C8DC1953}"/>
              </a:ext>
            </a:extLst>
          </p:cNvPr>
          <p:cNvSpPr/>
          <p:nvPr/>
        </p:nvSpPr>
        <p:spPr>
          <a:xfrm rot="5400000">
            <a:off x="-1028340" y="1028339"/>
            <a:ext cx="5803178" cy="3746500"/>
          </a:xfrm>
          <a:prstGeom prst="round1Rect">
            <a:avLst>
              <a:gd name="adj" fmla="val 1090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54002-FE36-F7E9-D815-08441FDC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270" y="2664055"/>
            <a:ext cx="1811959" cy="475066"/>
          </a:xfrm>
        </p:spPr>
        <p:txBody>
          <a:bodyPr/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025B2-A917-0D12-C91F-619C4725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9DD02A-F10F-DDF2-994F-A0349DAC9113}"/>
              </a:ext>
            </a:extLst>
          </p:cNvPr>
          <p:cNvSpPr/>
          <p:nvPr/>
        </p:nvSpPr>
        <p:spPr>
          <a:xfrm>
            <a:off x="3630764" y="799668"/>
            <a:ext cx="231472" cy="231472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C356E6-E5B0-02AA-94EB-1491CE776C04}"/>
              </a:ext>
            </a:extLst>
          </p:cNvPr>
          <p:cNvSpPr/>
          <p:nvPr/>
        </p:nvSpPr>
        <p:spPr>
          <a:xfrm>
            <a:off x="3630764" y="1299049"/>
            <a:ext cx="231472" cy="231472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A35DCDC-A889-7DD0-D87B-4EC98EDDEED6}"/>
              </a:ext>
            </a:extLst>
          </p:cNvPr>
          <p:cNvSpPr txBox="1">
            <a:spLocks/>
          </p:cNvSpPr>
          <p:nvPr/>
        </p:nvSpPr>
        <p:spPr>
          <a:xfrm>
            <a:off x="4025594" y="802445"/>
            <a:ext cx="4510918" cy="252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981075" indent="-981075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201738" indent="-2206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1738" indent="-2206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1738" indent="-2206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1738" indent="-220663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Team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E28DEEB-ACAF-3C97-43F9-462CDBD4F702}"/>
              </a:ext>
            </a:extLst>
          </p:cNvPr>
          <p:cNvSpPr txBox="1">
            <a:spLocks/>
          </p:cNvSpPr>
          <p:nvPr/>
        </p:nvSpPr>
        <p:spPr>
          <a:xfrm>
            <a:off x="4017348" y="1299049"/>
            <a:ext cx="7207382" cy="252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981075" indent="-981075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201738" indent="-2206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1738" indent="-2206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1738" indent="-2206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1738" indent="-220663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Kick Off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9990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B50B-AD61-9328-0472-3C9D4C566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A6843CB-0246-0091-4AC6-9B8CDED7A13E}"/>
              </a:ext>
            </a:extLst>
          </p:cNvPr>
          <p:cNvSpPr txBox="1">
            <a:spLocks/>
          </p:cNvSpPr>
          <p:nvPr/>
        </p:nvSpPr>
        <p:spPr>
          <a:xfrm>
            <a:off x="288303" y="262267"/>
            <a:ext cx="11707156" cy="3662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None/>
              <a:defRPr sz="2800" b="0" i="0" spc="0" baseline="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Team Details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1E099C-56FD-34E4-5EDA-4D2957DB8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079982"/>
              </p:ext>
            </p:extLst>
          </p:nvPr>
        </p:nvGraphicFramePr>
        <p:xfrm>
          <a:off x="1616814" y="1285812"/>
          <a:ext cx="7975760" cy="411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0331">
                  <a:extLst>
                    <a:ext uri="{9D8B030D-6E8A-4147-A177-3AD203B41FA5}">
                      <a16:colId xmlns:a16="http://schemas.microsoft.com/office/drawing/2014/main" val="2904601241"/>
                    </a:ext>
                  </a:extLst>
                </a:gridCol>
                <a:gridCol w="2665429">
                  <a:extLst>
                    <a:ext uri="{9D8B030D-6E8A-4147-A177-3AD203B41FA5}">
                      <a16:colId xmlns:a16="http://schemas.microsoft.com/office/drawing/2014/main" val="1737504510"/>
                    </a:ext>
                  </a:extLst>
                </a:gridCol>
              </a:tblGrid>
              <a:tr h="3163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Team POC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896400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Shivang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Solution Owner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22746571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Jayaprakash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PM/SM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21330551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Mohammad Shadan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30279823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Mohammad Saif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2829338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Sunil Kumar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64836417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Vijet Hegde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76461669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Vinay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8584409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Lakshmikanth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4986639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 Ai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54853948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5130463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Khaja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Ops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23783218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Subidya/Kishore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 Lead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099313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7D708D-8814-A104-1433-F912C1AAFF05}"/>
              </a:ext>
            </a:extLst>
          </p:cNvPr>
          <p:cNvSpPr txBox="1"/>
          <p:nvPr/>
        </p:nvSpPr>
        <p:spPr>
          <a:xfrm>
            <a:off x="4405496" y="819510"/>
            <a:ext cx="285164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8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 </a:t>
            </a:r>
            <a:r>
              <a:rPr lang="en-US" b="1" u="sn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(Area Business Specialist)</a:t>
            </a:r>
            <a:endParaRPr lang="en-US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l"/>
            <a:endParaRPr lang="en-IN" sz="1800" u="sng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3464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9905-DE5E-2D80-4906-98D03E5B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F7A16A9-ADBC-AB01-AC30-F8528AC4EE9B}"/>
              </a:ext>
            </a:extLst>
          </p:cNvPr>
          <p:cNvSpPr txBox="1">
            <a:spLocks/>
          </p:cNvSpPr>
          <p:nvPr/>
        </p:nvSpPr>
        <p:spPr>
          <a:xfrm>
            <a:off x="288303" y="262267"/>
            <a:ext cx="11707156" cy="3662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None/>
              <a:defRPr sz="2800" b="0" i="0" spc="0" baseline="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Team Details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0929E1-9539-8522-9678-9B467F840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966058"/>
              </p:ext>
            </p:extLst>
          </p:nvPr>
        </p:nvGraphicFramePr>
        <p:xfrm>
          <a:off x="1616814" y="1285812"/>
          <a:ext cx="7975760" cy="411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0331">
                  <a:extLst>
                    <a:ext uri="{9D8B030D-6E8A-4147-A177-3AD203B41FA5}">
                      <a16:colId xmlns:a16="http://schemas.microsoft.com/office/drawing/2014/main" val="2904601241"/>
                    </a:ext>
                  </a:extLst>
                </a:gridCol>
                <a:gridCol w="2665429">
                  <a:extLst>
                    <a:ext uri="{9D8B030D-6E8A-4147-A177-3AD203B41FA5}">
                      <a16:colId xmlns:a16="http://schemas.microsoft.com/office/drawing/2014/main" val="1737504510"/>
                    </a:ext>
                  </a:extLst>
                </a:gridCol>
              </a:tblGrid>
              <a:tr h="3163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Team POC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896400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Samarth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Solution Owner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22746571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Jayaprakash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PM/SM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21330551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Sandeep Patil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30279823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Mohammad Saif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22829338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Pavan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Padakki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64836417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Vijet Hegde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76461669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3221524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8584409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 Ai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4986639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04165724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Khaja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 Ops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23783218"/>
                  </a:ext>
                </a:extLst>
              </a:tr>
              <a:tr h="3163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Subidya/Kishore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 Lead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099313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039131-21F0-35C2-01DC-00CC86ED0ACF}"/>
              </a:ext>
            </a:extLst>
          </p:cNvPr>
          <p:cNvSpPr txBox="1"/>
          <p:nvPr/>
        </p:nvSpPr>
        <p:spPr>
          <a:xfrm>
            <a:off x="4319231" y="818667"/>
            <a:ext cx="393624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8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OCE (</a:t>
            </a:r>
            <a:r>
              <a:rPr lang="en-US" b="1" u="sn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Oncology Clinical Educators)</a:t>
            </a:r>
            <a:endParaRPr lang="en-IN" sz="1800" u="sng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7154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NJ_PPT_Template_R4_v3" id="{416AD5BC-E677-7649-BDD5-4B24D3B639BA}" vid="{CC5F65D7-BC33-A645-9363-0F7209EECF07}"/>
    </a:ext>
  </a:extLst>
</a:theme>
</file>

<file path=ppt/theme/theme2.xml><?xml version="1.0" encoding="utf-8"?>
<a:theme xmlns:a="http://schemas.openxmlformats.org/drawingml/2006/main" name="Johnson and Johnson: Innovative Medicine">
  <a:themeElements>
    <a:clrScheme name="Johnson and Johnson 1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JIM_V2_Core_Program_PPT_Template" id="{03804EF9-3328-C743-94D8-04D62EC61516}" vid="{7B6FE46C-70C5-DB43-B77B-C35FE27CC63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249d22-9370-43a5-b997-263e813c132a" xsi:nil="true"/>
    <lcf76f155ced4ddcb4097134ff3c332f xmlns="bf1ff2c7-de54-48ea-9fc3-56aefa35680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12CCA5E078304EBDE6B5E2A0DBCA01" ma:contentTypeVersion="13" ma:contentTypeDescription="Create a new document." ma:contentTypeScope="" ma:versionID="fd4fa4eb45f9b3c826d8bc1f45f6d966">
  <xsd:schema xmlns:xsd="http://www.w3.org/2001/XMLSchema" xmlns:xs="http://www.w3.org/2001/XMLSchema" xmlns:p="http://schemas.microsoft.com/office/2006/metadata/properties" xmlns:ns2="bf1ff2c7-de54-48ea-9fc3-56aefa356807" xmlns:ns3="7b249d22-9370-43a5-b997-263e813c132a" targetNamespace="http://schemas.microsoft.com/office/2006/metadata/properties" ma:root="true" ma:fieldsID="9c72b2c6e1d3574f4682c14b845bdd94" ns2:_="" ns3:_="">
    <xsd:import namespace="bf1ff2c7-de54-48ea-9fc3-56aefa356807"/>
    <xsd:import namespace="7b249d22-9370-43a5-b997-263e813c13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ff2c7-de54-48ea-9fc3-56aefa3568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849ffd8-dea2-4334-bc47-31fb29dc70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249d22-9370-43a5-b997-263e813c13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55a506-b350-43bf-a805-31905cc14ee1}" ma:internalName="TaxCatchAll" ma:showField="CatchAllData" ma:web="7b249d22-9370-43a5-b997-263e813c13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017C8E-8728-431C-AA55-9CA2DD3E5C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D67DF8-DDAB-473A-9A1B-D152A7B32DAC}">
  <ds:schemaRefs>
    <ds:schemaRef ds:uri="http://purl.org/dc/dcmitype/"/>
    <ds:schemaRef ds:uri="http://purl.org/dc/elements/1.1/"/>
    <ds:schemaRef ds:uri="http://purl.org/dc/terms/"/>
    <ds:schemaRef ds:uri="http://www.w3.org/XML/1998/namespace"/>
    <ds:schemaRef ds:uri="7b249d22-9370-43a5-b997-263e813c132a"/>
    <ds:schemaRef ds:uri="http://schemas.openxmlformats.org/package/2006/metadata/core-properties"/>
    <ds:schemaRef ds:uri="bf1ff2c7-de54-48ea-9fc3-56aefa356807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8125DBF-0B94-4397-91DC-3B15921189C6}">
  <ds:schemaRefs>
    <ds:schemaRef ds:uri="7b249d22-9370-43a5-b997-263e813c132a"/>
    <ds:schemaRef ds:uri="bf1ff2c7-de54-48ea-9fc3-56aefa3568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  <clbl:label id="{b725d96c-75ca-4da5-a76c-e1fd17e2a62a}" enabled="1" method="Privileged" siteId="{c88fe011-1411-4e3a-a2cf-3859b305642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888</TotalTime>
  <Words>129</Words>
  <Application>Microsoft Office PowerPoint</Application>
  <PresentationFormat>Widescreen</PresentationFormat>
  <Paragraphs>65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Johnson Display</vt:lpstr>
      <vt:lpstr>Verdana</vt:lpstr>
      <vt:lpstr>Johnson Text</vt:lpstr>
      <vt:lpstr>Aptos</vt:lpstr>
      <vt:lpstr>Segoe UI</vt:lpstr>
      <vt:lpstr>Calibri</vt:lpstr>
      <vt:lpstr>Arial</vt:lpstr>
      <vt:lpstr>Johnson and Johnson</vt:lpstr>
      <vt:lpstr>Johnson and Johnson: Innovative Medicine</vt:lpstr>
      <vt:lpstr>think-cell Slide</vt:lpstr>
      <vt:lpstr>ABS, OCE    Dev Team &amp; Kick Off (Internal)</vt:lpstr>
      <vt:lpstr>Agenda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Janani Gantal Damodaran</dc:creator>
  <cp:lastModifiedBy>Jayaprakash Loganathan</cp:lastModifiedBy>
  <cp:revision>9</cp:revision>
  <dcterms:created xsi:type="dcterms:W3CDTF">2025-07-22T14:45:30Z</dcterms:created>
  <dcterms:modified xsi:type="dcterms:W3CDTF">2026-03-18T13:39:00Z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0x010100FA12CCA5E078304EBDE6B5E2A0DBCA01</vt:lpwstr>
  </property>
  <property fmtid="{D5CDD505-2E9C-101B-9397-08002B2CF9AE}" pid="3" name="MediaServiceImageTags">
    <vt:lpwstr/>
  </property>
</Properties>
</file>