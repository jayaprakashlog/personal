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7" r:id="rId1"/>
    <p:sldMasterId id="2147483702" r:id="rId2"/>
    <p:sldMasterId id="2147483706" r:id="rId3"/>
  </p:sldMasterIdLst>
  <p:notesMasterIdLst>
    <p:notesMasterId r:id="rId5"/>
  </p:notesMasterIdLst>
  <p:handoutMasterIdLst>
    <p:handoutMasterId r:id="rId6"/>
  </p:handoutMasterIdLst>
  <p:sldIdLst>
    <p:sldId id="214570598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rikanth Katasani" initials="SK" lastIdx="10" clrIdx="0">
    <p:extLst>
      <p:ext uri="{19B8F6BF-5375-455C-9EA6-DF929625EA0E}">
        <p15:presenceInfo xmlns:p15="http://schemas.microsoft.com/office/powerpoint/2012/main" userId="S::srikanth.katasani@dcubeanalytics.onmicrosoft.com::0b106af6-0387-4b75-9735-ef80feba72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6C"/>
    <a:srgbClr val="E0E0E0"/>
    <a:srgbClr val="FFD42E"/>
    <a:srgbClr val="BFC83B"/>
    <a:srgbClr val="FAA100"/>
    <a:srgbClr val="00ABB4"/>
    <a:srgbClr val="ECECEC"/>
    <a:srgbClr val="F2F2F2"/>
    <a:srgbClr val="F7F7F7"/>
    <a:srgbClr val="A78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4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med Kumar" userId="82f9f3ae-e78e-4f94-b5c4-ca110cad7af2" providerId="ADAL" clId="{4948B9CB-0647-4F8C-8107-DAD975784521}"/>
    <pc:docChg chg="modSld">
      <pc:chgData name="Sammed Kumar" userId="82f9f3ae-e78e-4f94-b5c4-ca110cad7af2" providerId="ADAL" clId="{4948B9CB-0647-4F8C-8107-DAD975784521}" dt="2023-03-03T15:15:31.533" v="0" actId="164"/>
      <pc:docMkLst>
        <pc:docMk/>
      </pc:docMkLst>
      <pc:sldChg chg="addSp modSp">
        <pc:chgData name="Sammed Kumar" userId="82f9f3ae-e78e-4f94-b5c4-ca110cad7af2" providerId="ADAL" clId="{4948B9CB-0647-4F8C-8107-DAD975784521}" dt="2023-03-03T15:15:31.533" v="0" actId="164"/>
        <pc:sldMkLst>
          <pc:docMk/>
          <pc:sldMk cId="1136746602" sldId="421"/>
        </pc:sldMkLst>
        <pc:spChg chg="mod">
          <ac:chgData name="Sammed Kumar" userId="82f9f3ae-e78e-4f94-b5c4-ca110cad7af2" providerId="ADAL" clId="{4948B9CB-0647-4F8C-8107-DAD975784521}" dt="2023-03-03T15:15:31.533" v="0" actId="164"/>
          <ac:spMkLst>
            <pc:docMk/>
            <pc:sldMk cId="1136746602" sldId="421"/>
            <ac:spMk id="23" creationId="{EB4320B0-3A8C-4C40-A640-048138251A4A}"/>
          </ac:spMkLst>
        </pc:spChg>
        <pc:spChg chg="mod">
          <ac:chgData name="Sammed Kumar" userId="82f9f3ae-e78e-4f94-b5c4-ca110cad7af2" providerId="ADAL" clId="{4948B9CB-0647-4F8C-8107-DAD975784521}" dt="2023-03-03T15:15:31.533" v="0" actId="164"/>
          <ac:spMkLst>
            <pc:docMk/>
            <pc:sldMk cId="1136746602" sldId="421"/>
            <ac:spMk id="27" creationId="{BD16B26E-4D82-4DAE-A9E9-D911FE18F699}"/>
          </ac:spMkLst>
        </pc:spChg>
        <pc:spChg chg="mod">
          <ac:chgData name="Sammed Kumar" userId="82f9f3ae-e78e-4f94-b5c4-ca110cad7af2" providerId="ADAL" clId="{4948B9CB-0647-4F8C-8107-DAD975784521}" dt="2023-03-03T15:15:31.533" v="0" actId="164"/>
          <ac:spMkLst>
            <pc:docMk/>
            <pc:sldMk cId="1136746602" sldId="421"/>
            <ac:spMk id="29" creationId="{B45CBF1F-2EE0-4419-8BC6-75F25B82EBF7}"/>
          </ac:spMkLst>
        </pc:spChg>
        <pc:spChg chg="mod">
          <ac:chgData name="Sammed Kumar" userId="82f9f3ae-e78e-4f94-b5c4-ca110cad7af2" providerId="ADAL" clId="{4948B9CB-0647-4F8C-8107-DAD975784521}" dt="2023-03-03T15:15:31.533" v="0" actId="164"/>
          <ac:spMkLst>
            <pc:docMk/>
            <pc:sldMk cId="1136746602" sldId="421"/>
            <ac:spMk id="30" creationId="{16AA5BC8-BFFD-4825-899B-EA80C7C66A88}"/>
          </ac:spMkLst>
        </pc:spChg>
        <pc:spChg chg="mod">
          <ac:chgData name="Sammed Kumar" userId="82f9f3ae-e78e-4f94-b5c4-ca110cad7af2" providerId="ADAL" clId="{4948B9CB-0647-4F8C-8107-DAD975784521}" dt="2023-03-03T15:15:31.533" v="0" actId="164"/>
          <ac:spMkLst>
            <pc:docMk/>
            <pc:sldMk cId="1136746602" sldId="421"/>
            <ac:spMk id="32" creationId="{ABDBF9ED-FA3C-4C9B-9B2B-6D3E756C08F3}"/>
          </ac:spMkLst>
        </pc:spChg>
        <pc:spChg chg="mod">
          <ac:chgData name="Sammed Kumar" userId="82f9f3ae-e78e-4f94-b5c4-ca110cad7af2" providerId="ADAL" clId="{4948B9CB-0647-4F8C-8107-DAD975784521}" dt="2023-03-03T15:15:31.533" v="0" actId="164"/>
          <ac:spMkLst>
            <pc:docMk/>
            <pc:sldMk cId="1136746602" sldId="421"/>
            <ac:spMk id="33" creationId="{69327708-1D64-4A4D-A4D5-13A9E72CF964}"/>
          </ac:spMkLst>
        </pc:spChg>
        <pc:grpChg chg="add mod">
          <ac:chgData name="Sammed Kumar" userId="82f9f3ae-e78e-4f94-b5c4-ca110cad7af2" providerId="ADAL" clId="{4948B9CB-0647-4F8C-8107-DAD975784521}" dt="2023-03-03T15:15:31.533" v="0" actId="164"/>
          <ac:grpSpMkLst>
            <pc:docMk/>
            <pc:sldMk cId="1136746602" sldId="421"/>
            <ac:grpSpMk id="8" creationId="{B76B42CF-80E5-9A15-9071-EF86854307B9}"/>
          </ac:grpSpMkLst>
        </pc:grpChg>
        <pc:picChg chg="mod">
          <ac:chgData name="Sammed Kumar" userId="82f9f3ae-e78e-4f94-b5c4-ca110cad7af2" providerId="ADAL" clId="{4948B9CB-0647-4F8C-8107-DAD975784521}" dt="2023-03-03T15:15:31.533" v="0" actId="164"/>
          <ac:picMkLst>
            <pc:docMk/>
            <pc:sldMk cId="1136746602" sldId="421"/>
            <ac:picMk id="31" creationId="{795CCF0D-C04C-4778-B039-4165400A5777}"/>
          </ac:picMkLst>
        </pc:picChg>
        <pc:picChg chg="mod">
          <ac:chgData name="Sammed Kumar" userId="82f9f3ae-e78e-4f94-b5c4-ca110cad7af2" providerId="ADAL" clId="{4948B9CB-0647-4F8C-8107-DAD975784521}" dt="2023-03-03T15:15:31.533" v="0" actId="164"/>
          <ac:picMkLst>
            <pc:docMk/>
            <pc:sldMk cId="1136746602" sldId="421"/>
            <ac:picMk id="34" creationId="{3B252D30-2BAD-4605-9F0D-395DF64D872C}"/>
          </ac:picMkLst>
        </pc:picChg>
        <pc:picChg chg="mod">
          <ac:chgData name="Sammed Kumar" userId="82f9f3ae-e78e-4f94-b5c4-ca110cad7af2" providerId="ADAL" clId="{4948B9CB-0647-4F8C-8107-DAD975784521}" dt="2023-03-03T15:15:31.533" v="0" actId="164"/>
          <ac:picMkLst>
            <pc:docMk/>
            <pc:sldMk cId="1136746602" sldId="421"/>
            <ac:picMk id="36" creationId="{A875DD5F-8CAC-4AF7-A844-E6668B64FCD0}"/>
          </ac:picMkLst>
        </pc:picChg>
      </pc:sldChg>
    </pc:docChg>
  </pc:docChgLst>
  <pc:docChgLst>
    <pc:chgData name="Sammed Kumar" userId="82f9f3ae-e78e-4f94-b5c4-ca110cad7af2" providerId="ADAL" clId="{229046F1-83BB-430D-B650-3DAC3908B190}"/>
    <pc:docChg chg="delSld">
      <pc:chgData name="Sammed Kumar" userId="82f9f3ae-e78e-4f94-b5c4-ca110cad7af2" providerId="ADAL" clId="{229046F1-83BB-430D-B650-3DAC3908B190}" dt="2024-07-03T08:16:51.146" v="2" actId="47"/>
      <pc:docMkLst>
        <pc:docMk/>
      </pc:docMkLst>
      <pc:sldChg chg="del">
        <pc:chgData name="Sammed Kumar" userId="82f9f3ae-e78e-4f94-b5c4-ca110cad7af2" providerId="ADAL" clId="{229046F1-83BB-430D-B650-3DAC3908B190}" dt="2024-07-03T08:16:43.977" v="0" actId="47"/>
        <pc:sldMkLst>
          <pc:docMk/>
          <pc:sldMk cId="2065785854" sldId="315"/>
        </pc:sldMkLst>
      </pc:sldChg>
      <pc:sldChg chg="del">
        <pc:chgData name="Sammed Kumar" userId="82f9f3ae-e78e-4f94-b5c4-ca110cad7af2" providerId="ADAL" clId="{229046F1-83BB-430D-B650-3DAC3908B190}" dt="2024-07-03T08:16:47.003" v="1" actId="47"/>
        <pc:sldMkLst>
          <pc:docMk/>
          <pc:sldMk cId="1136746602" sldId="421"/>
        </pc:sldMkLst>
      </pc:sldChg>
      <pc:sldChg chg="del">
        <pc:chgData name="Sammed Kumar" userId="82f9f3ae-e78e-4f94-b5c4-ca110cad7af2" providerId="ADAL" clId="{229046F1-83BB-430D-B650-3DAC3908B190}" dt="2024-07-03T08:16:51.146" v="2" actId="47"/>
        <pc:sldMkLst>
          <pc:docMk/>
          <pc:sldMk cId="296765936" sldId="3860"/>
        </pc:sldMkLst>
      </pc:sldChg>
      <pc:sldChg chg="del">
        <pc:chgData name="Sammed Kumar" userId="82f9f3ae-e78e-4f94-b5c4-ca110cad7af2" providerId="ADAL" clId="{229046F1-83BB-430D-B650-3DAC3908B190}" dt="2024-07-03T08:16:51.146" v="2" actId="47"/>
        <pc:sldMkLst>
          <pc:docMk/>
          <pc:sldMk cId="4189662976" sldId="3881"/>
        </pc:sldMkLst>
      </pc:sldChg>
      <pc:sldChg chg="del">
        <pc:chgData name="Sammed Kumar" userId="82f9f3ae-e78e-4f94-b5c4-ca110cad7af2" providerId="ADAL" clId="{229046F1-83BB-430D-B650-3DAC3908B190}" dt="2024-07-03T08:16:51.146" v="2" actId="47"/>
        <pc:sldMkLst>
          <pc:docMk/>
          <pc:sldMk cId="2493653788" sldId="4240"/>
        </pc:sldMkLst>
      </pc:sldChg>
      <pc:sldChg chg="del">
        <pc:chgData name="Sammed Kumar" userId="82f9f3ae-e78e-4f94-b5c4-ca110cad7af2" providerId="ADAL" clId="{229046F1-83BB-430D-B650-3DAC3908B190}" dt="2024-07-03T08:16:51.146" v="2" actId="47"/>
        <pc:sldMkLst>
          <pc:docMk/>
          <pc:sldMk cId="2221986564" sldId="2145705984"/>
        </pc:sldMkLst>
      </pc:sldChg>
      <pc:sldChg chg="del">
        <pc:chgData name="Sammed Kumar" userId="82f9f3ae-e78e-4f94-b5c4-ca110cad7af2" providerId="ADAL" clId="{229046F1-83BB-430D-B650-3DAC3908B190}" dt="2024-07-03T08:16:51.146" v="2" actId="47"/>
        <pc:sldMkLst>
          <pc:docMk/>
          <pc:sldMk cId="3489626259" sldId="2145705985"/>
        </pc:sldMkLst>
      </pc:sldChg>
      <pc:sldChg chg="del">
        <pc:chgData name="Sammed Kumar" userId="82f9f3ae-e78e-4f94-b5c4-ca110cad7af2" providerId="ADAL" clId="{229046F1-83BB-430D-B650-3DAC3908B190}" dt="2024-07-03T08:16:51.146" v="2" actId="47"/>
        <pc:sldMkLst>
          <pc:docMk/>
          <pc:sldMk cId="2858341836" sldId="2145705986"/>
        </pc:sldMkLst>
      </pc:sldChg>
      <pc:sldChg chg="del">
        <pc:chgData name="Sammed Kumar" userId="82f9f3ae-e78e-4f94-b5c4-ca110cad7af2" providerId="ADAL" clId="{229046F1-83BB-430D-B650-3DAC3908B190}" dt="2024-07-03T08:16:51.146" v="2" actId="47"/>
        <pc:sldMkLst>
          <pc:docMk/>
          <pc:sldMk cId="3238331658" sldId="2145705987"/>
        </pc:sldMkLst>
      </pc:sldChg>
      <pc:sldChg chg="del">
        <pc:chgData name="Sammed Kumar" userId="82f9f3ae-e78e-4f94-b5c4-ca110cad7af2" providerId="ADAL" clId="{229046F1-83BB-430D-B650-3DAC3908B190}" dt="2024-07-03T08:16:51.146" v="2" actId="47"/>
        <pc:sldMkLst>
          <pc:docMk/>
          <pc:sldMk cId="3214623392" sldId="2145705988"/>
        </pc:sldMkLst>
      </pc:sldChg>
      <pc:sldChg chg="del">
        <pc:chgData name="Sammed Kumar" userId="82f9f3ae-e78e-4f94-b5c4-ca110cad7af2" providerId="ADAL" clId="{229046F1-83BB-430D-B650-3DAC3908B190}" dt="2024-07-03T08:16:51.146" v="2" actId="47"/>
        <pc:sldMkLst>
          <pc:docMk/>
          <pc:sldMk cId="2542009957" sldId="2145705989"/>
        </pc:sldMkLst>
      </pc:sldChg>
      <pc:sldMasterChg chg="delSldLayout">
        <pc:chgData name="Sammed Kumar" userId="82f9f3ae-e78e-4f94-b5c4-ca110cad7af2" providerId="ADAL" clId="{229046F1-83BB-430D-B650-3DAC3908B190}" dt="2024-07-03T08:16:51.146" v="2" actId="47"/>
        <pc:sldMasterMkLst>
          <pc:docMk/>
          <pc:sldMasterMk cId="49907074" sldId="2147483667"/>
        </pc:sldMasterMkLst>
        <pc:sldLayoutChg chg="del">
          <pc:chgData name="Sammed Kumar" userId="82f9f3ae-e78e-4f94-b5c4-ca110cad7af2" providerId="ADAL" clId="{229046F1-83BB-430D-B650-3DAC3908B190}" dt="2024-07-03T08:16:43.977" v="0" actId="47"/>
          <pc:sldLayoutMkLst>
            <pc:docMk/>
            <pc:sldMasterMk cId="49907074" sldId="2147483667"/>
            <pc:sldLayoutMk cId="3559878831" sldId="2147483710"/>
          </pc:sldLayoutMkLst>
        </pc:sldLayoutChg>
        <pc:sldLayoutChg chg="del">
          <pc:chgData name="Sammed Kumar" userId="82f9f3ae-e78e-4f94-b5c4-ca110cad7af2" providerId="ADAL" clId="{229046F1-83BB-430D-B650-3DAC3908B190}" dt="2024-07-03T08:16:51.146" v="2" actId="47"/>
          <pc:sldLayoutMkLst>
            <pc:docMk/>
            <pc:sldMasterMk cId="49907074" sldId="2147483667"/>
            <pc:sldLayoutMk cId="4202397028" sldId="2147483711"/>
          </pc:sldLayoutMkLst>
        </pc:sldLayoutChg>
        <pc:sldLayoutChg chg="del">
          <pc:chgData name="Sammed Kumar" userId="82f9f3ae-e78e-4f94-b5c4-ca110cad7af2" providerId="ADAL" clId="{229046F1-83BB-430D-B650-3DAC3908B190}" dt="2024-07-03T08:16:51.146" v="2" actId="47"/>
          <pc:sldLayoutMkLst>
            <pc:docMk/>
            <pc:sldMasterMk cId="49907074" sldId="2147483667"/>
            <pc:sldLayoutMk cId="2112136196" sldId="214748371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AA1D64-FE98-43D7-8D9A-3CE43CB6A6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D45CB-B15F-417D-808A-D4C9BE99CA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CA73-1C9C-483C-BD13-1ECEDD6DEA15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EC461-C220-4925-9EF2-1DA75750EF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2A11F-115A-4BFA-9A32-E747FD11B0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2E1AF-DC32-4599-B664-77377FBC3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488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07806-66CB-436A-88B2-751AA8CF4D2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B8FDC-83CD-4775-AF08-E77A3159EE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4023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8611"/>
            <a:ext cx="12192001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Title Text"/>
          <p:cNvSpPr>
            <a:spLocks noGrp="1"/>
          </p:cNvSpPr>
          <p:nvPr>
            <p:ph type="title"/>
          </p:nvPr>
        </p:nvSpPr>
        <p:spPr>
          <a:xfrm>
            <a:off x="385092" y="0"/>
            <a:ext cx="11833268" cy="1143000"/>
          </a:xfrm>
          <a:prstGeom prst="rect">
            <a:avLst/>
          </a:prstGeom>
        </p:spPr>
        <p:txBody>
          <a:bodyPr anchor="ctr"/>
          <a:lstStyle>
            <a:lvl1pPr algn="l">
              <a:defRPr sz="1800" cap="all" spc="215" baseline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r>
              <a:t>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D40797-05AD-41AB-90F0-EDCEEDB6F1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238" y="6221500"/>
            <a:ext cx="923658" cy="431252"/>
          </a:xfrm>
          <a:prstGeom prst="rect">
            <a:avLst/>
          </a:prstGeom>
        </p:spPr>
      </p:pic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5978881E-04E6-4FC4-8FBD-A7A04CD61E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799" y="6221500"/>
            <a:ext cx="844209" cy="84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42977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88A5-D919-4DD8-B637-63A28421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0534C7-21AF-4AD0-8EE9-01A991FFE7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>
                <a:solidFill>
                  <a:srgbClr val="000000"/>
                </a:solidFill>
                <a:cs typeface="Helvetica"/>
              </a:rPr>
              <a:t>Proprietary and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D8478-3D5D-422F-902E-B424D7CFB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582" y="6398921"/>
            <a:ext cx="535710" cy="365125"/>
          </a:xfrm>
          <a:prstGeom prst="rect">
            <a:avLst/>
          </a:prstGeom>
        </p:spPr>
        <p:txBody>
          <a:bodyPr/>
          <a:lstStyle/>
          <a:p>
            <a:fld id="{1EECEE88-6D9E-462C-8529-697CD165A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0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asted-image.tiff" descr="pasted-image.tiff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105639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Title Text"/>
          <p:cNvSpPr>
            <a:spLocks noGrp="1"/>
          </p:cNvSpPr>
          <p:nvPr>
            <p:ph type="title"/>
          </p:nvPr>
        </p:nvSpPr>
        <p:spPr>
          <a:xfrm>
            <a:off x="321592" y="0"/>
            <a:ext cx="11833268" cy="1143000"/>
          </a:xfrm>
          <a:prstGeom prst="rect">
            <a:avLst/>
          </a:prstGeom>
        </p:spPr>
        <p:txBody>
          <a:bodyPr anchor="ctr"/>
          <a:lstStyle>
            <a:lvl1pPr algn="l">
              <a:defRPr sz="1800" cap="all" spc="215" baseline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6FFC5-6224-44A5-A316-AA260CC8FF77}"/>
              </a:ext>
            </a:extLst>
          </p:cNvPr>
          <p:cNvSpPr/>
          <p:nvPr userDrawn="1"/>
        </p:nvSpPr>
        <p:spPr>
          <a:xfrm>
            <a:off x="5192549" y="6619301"/>
            <a:ext cx="180690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IN" sz="1100">
                <a:solidFill>
                  <a:srgbClr val="989A9A"/>
                </a:solidFill>
                <a:latin typeface="&amp;quot"/>
                <a:ea typeface="Calibri" panose="020F0502020204030204" pitchFamily="34" charset="0"/>
                <a:cs typeface="Calibri" panose="020F0502020204030204" pitchFamily="34" charset="0"/>
              </a:rPr>
              <a:t>Proprietary and Confidential</a:t>
            </a:r>
            <a:endParaRPr lang="en-IN" sz="110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BA4AE9-F7CE-41D3-8540-0893820E75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238" y="6221500"/>
            <a:ext cx="923658" cy="431252"/>
          </a:xfrm>
          <a:prstGeom prst="rect">
            <a:avLst/>
          </a:prstGeom>
        </p:spPr>
      </p:pic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5F03B146-97BF-4C22-AA85-DA920B7E57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651" y="6221500"/>
            <a:ext cx="844209" cy="844209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tit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A54530E-5867-4156-8486-604832395922}"/>
              </a:ext>
            </a:extLst>
          </p:cNvPr>
          <p:cNvSpPr/>
          <p:nvPr userDrawn="1"/>
        </p:nvSpPr>
        <p:spPr>
          <a:xfrm>
            <a:off x="5192549" y="6619301"/>
            <a:ext cx="180690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IN" sz="1100">
                <a:solidFill>
                  <a:srgbClr val="989A9A"/>
                </a:solidFill>
                <a:latin typeface="&amp;quot"/>
                <a:ea typeface="Calibri" panose="020F0502020204030204" pitchFamily="34" charset="0"/>
                <a:cs typeface="Calibri" panose="020F0502020204030204" pitchFamily="34" charset="0"/>
              </a:rPr>
              <a:t>Proprietary and Confidential</a:t>
            </a:r>
            <a:endParaRPr lang="en-IN" sz="110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F7E75-FDCB-4435-8CE6-0AEC9EC458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238" y="6221500"/>
            <a:ext cx="923658" cy="43125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DD26074-D7A4-445E-9679-9321B850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3146873"/>
            <a:ext cx="10414000" cy="564257"/>
          </a:xfrm>
          <a:noFill/>
          <a:ln w="12700">
            <a:miter lim="400000"/>
          </a:ln>
        </p:spPr>
        <p:txBody>
          <a:bodyPr wrap="square" lIns="50800" tIns="50800" rIns="50800" bIns="50800" rtlCol="0">
            <a:spAutoFit/>
          </a:bodyPr>
          <a:lstStyle>
            <a:lvl1pPr>
              <a:defRPr kumimoji="0" lang="en-US" sz="3000" kern="1200" spc="0" normalizeH="0" baseline="0">
                <a:solidFill>
                  <a:prstClr val="white"/>
                </a:solidFill>
                <a:effectLst/>
                <a:uLnTx/>
                <a:latin typeface="Arial"/>
                <a:ea typeface="+mn-ea"/>
                <a:cs typeface="Arial"/>
              </a:defRPr>
            </a:lvl1pPr>
          </a:lstStyle>
          <a:p>
            <a:pPr lvl="0" defTabSz="914400" eaLnBrk="1" hangingPunct="1"/>
            <a:r>
              <a:rPr lang="en-US"/>
              <a:t>Click to edit Master title style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2938AF1E-286F-4809-AB46-72271ADAAA0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777756" y="6576826"/>
            <a:ext cx="389013" cy="261610"/>
          </a:xfrm>
          <a:prstGeom prst="rect">
            <a:avLst/>
          </a:prstGeom>
        </p:spPr>
        <p:txBody>
          <a:bodyPr anchor="b"/>
          <a:lstStyle>
            <a:lvl1pPr algn="ctr">
              <a:defRPr sz="8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defRPr>
            </a:lvl1pPr>
          </a:lstStyle>
          <a:p>
            <a:fld id="{86CB4B4D-7CA3-9044-876B-883B54F8677D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asted-image.tiff" descr="pasted-image.tiff"/>
          <p:cNvPicPr>
            <a:picLocks noChangeAspect="1"/>
          </p:cNvPicPr>
          <p:nvPr userDrawn="1"/>
        </p:nvPicPr>
        <p:blipFill rotWithShape="1">
          <a:blip r:embed="rId2"/>
          <a:srcRect t="44547"/>
          <a:stretch/>
        </p:blipFill>
        <p:spPr>
          <a:xfrm>
            <a:off x="0" y="0"/>
            <a:ext cx="12192001" cy="105639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Title Text"/>
          <p:cNvSpPr>
            <a:spLocks noGrp="1"/>
          </p:cNvSpPr>
          <p:nvPr>
            <p:ph type="title"/>
          </p:nvPr>
        </p:nvSpPr>
        <p:spPr>
          <a:xfrm>
            <a:off x="321592" y="0"/>
            <a:ext cx="11833268" cy="1143000"/>
          </a:xfrm>
          <a:prstGeom prst="rect">
            <a:avLst/>
          </a:prstGeom>
        </p:spPr>
        <p:txBody>
          <a:bodyPr anchor="ctr"/>
          <a:lstStyle>
            <a:lvl1pPr algn="l">
              <a:defRPr sz="1800" cap="all" spc="215" baseline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6FFC5-6224-44A5-A316-AA260CC8FF77}"/>
              </a:ext>
            </a:extLst>
          </p:cNvPr>
          <p:cNvSpPr/>
          <p:nvPr userDrawn="1"/>
        </p:nvSpPr>
        <p:spPr>
          <a:xfrm>
            <a:off x="5192549" y="6619301"/>
            <a:ext cx="180690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989A9A"/>
                </a:solidFill>
                <a:effectLst/>
                <a:uLnTx/>
                <a:uFillTx/>
                <a:latin typeface="&amp;quot"/>
                <a:ea typeface="Calibri" panose="020F0502020204030204" pitchFamily="34" charset="0"/>
                <a:cs typeface="Calibri" panose="020F0502020204030204" pitchFamily="34" charset="0"/>
              </a:rPr>
              <a:t>Proprietary and Confidential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BA4AE9-F7CE-41D3-8540-0893820E75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238" y="6221500"/>
            <a:ext cx="923658" cy="431252"/>
          </a:xfrm>
          <a:prstGeom prst="rect">
            <a:avLst/>
          </a:prstGeom>
        </p:spPr>
      </p:pic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75CB7E98-FE4A-454C-AFF7-C25ADF4F3D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651" y="6221500"/>
            <a:ext cx="844209" cy="84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7180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titl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A54530E-5867-4156-8486-604832395922}"/>
              </a:ext>
            </a:extLst>
          </p:cNvPr>
          <p:cNvSpPr/>
          <p:nvPr userDrawn="1"/>
        </p:nvSpPr>
        <p:spPr>
          <a:xfrm>
            <a:off x="5192549" y="6619301"/>
            <a:ext cx="180690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989A9A"/>
                </a:solidFill>
                <a:effectLst/>
                <a:uLnTx/>
                <a:uFillTx/>
                <a:latin typeface="&amp;quot"/>
                <a:ea typeface="Calibri" panose="020F0502020204030204" pitchFamily="34" charset="0"/>
                <a:cs typeface="Calibri" panose="020F0502020204030204" pitchFamily="34" charset="0"/>
              </a:rPr>
              <a:t>Proprietary and Confidential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F7E75-FDCB-4435-8CE6-0AEC9EC458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238" y="6221500"/>
            <a:ext cx="923658" cy="43125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DD26074-D7A4-445E-9679-9321B850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3146873"/>
            <a:ext cx="10414000" cy="564257"/>
          </a:xfrm>
          <a:noFill/>
          <a:ln w="12700">
            <a:miter lim="400000"/>
          </a:ln>
        </p:spPr>
        <p:txBody>
          <a:bodyPr wrap="square" lIns="50800" tIns="50800" rIns="50800" bIns="50800" rtlCol="0">
            <a:spAutoFit/>
          </a:bodyPr>
          <a:lstStyle>
            <a:lvl1pPr>
              <a:defRPr kumimoji="0" lang="en-US" sz="3000" kern="1200" spc="0" normalizeH="0" baseline="0">
                <a:solidFill>
                  <a:prstClr val="white"/>
                </a:solidFill>
                <a:effectLst/>
                <a:uLnTx/>
                <a:latin typeface="Arial"/>
                <a:ea typeface="+mn-ea"/>
                <a:cs typeface="Arial"/>
              </a:defRPr>
            </a:lvl1pPr>
          </a:lstStyle>
          <a:p>
            <a:pPr lvl="0" defTabSz="914400" eaLnBrk="1" hangingPunct="1"/>
            <a:r>
              <a:rPr lang="en-US"/>
              <a:t>Click to edit Master title style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2938AF1E-286F-4809-AB46-72271ADAAA0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777756" y="6576826"/>
            <a:ext cx="389013" cy="261610"/>
          </a:xfrm>
          <a:prstGeom prst="rect">
            <a:avLst/>
          </a:prstGeom>
        </p:spPr>
        <p:txBody>
          <a:bodyPr anchor="b"/>
          <a:lstStyle>
            <a:lvl1pPr algn="ctr">
              <a:defRPr sz="8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defRPr>
            </a:lvl1pPr>
          </a:lstStyle>
          <a:p>
            <a:fld id="{86CB4B4D-7CA3-9044-876B-883B54F8677D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86521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834808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6ACBB-6F4D-415C-B763-69E08A261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7527" y="6421001"/>
            <a:ext cx="8612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0C684F6-4F96-4C2D-98B5-3FB3A7E88F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7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12" r:id="rId2"/>
  </p:sldLayoutIdLst>
  <p:transition spd="med"/>
  <p:hf hdr="0" ftr="0" dt="0"/>
  <p:txStyles>
    <p:title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9pPr>
    </p:titleStyle>
    <p:body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5pPr>
      <a:lvl6pPr marL="17340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6pPr>
      <a:lvl7pPr marL="20515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7pPr>
      <a:lvl8pPr marL="23690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8pPr>
      <a:lvl9pPr marL="26865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43468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ransition spd="med"/>
  <p:hf hdr="0" ftr="0" dt="0"/>
  <p:txStyles>
    <p:title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9pPr>
    </p:titleStyle>
    <p:body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5pPr>
      <a:lvl6pPr marL="17340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6pPr>
      <a:lvl7pPr marL="20515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7pPr>
      <a:lvl8pPr marL="23690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8pPr>
      <a:lvl9pPr marL="26865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70125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</p:sldLayoutIdLst>
  <p:transition spd="med"/>
  <p:hf hdr="0" ftr="0" dt="0"/>
  <p:txStyles>
    <p:title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-160" baseline="-7812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9pPr>
    </p:titleStyle>
    <p:body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5pPr>
      <a:lvl6pPr marL="17340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6pPr>
      <a:lvl7pPr marL="20515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7pPr>
      <a:lvl8pPr marL="23690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8pPr>
      <a:lvl9pPr marL="2686539" marR="0" indent="-146539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2C3E50"/>
          </a:solidFill>
          <a:uFillTx/>
          <a:latin typeface="Proxima Nova"/>
          <a:ea typeface="Proxima Nova"/>
          <a:cs typeface="Proxima Nova"/>
          <a:sym typeface="Proxima Nova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5B36D3CD-5401-8846-A9CB-C147834DF032}"/>
              </a:ext>
            </a:extLst>
          </p:cNvPr>
          <p:cNvSpPr/>
          <p:nvPr/>
        </p:nvSpPr>
        <p:spPr>
          <a:xfrm>
            <a:off x="5249" y="4131944"/>
            <a:ext cx="9039334" cy="2007599"/>
          </a:xfrm>
          <a:prstGeom prst="rect">
            <a:avLst/>
          </a:prstGeom>
          <a:solidFill>
            <a:srgbClr val="516A77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76" name="Marketing">
            <a:extLst>
              <a:ext uri="{FF2B5EF4-FFF2-40B4-BE49-F238E27FC236}">
                <a16:creationId xmlns:a16="http://schemas.microsoft.com/office/drawing/2014/main" id="{AA9512DC-F431-0643-BA39-38B472336738}"/>
              </a:ext>
            </a:extLst>
          </p:cNvPr>
          <p:cNvSpPr txBox="1">
            <a:spLocks/>
          </p:cNvSpPr>
          <p:nvPr/>
        </p:nvSpPr>
        <p:spPr>
          <a:xfrm>
            <a:off x="228678" y="-120319"/>
            <a:ext cx="1141789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0" i="0" kern="1200" cap="all" spc="400" baseline="0">
                <a:solidFill>
                  <a:schemeClr val="bg1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defTabSz="412750">
              <a:spcBef>
                <a:spcPts val="0"/>
              </a:spcBef>
            </a:pPr>
            <a:r>
              <a:rPr lang="en-US" spc="215">
                <a:solidFill>
                  <a:srgbClr val="FFFFFF"/>
                </a:solidFill>
                <a:sym typeface="Montserrat Light"/>
              </a:rPr>
              <a:t>Key operational metrics and SUPPORT ecosystem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1E4682F-E872-6045-95A1-DF701D1111F8}"/>
              </a:ext>
            </a:extLst>
          </p:cNvPr>
          <p:cNvSpPr/>
          <p:nvPr/>
        </p:nvSpPr>
        <p:spPr>
          <a:xfrm>
            <a:off x="6991" y="1057495"/>
            <a:ext cx="9044583" cy="1926000"/>
          </a:xfrm>
          <a:prstGeom prst="rect">
            <a:avLst/>
          </a:prstGeom>
          <a:solidFill>
            <a:srgbClr val="EAEAEA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1" i="0" u="none" strike="noStrike" kern="1200" cap="none" spc="0" normalizeH="0" baseline="0" noProof="0">
              <a:ln>
                <a:noFill/>
              </a:ln>
              <a:solidFill>
                <a:srgbClr val="516A77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447FBD4-0E55-F240-B577-657E01031FB4}"/>
              </a:ext>
            </a:extLst>
          </p:cNvPr>
          <p:cNvSpPr/>
          <p:nvPr/>
        </p:nvSpPr>
        <p:spPr>
          <a:xfrm>
            <a:off x="0" y="2951657"/>
            <a:ext cx="9044583" cy="1152000"/>
          </a:xfrm>
          <a:prstGeom prst="rect">
            <a:avLst/>
          </a:prstGeom>
          <a:solidFill>
            <a:srgbClr val="ACEF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79" name="Rectangle: Rounded Corners 7">
            <a:extLst>
              <a:ext uri="{FF2B5EF4-FFF2-40B4-BE49-F238E27FC236}">
                <a16:creationId xmlns:a16="http://schemas.microsoft.com/office/drawing/2014/main" id="{8E4B8122-A153-AE46-8C33-08343C2CB842}"/>
              </a:ext>
            </a:extLst>
          </p:cNvPr>
          <p:cNvSpPr/>
          <p:nvPr/>
        </p:nvSpPr>
        <p:spPr>
          <a:xfrm>
            <a:off x="108912" y="1876140"/>
            <a:ext cx="2124428" cy="1008000"/>
          </a:xfrm>
          <a:prstGeom prst="roundRect">
            <a:avLst>
              <a:gd name="adj" fmla="val 10870"/>
            </a:avLst>
          </a:prstGeom>
          <a:solidFill>
            <a:srgbClr val="57E8E6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0875512-5BE6-6D4C-97FB-F11A1B876C65}"/>
              </a:ext>
            </a:extLst>
          </p:cNvPr>
          <p:cNvSpPr/>
          <p:nvPr/>
        </p:nvSpPr>
        <p:spPr>
          <a:xfrm>
            <a:off x="766126" y="1584960"/>
            <a:ext cx="810000" cy="810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3000+</a:t>
            </a:r>
          </a:p>
        </p:txBody>
      </p:sp>
      <p:sp>
        <p:nvSpPr>
          <p:cNvPr id="81" name="Rectangle: Rounded Corners 27">
            <a:extLst>
              <a:ext uri="{FF2B5EF4-FFF2-40B4-BE49-F238E27FC236}">
                <a16:creationId xmlns:a16="http://schemas.microsoft.com/office/drawing/2014/main" id="{922B5CBF-7A8B-C54E-9E6A-DD125EF5EEA2}"/>
              </a:ext>
            </a:extLst>
          </p:cNvPr>
          <p:cNvSpPr/>
          <p:nvPr/>
        </p:nvSpPr>
        <p:spPr>
          <a:xfrm>
            <a:off x="2320673" y="1878165"/>
            <a:ext cx="2124428" cy="1008000"/>
          </a:xfrm>
          <a:prstGeom prst="roundRect">
            <a:avLst>
              <a:gd name="adj" fmla="val 10870"/>
            </a:avLst>
          </a:prstGeom>
          <a:solidFill>
            <a:srgbClr val="00B7D0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AA3C329-2C50-E34D-97BC-574C3872DBAF}"/>
              </a:ext>
            </a:extLst>
          </p:cNvPr>
          <p:cNvSpPr/>
          <p:nvPr/>
        </p:nvSpPr>
        <p:spPr>
          <a:xfrm>
            <a:off x="2977887" y="1586985"/>
            <a:ext cx="810000" cy="810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60 +</a:t>
            </a:r>
          </a:p>
        </p:txBody>
      </p:sp>
      <p:sp>
        <p:nvSpPr>
          <p:cNvPr id="83" name="Rectangle: Rounded Corners 29">
            <a:extLst>
              <a:ext uri="{FF2B5EF4-FFF2-40B4-BE49-F238E27FC236}">
                <a16:creationId xmlns:a16="http://schemas.microsoft.com/office/drawing/2014/main" id="{A3828D57-8C21-A944-9942-286797D0AB23}"/>
              </a:ext>
            </a:extLst>
          </p:cNvPr>
          <p:cNvSpPr/>
          <p:nvPr/>
        </p:nvSpPr>
        <p:spPr>
          <a:xfrm>
            <a:off x="4554202" y="1876140"/>
            <a:ext cx="2124428" cy="1008000"/>
          </a:xfrm>
          <a:prstGeom prst="roundRect">
            <a:avLst>
              <a:gd name="adj" fmla="val 10870"/>
            </a:avLst>
          </a:prstGeom>
          <a:solidFill>
            <a:srgbClr val="57E8E6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16A13B7-2059-6341-B2F4-8EE84D8A4828}"/>
              </a:ext>
            </a:extLst>
          </p:cNvPr>
          <p:cNvSpPr/>
          <p:nvPr/>
        </p:nvSpPr>
        <p:spPr>
          <a:xfrm>
            <a:off x="5189447" y="1596195"/>
            <a:ext cx="810000" cy="810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70+</a:t>
            </a:r>
          </a:p>
        </p:txBody>
      </p:sp>
      <p:sp>
        <p:nvSpPr>
          <p:cNvPr id="85" name="Rectangle: Rounded Corners 33">
            <a:extLst>
              <a:ext uri="{FF2B5EF4-FFF2-40B4-BE49-F238E27FC236}">
                <a16:creationId xmlns:a16="http://schemas.microsoft.com/office/drawing/2014/main" id="{15F8397E-9115-2F41-9D17-F9EAC637486C}"/>
              </a:ext>
            </a:extLst>
          </p:cNvPr>
          <p:cNvSpPr/>
          <p:nvPr/>
        </p:nvSpPr>
        <p:spPr>
          <a:xfrm>
            <a:off x="6783675" y="1878165"/>
            <a:ext cx="2124428" cy="1008000"/>
          </a:xfrm>
          <a:prstGeom prst="roundRect">
            <a:avLst>
              <a:gd name="adj" fmla="val 10870"/>
            </a:avLst>
          </a:prstGeom>
          <a:solidFill>
            <a:srgbClr val="57E8E6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9E6A408-36A8-4A4D-8E51-F9DBABE5F9CC}"/>
              </a:ext>
            </a:extLst>
          </p:cNvPr>
          <p:cNvSpPr/>
          <p:nvPr/>
        </p:nvSpPr>
        <p:spPr>
          <a:xfrm>
            <a:off x="7440889" y="1586985"/>
            <a:ext cx="810000" cy="810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50+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33DE58A-8965-AA4D-9C0B-B4FB04B37925}"/>
              </a:ext>
            </a:extLst>
          </p:cNvPr>
          <p:cNvSpPr/>
          <p:nvPr/>
        </p:nvSpPr>
        <p:spPr>
          <a:xfrm>
            <a:off x="161231" y="2451747"/>
            <a:ext cx="1949134" cy="28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Generated lines of code 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1D5C230-BE82-1145-90B2-5BB217B8254B}"/>
              </a:ext>
            </a:extLst>
          </p:cNvPr>
          <p:cNvSpPr/>
          <p:nvPr/>
        </p:nvSpPr>
        <p:spPr>
          <a:xfrm>
            <a:off x="2370946" y="2451747"/>
            <a:ext cx="1984594" cy="28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Workflows created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0856AC3-8C35-F540-A82F-4F2628376A20}"/>
              </a:ext>
            </a:extLst>
          </p:cNvPr>
          <p:cNvSpPr/>
          <p:nvPr/>
        </p:nvSpPr>
        <p:spPr>
          <a:xfrm>
            <a:off x="4522219" y="2451747"/>
            <a:ext cx="2112172" cy="28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000000">
                    <a:lumMod val="85000"/>
                    <a:lumOff val="15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KPI metrics enabled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EB39F2A-B34C-C14C-989D-63DE548AB3C1}"/>
              </a:ext>
            </a:extLst>
          </p:cNvPr>
          <p:cNvSpPr/>
          <p:nvPr/>
        </p:nvSpPr>
        <p:spPr>
          <a:xfrm>
            <a:off x="6787731" y="2451747"/>
            <a:ext cx="2120372" cy="28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Tables onboarded</a:t>
            </a:r>
          </a:p>
        </p:txBody>
      </p:sp>
      <p:pic>
        <p:nvPicPr>
          <p:cNvPr id="93" name="Picture 92" descr="A close up of a logo&#10;&#10;Description automatically generated">
            <a:extLst>
              <a:ext uri="{FF2B5EF4-FFF2-40B4-BE49-F238E27FC236}">
                <a16:creationId xmlns:a16="http://schemas.microsoft.com/office/drawing/2014/main" id="{B3F0E2C7-47F0-7E42-B8FE-230226DFEC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527" y="1954208"/>
            <a:ext cx="359996" cy="359996"/>
          </a:xfrm>
          <a:prstGeom prst="rect">
            <a:avLst/>
          </a:prstGeom>
        </p:spPr>
      </p:pic>
      <p:pic>
        <p:nvPicPr>
          <p:cNvPr id="94" name="Picture 93" descr="A close up of a logo&#10;&#10;Description automatically generated">
            <a:extLst>
              <a:ext uri="{FF2B5EF4-FFF2-40B4-BE49-F238E27FC236}">
                <a16:creationId xmlns:a16="http://schemas.microsoft.com/office/drawing/2014/main" id="{32ED25D8-5873-704D-ACC0-C4DF632088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69" y="1957947"/>
            <a:ext cx="367773" cy="367773"/>
          </a:xfrm>
          <a:prstGeom prst="rect">
            <a:avLst/>
          </a:prstGeom>
        </p:spPr>
      </p:pic>
      <p:pic>
        <p:nvPicPr>
          <p:cNvPr id="95" name="Picture 94" descr="A close up of a logo&#10;&#10;Description automatically generated">
            <a:extLst>
              <a:ext uri="{FF2B5EF4-FFF2-40B4-BE49-F238E27FC236}">
                <a16:creationId xmlns:a16="http://schemas.microsoft.com/office/drawing/2014/main" id="{2093A3C9-3B7D-F84E-BCEF-A446CE8500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235" y="1978428"/>
            <a:ext cx="351016" cy="351016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1013E93-350F-5141-AAC1-26C7758A536B}"/>
              </a:ext>
            </a:extLst>
          </p:cNvPr>
          <p:cNvGrpSpPr/>
          <p:nvPr/>
        </p:nvGrpSpPr>
        <p:grpSpPr>
          <a:xfrm rot="10800000">
            <a:off x="245391" y="1247839"/>
            <a:ext cx="6248819" cy="334646"/>
            <a:chOff x="4154452" y="8425438"/>
            <a:chExt cx="9569525" cy="3559743"/>
          </a:xfrm>
          <a:solidFill>
            <a:srgbClr val="00A89D"/>
          </a:solidFill>
        </p:grpSpPr>
        <p:sp>
          <p:nvSpPr>
            <p:cNvPr id="98" name="Arrow: Notched Right 511">
              <a:extLst>
                <a:ext uri="{FF2B5EF4-FFF2-40B4-BE49-F238E27FC236}">
                  <a16:creationId xmlns:a16="http://schemas.microsoft.com/office/drawing/2014/main" id="{B1371C6A-DD2B-6944-BC92-F4F1E2E4F8F4}"/>
                </a:ext>
              </a:extLst>
            </p:cNvPr>
            <p:cNvSpPr/>
            <p:nvPr/>
          </p:nvSpPr>
          <p:spPr>
            <a:xfrm>
              <a:off x="4154452" y="8425438"/>
              <a:ext cx="6145672" cy="3559508"/>
            </a:xfrm>
            <a:prstGeom prst="notchedRightArrow">
              <a:avLst>
                <a:gd name="adj1" fmla="val 100000"/>
                <a:gd name="adj2" fmla="val 75089"/>
              </a:avLst>
            </a:prstGeom>
            <a:grpFill/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no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Helvetica"/>
              </a:endParaRPr>
            </a:p>
          </p:txBody>
        </p:sp>
        <p:sp>
          <p:nvSpPr>
            <p:cNvPr id="99" name="Arrow: Notched Right 66">
              <a:extLst>
                <a:ext uri="{FF2B5EF4-FFF2-40B4-BE49-F238E27FC236}">
                  <a16:creationId xmlns:a16="http://schemas.microsoft.com/office/drawing/2014/main" id="{FAF85C75-2342-2C43-872F-DD51268DB0ED}"/>
                </a:ext>
              </a:extLst>
            </p:cNvPr>
            <p:cNvSpPr/>
            <p:nvPr/>
          </p:nvSpPr>
          <p:spPr>
            <a:xfrm>
              <a:off x="7710054" y="8623239"/>
              <a:ext cx="6013923" cy="3361942"/>
            </a:xfrm>
            <a:prstGeom prst="notchedRightArrow">
              <a:avLst>
                <a:gd name="adj1" fmla="val 100000"/>
                <a:gd name="adj2" fmla="val 0"/>
              </a:avLst>
            </a:prstGeom>
            <a:grpFill/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Helvetica"/>
              </a:endParaRPr>
            </a:p>
          </p:txBody>
        </p:sp>
      </p:grpSp>
      <p:sp>
        <p:nvSpPr>
          <p:cNvPr id="101" name="Rectangle: Rounded Corners 78">
            <a:extLst>
              <a:ext uri="{FF2B5EF4-FFF2-40B4-BE49-F238E27FC236}">
                <a16:creationId xmlns:a16="http://schemas.microsoft.com/office/drawing/2014/main" id="{0C94A160-E478-044A-8E48-D10B02C29A2D}"/>
              </a:ext>
            </a:extLst>
          </p:cNvPr>
          <p:cNvSpPr/>
          <p:nvPr/>
        </p:nvSpPr>
        <p:spPr>
          <a:xfrm>
            <a:off x="3832410" y="3237691"/>
            <a:ext cx="1916817" cy="678901"/>
          </a:xfrm>
          <a:prstGeom prst="roundRect">
            <a:avLst>
              <a:gd name="adj" fmla="val 13170"/>
            </a:avLst>
          </a:prstGeom>
          <a:solidFill>
            <a:srgbClr val="BFC83B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03" name="Rectangle: Rounded Corners 515">
            <a:extLst>
              <a:ext uri="{FF2B5EF4-FFF2-40B4-BE49-F238E27FC236}">
                <a16:creationId xmlns:a16="http://schemas.microsoft.com/office/drawing/2014/main" id="{0A0C81C4-5768-3A41-9531-5C2C5A6BC6B9}"/>
              </a:ext>
            </a:extLst>
          </p:cNvPr>
          <p:cNvSpPr/>
          <p:nvPr/>
        </p:nvSpPr>
        <p:spPr>
          <a:xfrm rot="2716265">
            <a:off x="3343492" y="3229238"/>
            <a:ext cx="720000" cy="720000"/>
          </a:xfrm>
          <a:prstGeom prst="roundRect">
            <a:avLst>
              <a:gd name="adj" fmla="val 8192"/>
            </a:avLst>
          </a:prstGeom>
          <a:solidFill>
            <a:schemeClr val="accent3">
              <a:lumMod val="20000"/>
              <a:lumOff val="80000"/>
            </a:schemeClr>
          </a:solidFill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Rectangle: Rounded Corners 79">
            <a:extLst>
              <a:ext uri="{FF2B5EF4-FFF2-40B4-BE49-F238E27FC236}">
                <a16:creationId xmlns:a16="http://schemas.microsoft.com/office/drawing/2014/main" id="{985D3035-9EEF-7B4E-9CCB-D32BC84F169A}"/>
              </a:ext>
            </a:extLst>
          </p:cNvPr>
          <p:cNvSpPr/>
          <p:nvPr/>
        </p:nvSpPr>
        <p:spPr>
          <a:xfrm>
            <a:off x="6906358" y="3244129"/>
            <a:ext cx="1916817" cy="678901"/>
          </a:xfrm>
          <a:prstGeom prst="roundRect">
            <a:avLst>
              <a:gd name="adj" fmla="val 13170"/>
            </a:avLst>
          </a:prstGeom>
          <a:solidFill>
            <a:srgbClr val="FFD42E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05" name="Rectangle: Rounded Corners 80">
            <a:extLst>
              <a:ext uri="{FF2B5EF4-FFF2-40B4-BE49-F238E27FC236}">
                <a16:creationId xmlns:a16="http://schemas.microsoft.com/office/drawing/2014/main" id="{BCBEC2D3-29BD-2943-9263-32786B15AD83}"/>
              </a:ext>
            </a:extLst>
          </p:cNvPr>
          <p:cNvSpPr/>
          <p:nvPr/>
        </p:nvSpPr>
        <p:spPr>
          <a:xfrm rot="2716265">
            <a:off x="6426136" y="3223580"/>
            <a:ext cx="720000" cy="720000"/>
          </a:xfrm>
          <a:prstGeom prst="roundRect">
            <a:avLst>
              <a:gd name="adj" fmla="val 8192"/>
            </a:avLst>
          </a:prstGeom>
          <a:solidFill>
            <a:schemeClr val="accent3">
              <a:lumMod val="20000"/>
              <a:lumOff val="80000"/>
            </a:schemeClr>
          </a:solidFill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6522F14-A01A-1042-A34C-FC4E57D65476}"/>
              </a:ext>
            </a:extLst>
          </p:cNvPr>
          <p:cNvSpPr/>
          <p:nvPr/>
        </p:nvSpPr>
        <p:spPr>
          <a:xfrm>
            <a:off x="3370059" y="3417148"/>
            <a:ext cx="685977" cy="309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0" lang="en-IN" sz="135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2E6D781-FE72-C343-AD48-3CA0C589BC27}"/>
              </a:ext>
            </a:extLst>
          </p:cNvPr>
          <p:cNvSpPr/>
          <p:nvPr/>
        </p:nvSpPr>
        <p:spPr>
          <a:xfrm>
            <a:off x="6443149" y="3421197"/>
            <a:ext cx="685977" cy="311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18+</a:t>
            </a:r>
            <a:endParaRPr kumimoji="0" lang="en-IN" sz="135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F13F04C-17EF-5F4F-B82A-78BDE1C74D21}"/>
              </a:ext>
            </a:extLst>
          </p:cNvPr>
          <p:cNvSpPr/>
          <p:nvPr/>
        </p:nvSpPr>
        <p:spPr>
          <a:xfrm>
            <a:off x="4157764" y="3247554"/>
            <a:ext cx="1264461" cy="691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Active Installations on AWS &amp; GDO</a:t>
            </a: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AC28AC7-1C7A-A14D-BC27-7A2AC3F9563D}"/>
              </a:ext>
            </a:extLst>
          </p:cNvPr>
          <p:cNvSpPr/>
          <p:nvPr/>
        </p:nvSpPr>
        <p:spPr>
          <a:xfrm>
            <a:off x="7235059" y="3240528"/>
            <a:ext cx="1362675" cy="691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Active Users across AWS &amp; GDO Instances</a:t>
            </a: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2" name="Picture 141" descr="A close up of a logo&#10;&#10;Description automatically generated">
            <a:extLst>
              <a:ext uri="{FF2B5EF4-FFF2-40B4-BE49-F238E27FC236}">
                <a16:creationId xmlns:a16="http://schemas.microsoft.com/office/drawing/2014/main" id="{9B726C0C-00D2-DA41-A942-FB357A6A55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590" y="3415506"/>
            <a:ext cx="304762" cy="304762"/>
          </a:xfrm>
          <a:prstGeom prst="rect">
            <a:avLst/>
          </a:prstGeom>
        </p:spPr>
      </p:pic>
      <p:sp>
        <p:nvSpPr>
          <p:cNvPr id="171" name="Rectangle 170">
            <a:extLst>
              <a:ext uri="{FF2B5EF4-FFF2-40B4-BE49-F238E27FC236}">
                <a16:creationId xmlns:a16="http://schemas.microsoft.com/office/drawing/2014/main" id="{4F158D1C-4B96-0F43-9F49-E65F24B99C2B}"/>
              </a:ext>
            </a:extLst>
          </p:cNvPr>
          <p:cNvSpPr/>
          <p:nvPr/>
        </p:nvSpPr>
        <p:spPr>
          <a:xfrm>
            <a:off x="6991" y="4144953"/>
            <a:ext cx="388478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Platform Enhancements and customizations for Levi’s 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E70502F-4222-4A4E-B660-6E739605344F}"/>
              </a:ext>
            </a:extLst>
          </p:cNvPr>
          <p:cNvSpPr/>
          <p:nvPr/>
        </p:nvSpPr>
        <p:spPr>
          <a:xfrm>
            <a:off x="9615286" y="1803896"/>
            <a:ext cx="2515429" cy="318036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564E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Helvetica"/>
              </a:rPr>
              <a:t>Platform Monitoring</a:t>
            </a:r>
          </a:p>
        </p:txBody>
      </p:sp>
      <p:pic>
        <p:nvPicPr>
          <p:cNvPr id="178" name="Graphic 177" descr="Puzzle pieces">
            <a:extLst>
              <a:ext uri="{FF2B5EF4-FFF2-40B4-BE49-F238E27FC236}">
                <a16:creationId xmlns:a16="http://schemas.microsoft.com/office/drawing/2014/main" id="{E6E34800-BDDE-C347-B9A8-C27C3756F8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90100" y="1715583"/>
            <a:ext cx="485146" cy="485146"/>
          </a:xfrm>
          <a:prstGeom prst="rect">
            <a:avLst/>
          </a:prstGeom>
        </p:spPr>
      </p:pic>
      <p:sp>
        <p:nvSpPr>
          <p:cNvPr id="179" name="Rectangle 178">
            <a:extLst>
              <a:ext uri="{FF2B5EF4-FFF2-40B4-BE49-F238E27FC236}">
                <a16:creationId xmlns:a16="http://schemas.microsoft.com/office/drawing/2014/main" id="{67369042-8C8E-A04A-AC88-75100F547E0D}"/>
              </a:ext>
            </a:extLst>
          </p:cNvPr>
          <p:cNvSpPr/>
          <p:nvPr/>
        </p:nvSpPr>
        <p:spPr>
          <a:xfrm>
            <a:off x="9153302" y="2156984"/>
            <a:ext cx="2951999" cy="688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>
                <a:solidFill>
                  <a:srgbClr val="1F99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Ongoing health monitoring</a:t>
            </a:r>
          </a:p>
          <a:p>
            <a:pPr marL="171450" marR="0" lvl="0" indent="-17145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F998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Ensuring Platform uptime</a:t>
            </a:r>
          </a:p>
          <a:p>
            <a:pPr marL="171450" marR="0" lvl="0" indent="-17145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F998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Clearing Logs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E2CFFCB-9F1B-EA4B-8880-511BCA884B9F}"/>
              </a:ext>
            </a:extLst>
          </p:cNvPr>
          <p:cNvSpPr/>
          <p:nvPr/>
        </p:nvSpPr>
        <p:spPr>
          <a:xfrm>
            <a:off x="9555769" y="3186982"/>
            <a:ext cx="19904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DCBD23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Platform Administration</a:t>
            </a:r>
          </a:p>
        </p:txBody>
      </p:sp>
      <p:pic>
        <p:nvPicPr>
          <p:cNvPr id="181" name="Graphic 180" descr="Robot">
            <a:extLst>
              <a:ext uri="{FF2B5EF4-FFF2-40B4-BE49-F238E27FC236}">
                <a16:creationId xmlns:a16="http://schemas.microsoft.com/office/drawing/2014/main" id="{81C69285-F5F2-FF4D-82A0-D040975D69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82814" y="3112131"/>
            <a:ext cx="449923" cy="449923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C98FA54F-FFC3-6748-91ED-DACFD9851326}"/>
              </a:ext>
            </a:extLst>
          </p:cNvPr>
          <p:cNvSpPr/>
          <p:nvPr/>
        </p:nvSpPr>
        <p:spPr>
          <a:xfrm>
            <a:off x="9129469" y="3544295"/>
            <a:ext cx="2951999" cy="891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CBD23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Version Upgrades</a:t>
            </a:r>
          </a:p>
          <a:p>
            <a:pPr marL="171450" marR="0" lvl="0" indent="-17145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CBD23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Connectivity configuration</a:t>
            </a:r>
          </a:p>
          <a:p>
            <a:pPr marL="171450" marR="0" lvl="0" indent="-17145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CBD23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User Provisioning</a:t>
            </a:r>
          </a:p>
          <a:p>
            <a:pPr marL="171450" marR="0" lvl="0" indent="-17145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DCBD23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1D614CE-EF6A-D14C-94D2-C2992BD91879}"/>
              </a:ext>
            </a:extLst>
          </p:cNvPr>
          <p:cNvSpPr/>
          <p:nvPr/>
        </p:nvSpPr>
        <p:spPr>
          <a:xfrm>
            <a:off x="9740494" y="4571931"/>
            <a:ext cx="2115850" cy="318036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364BD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Tool Helpdesk</a:t>
            </a:r>
          </a:p>
        </p:txBody>
      </p:sp>
      <p:pic>
        <p:nvPicPr>
          <p:cNvPr id="184" name="Graphic 183" descr="Business Growth">
            <a:extLst>
              <a:ext uri="{FF2B5EF4-FFF2-40B4-BE49-F238E27FC236}">
                <a16:creationId xmlns:a16="http://schemas.microsoft.com/office/drawing/2014/main" id="{2031CEE1-2A79-D943-AF6A-33BDEAB94F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65393" y="4510678"/>
            <a:ext cx="470521" cy="470521"/>
          </a:xfrm>
          <a:prstGeom prst="rect">
            <a:avLst/>
          </a:prstGeom>
        </p:spPr>
      </p:pic>
      <p:sp>
        <p:nvSpPr>
          <p:cNvPr id="185" name="Rectangle: Diagonal Corners Rounded 114">
            <a:extLst>
              <a:ext uri="{FF2B5EF4-FFF2-40B4-BE49-F238E27FC236}">
                <a16:creationId xmlns:a16="http://schemas.microsoft.com/office/drawing/2014/main" id="{300F5ED2-C351-4F40-B006-8788424A77E7}"/>
              </a:ext>
            </a:extLst>
          </p:cNvPr>
          <p:cNvSpPr/>
          <p:nvPr/>
        </p:nvSpPr>
        <p:spPr>
          <a:xfrm>
            <a:off x="9273310" y="1271281"/>
            <a:ext cx="2520000" cy="288000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Support Activities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86" name="Rectangle: Diagonal Corners Rounded 115">
            <a:extLst>
              <a:ext uri="{FF2B5EF4-FFF2-40B4-BE49-F238E27FC236}">
                <a16:creationId xmlns:a16="http://schemas.microsoft.com/office/drawing/2014/main" id="{78DCD472-61DE-8640-8202-6BF65DC7BDD9}"/>
              </a:ext>
            </a:extLst>
          </p:cNvPr>
          <p:cNvSpPr/>
          <p:nvPr/>
        </p:nvSpPr>
        <p:spPr>
          <a:xfrm>
            <a:off x="9200859" y="1213821"/>
            <a:ext cx="2664000" cy="396000"/>
          </a:xfrm>
          <a:prstGeom prst="round2DiagRect">
            <a:avLst>
              <a:gd name="adj1" fmla="val 50000"/>
              <a:gd name="adj2" fmla="val 50000"/>
            </a:avLst>
          </a:prstGeom>
          <a:noFill/>
          <a:ln w="22225" cap="flat">
            <a:solidFill>
              <a:srgbClr val="575757"/>
            </a:solidFill>
            <a:prstDash val="sysDot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5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Helvetica"/>
              <a:sym typeface="Helvetica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41479540-62E1-B24B-872B-ACA7BCE6DCFF}"/>
              </a:ext>
            </a:extLst>
          </p:cNvPr>
          <p:cNvSpPr/>
          <p:nvPr/>
        </p:nvSpPr>
        <p:spPr>
          <a:xfrm>
            <a:off x="9258320" y="1262937"/>
            <a:ext cx="288000" cy="288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5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Helvetica"/>
              <a:sym typeface="Helvetica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11A42560-75F9-FD49-9B07-B28C97E57CD9}"/>
              </a:ext>
            </a:extLst>
          </p:cNvPr>
          <p:cNvSpPr/>
          <p:nvPr/>
        </p:nvSpPr>
        <p:spPr>
          <a:xfrm>
            <a:off x="9182183" y="4953539"/>
            <a:ext cx="2674161" cy="688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364BD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Tool usage consultation</a:t>
            </a:r>
          </a:p>
          <a:p>
            <a:pPr marL="171450" marR="0" lvl="0" indent="-17145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>
                <a:solidFill>
                  <a:srgbClr val="0364B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 (On need basis)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364BD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364BD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Tips and tricks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F6E72D2-E637-8447-BD9D-E3FCE87648A2}"/>
              </a:ext>
            </a:extLst>
          </p:cNvPr>
          <p:cNvSpPr txBox="1"/>
          <p:nvPr/>
        </p:nvSpPr>
        <p:spPr>
          <a:xfrm>
            <a:off x="245391" y="1193856"/>
            <a:ext cx="610925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Key Operational Metrics - Last 5 Months </a:t>
            </a:r>
          </a:p>
        </p:txBody>
      </p:sp>
      <p:sp>
        <p:nvSpPr>
          <p:cNvPr id="192" name="Rectangle: Rounded Corners 12">
            <a:extLst>
              <a:ext uri="{FF2B5EF4-FFF2-40B4-BE49-F238E27FC236}">
                <a16:creationId xmlns:a16="http://schemas.microsoft.com/office/drawing/2014/main" id="{2C26E0A7-F12F-A74F-AB08-86962EA9A9C8}"/>
              </a:ext>
            </a:extLst>
          </p:cNvPr>
          <p:cNvSpPr/>
          <p:nvPr/>
        </p:nvSpPr>
        <p:spPr>
          <a:xfrm>
            <a:off x="777902" y="3186982"/>
            <a:ext cx="1916817" cy="678901"/>
          </a:xfrm>
          <a:prstGeom prst="roundRect">
            <a:avLst>
              <a:gd name="adj" fmla="val 13170"/>
            </a:avLst>
          </a:prstGeom>
          <a:solidFill>
            <a:schemeClr val="accent4">
              <a:lumMod val="40000"/>
              <a:lumOff val="60000"/>
            </a:schemeClr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93" name="Rectangle: Rounded Corners 15">
            <a:extLst>
              <a:ext uri="{FF2B5EF4-FFF2-40B4-BE49-F238E27FC236}">
                <a16:creationId xmlns:a16="http://schemas.microsoft.com/office/drawing/2014/main" id="{C5C5C371-7C42-084D-A260-851E6427244E}"/>
              </a:ext>
            </a:extLst>
          </p:cNvPr>
          <p:cNvSpPr/>
          <p:nvPr/>
        </p:nvSpPr>
        <p:spPr>
          <a:xfrm rot="2716265">
            <a:off x="288984" y="3178529"/>
            <a:ext cx="720000" cy="720000"/>
          </a:xfrm>
          <a:prstGeom prst="roundRect">
            <a:avLst>
              <a:gd name="adj" fmla="val 8192"/>
            </a:avLst>
          </a:prstGeom>
          <a:solidFill>
            <a:schemeClr val="accent3">
              <a:lumMod val="20000"/>
              <a:lumOff val="80000"/>
            </a:schemeClr>
          </a:solidFill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7CDF6E04-5C58-7B4C-9058-216A28A700C8}"/>
              </a:ext>
            </a:extLst>
          </p:cNvPr>
          <p:cNvSpPr/>
          <p:nvPr/>
        </p:nvSpPr>
        <p:spPr>
          <a:xfrm>
            <a:off x="245391" y="3366439"/>
            <a:ext cx="756137" cy="309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b="1">
                <a:solidFill>
                  <a:srgbClr val="000000">
                    <a:lumMod val="85000"/>
                    <a:lumOff val="15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 0.01</a:t>
            </a: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%</a:t>
            </a:r>
            <a:endParaRPr kumimoji="0" lang="en-IN" sz="135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F728761-0364-4443-B210-5596DAA08A83}"/>
              </a:ext>
            </a:extLst>
          </p:cNvPr>
          <p:cNvSpPr/>
          <p:nvPr/>
        </p:nvSpPr>
        <p:spPr>
          <a:xfrm>
            <a:off x="1123596" y="3191213"/>
            <a:ext cx="1329905" cy="691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Server downtime.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000000">
                    <a:lumMod val="85000"/>
                    <a:lumOff val="15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Zero issues reported. </a:t>
            </a: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6" name="Picture 195" descr="A close up of a logo&#10;&#10;Description automatically generated">
            <a:extLst>
              <a:ext uri="{FF2B5EF4-FFF2-40B4-BE49-F238E27FC236}">
                <a16:creationId xmlns:a16="http://schemas.microsoft.com/office/drawing/2014/main" id="{591D0BD8-4F15-B340-93F4-E2C728322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741" y="1988153"/>
            <a:ext cx="304762" cy="304762"/>
          </a:xfrm>
          <a:prstGeom prst="rect">
            <a:avLst/>
          </a:prstGeom>
        </p:spPr>
      </p:pic>
      <p:sp>
        <p:nvSpPr>
          <p:cNvPr id="197" name="Slide Number">
            <a:extLst>
              <a:ext uri="{FF2B5EF4-FFF2-40B4-BE49-F238E27FC236}">
                <a16:creationId xmlns:a16="http://schemas.microsoft.com/office/drawing/2014/main" id="{2D41D1AC-0D10-A74D-86B3-B09ECABD983B}"/>
              </a:ext>
            </a:extLst>
          </p:cNvPr>
          <p:cNvSpPr txBox="1">
            <a:spLocks/>
          </p:cNvSpPr>
          <p:nvPr/>
        </p:nvSpPr>
        <p:spPr>
          <a:xfrm>
            <a:off x="11777757" y="6503674"/>
            <a:ext cx="389013" cy="26161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ctr" defTabSz="914400" rtl="0" eaLnBrk="1" latinLnBrk="0" hangingPunct="1">
              <a:defRPr sz="8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6CB4B4D-7CA3-9044-876B-883B54F8677D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96" name="Picture 95" descr="A close up of a logo&#10;&#10;Description automatically generated">
            <a:extLst>
              <a:ext uri="{FF2B5EF4-FFF2-40B4-BE49-F238E27FC236}">
                <a16:creationId xmlns:a16="http://schemas.microsoft.com/office/drawing/2014/main" id="{42CE0607-BD4A-CE4E-8603-78C1F9AB4D6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251" y="3390770"/>
            <a:ext cx="396000" cy="396000"/>
          </a:xfrm>
          <a:prstGeom prst="rect">
            <a:avLst/>
          </a:prstGeom>
        </p:spPr>
      </p:pic>
      <p:pic>
        <p:nvPicPr>
          <p:cNvPr id="102" name="Graphic 101" descr="Business Growth">
            <a:extLst>
              <a:ext uri="{FF2B5EF4-FFF2-40B4-BE49-F238E27FC236}">
                <a16:creationId xmlns:a16="http://schemas.microsoft.com/office/drawing/2014/main" id="{D7F1EAC9-0F3D-409E-85B0-9C9E455030C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40818" y="3358093"/>
            <a:ext cx="470521" cy="470521"/>
          </a:xfrm>
          <a:prstGeom prst="rect">
            <a:avLst/>
          </a:prstGeom>
        </p:spPr>
      </p:pic>
      <p:sp>
        <p:nvSpPr>
          <p:cNvPr id="108" name="Rectangle: Rounded Corners 93">
            <a:extLst>
              <a:ext uri="{FF2B5EF4-FFF2-40B4-BE49-F238E27FC236}">
                <a16:creationId xmlns:a16="http://schemas.microsoft.com/office/drawing/2014/main" id="{13879AE7-A378-487B-9D88-AB6373840AA1}"/>
              </a:ext>
            </a:extLst>
          </p:cNvPr>
          <p:cNvSpPr/>
          <p:nvPr/>
        </p:nvSpPr>
        <p:spPr>
          <a:xfrm>
            <a:off x="266750" y="4643110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1"/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A21C0CD-DF95-4C05-A133-F0E392EF2E22}"/>
              </a:ext>
            </a:extLst>
          </p:cNvPr>
          <p:cNvSpPr/>
          <p:nvPr/>
        </p:nvSpPr>
        <p:spPr>
          <a:xfrm>
            <a:off x="245391" y="4717823"/>
            <a:ext cx="836341" cy="579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  <a:defRPr/>
            </a:pPr>
            <a:r>
              <a:rPr lang="en-US" sz="900">
                <a:solidFill>
                  <a:srgbClr val="1F99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Ability to parse JSON structure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7BD41F0-98D9-4DDE-BD67-E79B54210D5A}"/>
              </a:ext>
            </a:extLst>
          </p:cNvPr>
          <p:cNvSpPr/>
          <p:nvPr/>
        </p:nvSpPr>
        <p:spPr>
          <a:xfrm>
            <a:off x="295334" y="5743196"/>
            <a:ext cx="683918" cy="213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End Jun 2021</a:t>
            </a:r>
          </a:p>
        </p:txBody>
      </p:sp>
      <p:sp>
        <p:nvSpPr>
          <p:cNvPr id="113" name="Rectangle: Rounded Corners 93">
            <a:extLst>
              <a:ext uri="{FF2B5EF4-FFF2-40B4-BE49-F238E27FC236}">
                <a16:creationId xmlns:a16="http://schemas.microsoft.com/office/drawing/2014/main" id="{D6CEC433-DC14-4153-A294-3771699F3779}"/>
              </a:ext>
            </a:extLst>
          </p:cNvPr>
          <p:cNvSpPr/>
          <p:nvPr/>
        </p:nvSpPr>
        <p:spPr>
          <a:xfrm>
            <a:off x="240811" y="4643106"/>
            <a:ext cx="863111" cy="1354709"/>
          </a:xfrm>
          <a:prstGeom prst="roundRect">
            <a:avLst>
              <a:gd name="adj" fmla="val 10505"/>
            </a:avLst>
          </a:prstGeom>
          <a:solidFill>
            <a:schemeClr val="bg2">
              <a:lumMod val="75000"/>
              <a:alpha val="30196"/>
            </a:schemeClr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15" name="Rectangle: Rounded Corners 93">
            <a:extLst>
              <a:ext uri="{FF2B5EF4-FFF2-40B4-BE49-F238E27FC236}">
                <a16:creationId xmlns:a16="http://schemas.microsoft.com/office/drawing/2014/main" id="{E1EE84E3-4E52-469F-9147-6F1B919B2E12}"/>
              </a:ext>
            </a:extLst>
          </p:cNvPr>
          <p:cNvSpPr/>
          <p:nvPr/>
        </p:nvSpPr>
        <p:spPr>
          <a:xfrm>
            <a:off x="1358614" y="4643110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1"/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2752517-484C-4886-A293-5405BFA2A48B}"/>
              </a:ext>
            </a:extLst>
          </p:cNvPr>
          <p:cNvSpPr/>
          <p:nvPr/>
        </p:nvSpPr>
        <p:spPr>
          <a:xfrm>
            <a:off x="1337255" y="4717823"/>
            <a:ext cx="836341" cy="912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998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Ability to Delete rows from Databricks delta tables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F122D60-3BCD-4948-9BC3-8125706AE775}"/>
              </a:ext>
            </a:extLst>
          </p:cNvPr>
          <p:cNvSpPr/>
          <p:nvPr/>
        </p:nvSpPr>
        <p:spPr>
          <a:xfrm>
            <a:off x="1376027" y="5743196"/>
            <a:ext cx="776007" cy="213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</a:pPr>
            <a:r>
              <a:rPr lang="en-US" sz="700" b="1">
                <a:latin typeface="Calibri" panose="020F0502020204030204" pitchFamily="34" charset="0"/>
                <a:cs typeface="Calibri" panose="020F0502020204030204" pitchFamily="34" charset="0"/>
              </a:rPr>
              <a:t>Mid Aug 2021</a:t>
            </a:r>
          </a:p>
        </p:txBody>
      </p:sp>
      <p:sp>
        <p:nvSpPr>
          <p:cNvPr id="119" name="Rectangle: Rounded Corners 93">
            <a:extLst>
              <a:ext uri="{FF2B5EF4-FFF2-40B4-BE49-F238E27FC236}">
                <a16:creationId xmlns:a16="http://schemas.microsoft.com/office/drawing/2014/main" id="{6FE32E7C-C02C-436F-8B42-BF550C6B792C}"/>
              </a:ext>
            </a:extLst>
          </p:cNvPr>
          <p:cNvSpPr/>
          <p:nvPr/>
        </p:nvSpPr>
        <p:spPr>
          <a:xfrm>
            <a:off x="2450478" y="4643110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1"/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F9432FC-B5E3-4461-B525-FB9700BB9303}"/>
              </a:ext>
            </a:extLst>
          </p:cNvPr>
          <p:cNvSpPr/>
          <p:nvPr/>
        </p:nvSpPr>
        <p:spPr>
          <a:xfrm>
            <a:off x="2429119" y="4717823"/>
            <a:ext cx="836341" cy="746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  <a:defRPr/>
            </a:pPr>
            <a:r>
              <a:rPr lang="en-US" sz="900">
                <a:solidFill>
                  <a:srgbClr val="1F99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Transformation Functions – Lead, Lag 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AC42D23-33E6-4AF1-8AE7-04C8BAA86695}"/>
              </a:ext>
            </a:extLst>
          </p:cNvPr>
          <p:cNvSpPr/>
          <p:nvPr/>
        </p:nvSpPr>
        <p:spPr>
          <a:xfrm>
            <a:off x="2467892" y="5743196"/>
            <a:ext cx="726488" cy="213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</a:pPr>
            <a:r>
              <a:rPr lang="en-US" sz="700" b="1">
                <a:latin typeface="Calibri" panose="020F0502020204030204" pitchFamily="34" charset="0"/>
                <a:cs typeface="Calibri" panose="020F0502020204030204" pitchFamily="34" charset="0"/>
              </a:rPr>
              <a:t>Mid Aug 2021</a:t>
            </a:r>
          </a:p>
        </p:txBody>
      </p:sp>
      <p:sp>
        <p:nvSpPr>
          <p:cNvPr id="123" name="Rectangle: Rounded Corners 93">
            <a:extLst>
              <a:ext uri="{FF2B5EF4-FFF2-40B4-BE49-F238E27FC236}">
                <a16:creationId xmlns:a16="http://schemas.microsoft.com/office/drawing/2014/main" id="{7F5BFC98-0AEC-49ED-ADF8-9E3038A857E3}"/>
              </a:ext>
            </a:extLst>
          </p:cNvPr>
          <p:cNvSpPr/>
          <p:nvPr/>
        </p:nvSpPr>
        <p:spPr>
          <a:xfrm>
            <a:off x="3542342" y="4643110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1"/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9EF37B3-6046-40D4-B4DF-C441BE385B18}"/>
              </a:ext>
            </a:extLst>
          </p:cNvPr>
          <p:cNvSpPr/>
          <p:nvPr/>
        </p:nvSpPr>
        <p:spPr>
          <a:xfrm>
            <a:off x="3520983" y="4717823"/>
            <a:ext cx="836341" cy="912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  <a:defRPr/>
            </a:pPr>
            <a:r>
              <a:rPr lang="en-US" sz="900">
                <a:solidFill>
                  <a:srgbClr val="1F99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IRIS deployment on Google Cloud Platform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F1CE7BD-05A0-444F-A91D-2456D5F2A124}"/>
              </a:ext>
            </a:extLst>
          </p:cNvPr>
          <p:cNvSpPr/>
          <p:nvPr/>
        </p:nvSpPr>
        <p:spPr>
          <a:xfrm>
            <a:off x="3559755" y="5743196"/>
            <a:ext cx="776007" cy="213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</a:pPr>
            <a:r>
              <a:rPr lang="en-US" sz="700" b="1">
                <a:latin typeface="Calibri" panose="020F0502020204030204" pitchFamily="34" charset="0"/>
                <a:cs typeface="Calibri" panose="020F0502020204030204" pitchFamily="34" charset="0"/>
              </a:rPr>
              <a:t>End Aug 2021</a:t>
            </a:r>
          </a:p>
        </p:txBody>
      </p:sp>
      <p:sp>
        <p:nvSpPr>
          <p:cNvPr id="127" name="Rectangle: Rounded Corners 93">
            <a:extLst>
              <a:ext uri="{FF2B5EF4-FFF2-40B4-BE49-F238E27FC236}">
                <a16:creationId xmlns:a16="http://schemas.microsoft.com/office/drawing/2014/main" id="{B35539BC-80C5-41F7-9083-4BDAB0C10A7F}"/>
              </a:ext>
            </a:extLst>
          </p:cNvPr>
          <p:cNvSpPr/>
          <p:nvPr/>
        </p:nvSpPr>
        <p:spPr>
          <a:xfrm>
            <a:off x="4634206" y="4643110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1"/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2A52FE9-D099-49EC-A5B3-5022D5583102}"/>
              </a:ext>
            </a:extLst>
          </p:cNvPr>
          <p:cNvSpPr/>
          <p:nvPr/>
        </p:nvSpPr>
        <p:spPr>
          <a:xfrm>
            <a:off x="4612847" y="4717823"/>
            <a:ext cx="836341" cy="413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  <a:defRPr/>
            </a:pPr>
            <a:r>
              <a:rPr lang="en-US" sz="900">
                <a:solidFill>
                  <a:srgbClr val="1F99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Ability to tag workflows 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7BEB107-A35D-4DA7-A4DB-358FB72FEE5D}"/>
              </a:ext>
            </a:extLst>
          </p:cNvPr>
          <p:cNvSpPr/>
          <p:nvPr/>
        </p:nvSpPr>
        <p:spPr>
          <a:xfrm>
            <a:off x="4651620" y="5743196"/>
            <a:ext cx="683918" cy="213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</a:pPr>
            <a:r>
              <a:rPr lang="en-US" sz="700" b="1">
                <a:latin typeface="Calibri" panose="020F0502020204030204" pitchFamily="34" charset="0"/>
                <a:cs typeface="Calibri" panose="020F0502020204030204" pitchFamily="34" charset="0"/>
              </a:rPr>
              <a:t>Mid Sep 2021</a:t>
            </a:r>
          </a:p>
        </p:txBody>
      </p:sp>
      <p:sp>
        <p:nvSpPr>
          <p:cNvPr id="131" name="Rectangle: Rounded Corners 93">
            <a:extLst>
              <a:ext uri="{FF2B5EF4-FFF2-40B4-BE49-F238E27FC236}">
                <a16:creationId xmlns:a16="http://schemas.microsoft.com/office/drawing/2014/main" id="{AFC2AF75-CBEB-4A3E-8DEE-E0DDE13C0F32}"/>
              </a:ext>
            </a:extLst>
          </p:cNvPr>
          <p:cNvSpPr/>
          <p:nvPr/>
        </p:nvSpPr>
        <p:spPr>
          <a:xfrm>
            <a:off x="5726070" y="4643110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1"/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686E2DD-B37D-4CAD-94E3-8778FA5275AF}"/>
              </a:ext>
            </a:extLst>
          </p:cNvPr>
          <p:cNvSpPr/>
          <p:nvPr/>
        </p:nvSpPr>
        <p:spPr>
          <a:xfrm>
            <a:off x="5704711" y="4717823"/>
            <a:ext cx="836341" cy="912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  <a:defRPr/>
            </a:pPr>
            <a:r>
              <a:rPr lang="en-US" sz="900">
                <a:solidFill>
                  <a:srgbClr val="1F99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Ability to create re-usable custom functions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CADE384-2538-4752-A0A9-C0089686BEFB}"/>
              </a:ext>
            </a:extLst>
          </p:cNvPr>
          <p:cNvSpPr/>
          <p:nvPr/>
        </p:nvSpPr>
        <p:spPr>
          <a:xfrm>
            <a:off x="5743484" y="5743196"/>
            <a:ext cx="683918" cy="213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</a:pPr>
            <a:r>
              <a:rPr lang="en-US" sz="700" b="1">
                <a:latin typeface="Calibri" panose="020F0502020204030204" pitchFamily="34" charset="0"/>
                <a:cs typeface="Calibri" panose="020F0502020204030204" pitchFamily="34" charset="0"/>
              </a:rPr>
              <a:t>End Sep 2021</a:t>
            </a:r>
          </a:p>
        </p:txBody>
      </p:sp>
      <p:sp>
        <p:nvSpPr>
          <p:cNvPr id="135" name="Rectangle: Rounded Corners 93">
            <a:extLst>
              <a:ext uri="{FF2B5EF4-FFF2-40B4-BE49-F238E27FC236}">
                <a16:creationId xmlns:a16="http://schemas.microsoft.com/office/drawing/2014/main" id="{C14E8D4E-B303-475C-97E7-B8E1EB3FB7EC}"/>
              </a:ext>
            </a:extLst>
          </p:cNvPr>
          <p:cNvSpPr/>
          <p:nvPr/>
        </p:nvSpPr>
        <p:spPr>
          <a:xfrm>
            <a:off x="6817934" y="4643110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1"/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633F9A7-F7F8-49B5-BCD9-7D6DDB3D0AB0}"/>
              </a:ext>
            </a:extLst>
          </p:cNvPr>
          <p:cNvSpPr/>
          <p:nvPr/>
        </p:nvSpPr>
        <p:spPr>
          <a:xfrm>
            <a:off x="6796575" y="4717823"/>
            <a:ext cx="836341" cy="413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  <a:defRPr/>
            </a:pPr>
            <a:r>
              <a:rPr lang="en-US" sz="900">
                <a:solidFill>
                  <a:srgbClr val="1F99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KPI Library integration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7D34E29-38B3-4093-8F46-C3F259671654}"/>
              </a:ext>
            </a:extLst>
          </p:cNvPr>
          <p:cNvSpPr/>
          <p:nvPr/>
        </p:nvSpPr>
        <p:spPr>
          <a:xfrm>
            <a:off x="6835348" y="5743196"/>
            <a:ext cx="683918" cy="213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</a:pPr>
            <a:r>
              <a:rPr lang="en-US" sz="700" b="1">
                <a:latin typeface="Calibri" panose="020F0502020204030204" pitchFamily="34" charset="0"/>
                <a:cs typeface="Calibri" panose="020F0502020204030204" pitchFamily="34" charset="0"/>
              </a:rPr>
              <a:t>End Sep 2021</a:t>
            </a:r>
          </a:p>
        </p:txBody>
      </p:sp>
      <p:sp>
        <p:nvSpPr>
          <p:cNvPr id="144" name="Rectangle: Rounded Corners 93">
            <a:extLst>
              <a:ext uri="{FF2B5EF4-FFF2-40B4-BE49-F238E27FC236}">
                <a16:creationId xmlns:a16="http://schemas.microsoft.com/office/drawing/2014/main" id="{6C932D92-8257-4A57-966F-D63555A30D3B}"/>
              </a:ext>
            </a:extLst>
          </p:cNvPr>
          <p:cNvSpPr/>
          <p:nvPr/>
        </p:nvSpPr>
        <p:spPr>
          <a:xfrm>
            <a:off x="7909800" y="4643110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1"/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A5331AA-B85F-434B-833F-B613F4EA64DC}"/>
              </a:ext>
            </a:extLst>
          </p:cNvPr>
          <p:cNvSpPr/>
          <p:nvPr/>
        </p:nvSpPr>
        <p:spPr>
          <a:xfrm>
            <a:off x="7888441" y="4717823"/>
            <a:ext cx="836341" cy="912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  <a:defRPr/>
            </a:pPr>
            <a:r>
              <a:rPr lang="en-US" sz="900">
                <a:solidFill>
                  <a:srgbClr val="1F99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Parameterization in workflow transformations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3B05C01-DED6-413C-A3F4-14CD051B02E1}"/>
              </a:ext>
            </a:extLst>
          </p:cNvPr>
          <p:cNvSpPr/>
          <p:nvPr/>
        </p:nvSpPr>
        <p:spPr>
          <a:xfrm>
            <a:off x="7927214" y="5743196"/>
            <a:ext cx="683918" cy="213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00">
              <a:lnSpc>
                <a:spcPct val="120000"/>
              </a:lnSpc>
            </a:pPr>
            <a:r>
              <a:rPr lang="en-US" sz="700" b="1">
                <a:latin typeface="Calibri" panose="020F0502020204030204" pitchFamily="34" charset="0"/>
                <a:cs typeface="Calibri" panose="020F0502020204030204" pitchFamily="34" charset="0"/>
              </a:rPr>
              <a:t>End Oct 2021</a:t>
            </a:r>
          </a:p>
        </p:txBody>
      </p:sp>
      <p:sp>
        <p:nvSpPr>
          <p:cNvPr id="201" name="Rectangle: Rounded Corners 93">
            <a:extLst>
              <a:ext uri="{FF2B5EF4-FFF2-40B4-BE49-F238E27FC236}">
                <a16:creationId xmlns:a16="http://schemas.microsoft.com/office/drawing/2014/main" id="{BBB22323-3756-4035-99F5-2EA8F2FDB948}"/>
              </a:ext>
            </a:extLst>
          </p:cNvPr>
          <p:cNvSpPr/>
          <p:nvPr/>
        </p:nvSpPr>
        <p:spPr>
          <a:xfrm>
            <a:off x="1358614" y="4643108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2">
              <a:lumMod val="75000"/>
              <a:alpha val="30196"/>
            </a:schemeClr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202" name="Rectangle: Rounded Corners 93">
            <a:extLst>
              <a:ext uri="{FF2B5EF4-FFF2-40B4-BE49-F238E27FC236}">
                <a16:creationId xmlns:a16="http://schemas.microsoft.com/office/drawing/2014/main" id="{D155591D-8BF7-48E4-8254-83EF33D5B911}"/>
              </a:ext>
            </a:extLst>
          </p:cNvPr>
          <p:cNvSpPr/>
          <p:nvPr/>
        </p:nvSpPr>
        <p:spPr>
          <a:xfrm>
            <a:off x="2452191" y="4643106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2">
              <a:lumMod val="75000"/>
              <a:alpha val="30196"/>
            </a:schemeClr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203" name="Rectangle: Rounded Corners 93">
            <a:extLst>
              <a:ext uri="{FF2B5EF4-FFF2-40B4-BE49-F238E27FC236}">
                <a16:creationId xmlns:a16="http://schemas.microsoft.com/office/drawing/2014/main" id="{97EA78ED-99FC-44EA-9354-8FC3EADA1C44}"/>
              </a:ext>
            </a:extLst>
          </p:cNvPr>
          <p:cNvSpPr/>
          <p:nvPr/>
        </p:nvSpPr>
        <p:spPr>
          <a:xfrm>
            <a:off x="3544057" y="4643106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2">
              <a:lumMod val="75000"/>
              <a:alpha val="30196"/>
            </a:schemeClr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sp>
        <p:nvSpPr>
          <p:cNvPr id="204" name="Rectangle: Rounded Corners 93">
            <a:extLst>
              <a:ext uri="{FF2B5EF4-FFF2-40B4-BE49-F238E27FC236}">
                <a16:creationId xmlns:a16="http://schemas.microsoft.com/office/drawing/2014/main" id="{14BF7473-0541-4532-8D91-46BF93C01DCA}"/>
              </a:ext>
            </a:extLst>
          </p:cNvPr>
          <p:cNvSpPr/>
          <p:nvPr/>
        </p:nvSpPr>
        <p:spPr>
          <a:xfrm>
            <a:off x="4635921" y="4643106"/>
            <a:ext cx="836340" cy="1354709"/>
          </a:xfrm>
          <a:prstGeom prst="roundRect">
            <a:avLst>
              <a:gd name="adj" fmla="val 10505"/>
            </a:avLst>
          </a:prstGeom>
          <a:solidFill>
            <a:schemeClr val="bg2">
              <a:lumMod val="75000"/>
              <a:alpha val="30196"/>
            </a:schemeClr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Helvetic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ABAF13-94CB-4E45-8465-F769BF6F6727}"/>
              </a:ext>
            </a:extLst>
          </p:cNvPr>
          <p:cNvCxnSpPr>
            <a:cxnSpLocks/>
          </p:cNvCxnSpPr>
          <p:nvPr/>
        </p:nvCxnSpPr>
        <p:spPr>
          <a:xfrm>
            <a:off x="5594447" y="4291147"/>
            <a:ext cx="0" cy="1706668"/>
          </a:xfrm>
          <a:prstGeom prst="line">
            <a:avLst/>
          </a:prstGeom>
          <a:noFill/>
          <a:ln w="25400" cap="flat">
            <a:solidFill>
              <a:schemeClr val="tx2">
                <a:lumMod val="20000"/>
                <a:lumOff val="80000"/>
              </a:schemeClr>
            </a:solidFill>
            <a:prstDash val="dash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1036251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6_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7_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166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&amp;quot</vt:lpstr>
      <vt:lpstr>Arial</vt:lpstr>
      <vt:lpstr>Calibri</vt:lpstr>
      <vt:lpstr>Helvetica</vt:lpstr>
      <vt:lpstr>Montserrat Light</vt:lpstr>
      <vt:lpstr>Proxima Nova</vt:lpstr>
      <vt:lpstr>Wingdings</vt:lpstr>
      <vt:lpstr>1_White</vt:lpstr>
      <vt:lpstr>6_White</vt:lpstr>
      <vt:lpstr>7_White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discovery suites (dds) of offerings powered by functional expertise and analytics knowledge enabled by cutting edge technology</dc:title>
  <dc:creator>Muthu</dc:creator>
  <cp:lastModifiedBy>Sammed Kumar</cp:lastModifiedBy>
  <cp:revision>30</cp:revision>
  <cp:lastPrinted>2019-07-17T16:43:07Z</cp:lastPrinted>
  <dcterms:created xsi:type="dcterms:W3CDTF">2019-04-10T00:27:12Z</dcterms:created>
  <dcterms:modified xsi:type="dcterms:W3CDTF">2024-07-03T08:16:53Z</dcterms:modified>
</cp:coreProperties>
</file>