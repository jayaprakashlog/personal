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xml" ContentType="application/vnd.openxmlformats-officedocument.presentationml.notesSlide+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notesSlides/notesSlide4.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7.xml" ContentType="application/vnd.openxmlformats-officedocument.presentationml.notesSlide+xml"/>
  <Override PartName="/ppt/tags/tag7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 id="2147483663" r:id="rId4"/>
  </p:sldMasterIdLst>
  <p:notesMasterIdLst>
    <p:notesMasterId r:id="rId34"/>
  </p:notesMasterIdLst>
  <p:sldIdLst>
    <p:sldId id="267" r:id="rId5"/>
    <p:sldId id="2134959696" r:id="rId6"/>
    <p:sldId id="2134959703" r:id="rId7"/>
    <p:sldId id="2134959697" r:id="rId8"/>
    <p:sldId id="256" r:id="rId9"/>
    <p:sldId id="329" r:id="rId10"/>
    <p:sldId id="330" r:id="rId11"/>
    <p:sldId id="333" r:id="rId12"/>
    <p:sldId id="331" r:id="rId13"/>
    <p:sldId id="334" r:id="rId14"/>
    <p:sldId id="335" r:id="rId15"/>
    <p:sldId id="2134959714" r:id="rId16"/>
    <p:sldId id="2134959704" r:id="rId17"/>
    <p:sldId id="327" r:id="rId18"/>
    <p:sldId id="326" r:id="rId19"/>
    <p:sldId id="2134959705" r:id="rId20"/>
    <p:sldId id="266" r:id="rId21"/>
    <p:sldId id="2134959706" r:id="rId22"/>
    <p:sldId id="332" r:id="rId23"/>
    <p:sldId id="2134959707" r:id="rId24"/>
    <p:sldId id="2134959713" r:id="rId25"/>
    <p:sldId id="2134959708" r:id="rId26"/>
    <p:sldId id="325" r:id="rId27"/>
    <p:sldId id="2134959709" r:id="rId28"/>
    <p:sldId id="2134959710" r:id="rId29"/>
    <p:sldId id="2134959711" r:id="rId30"/>
    <p:sldId id="2134959712" r:id="rId31"/>
    <p:sldId id="2134959715" r:id="rId32"/>
    <p:sldId id="213495971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5573B1"/>
    <a:srgbClr val="4E2198"/>
    <a:srgbClr val="5C5DA7"/>
    <a:srgbClr val="346393"/>
    <a:srgbClr val="B98FFF"/>
    <a:srgbClr val="27AAE1"/>
    <a:srgbClr val="172B3C"/>
    <a:srgbClr val="E9EDF3"/>
    <a:srgbClr val="7FBD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AC0FC1-1304-4A69-AEF6-4E2740E5EA2D}" v="12" dt="2024-07-16T11:56:32.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09" autoAdjust="0"/>
  </p:normalViewPr>
  <p:slideViewPr>
    <p:cSldViewPr snapToGrid="0">
      <p:cViewPr varScale="1">
        <p:scale>
          <a:sx n="97" d="100"/>
          <a:sy n="97" d="100"/>
        </p:scale>
        <p:origin x="10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wtham H" userId="4faa829a-5e25-4e1f-93a2-7effa1339323" providerId="ADAL" clId="{F4AC0FC1-1304-4A69-AEF6-4E2740E5EA2D}"/>
    <pc:docChg chg="undo custSel addSld delSld modSld">
      <pc:chgData name="Gowtham H" userId="4faa829a-5e25-4e1f-93a2-7effa1339323" providerId="ADAL" clId="{F4AC0FC1-1304-4A69-AEF6-4E2740E5EA2D}" dt="2024-07-16T11:56:45.342" v="531" actId="20577"/>
      <pc:docMkLst>
        <pc:docMk/>
      </pc:docMkLst>
      <pc:sldChg chg="add del">
        <pc:chgData name="Gowtham H" userId="4faa829a-5e25-4e1f-93a2-7effa1339323" providerId="ADAL" clId="{F4AC0FC1-1304-4A69-AEF6-4E2740E5EA2D}" dt="2024-07-16T11:20:29.432" v="238"/>
        <pc:sldMkLst>
          <pc:docMk/>
          <pc:sldMk cId="1414950004" sldId="256"/>
        </pc:sldMkLst>
      </pc:sldChg>
      <pc:sldChg chg="add del">
        <pc:chgData name="Gowtham H" userId="4faa829a-5e25-4e1f-93a2-7effa1339323" providerId="ADAL" clId="{F4AC0FC1-1304-4A69-AEF6-4E2740E5EA2D}" dt="2024-07-16T11:21:09.816" v="242"/>
        <pc:sldMkLst>
          <pc:docMk/>
          <pc:sldMk cId="1041159351" sldId="266"/>
        </pc:sldMkLst>
      </pc:sldChg>
      <pc:sldChg chg="modSp mod">
        <pc:chgData name="Gowtham H" userId="4faa829a-5e25-4e1f-93a2-7effa1339323" providerId="ADAL" clId="{F4AC0FC1-1304-4A69-AEF6-4E2740E5EA2D}" dt="2024-07-08T08:26:42.232" v="221" actId="20577"/>
        <pc:sldMkLst>
          <pc:docMk/>
          <pc:sldMk cId="2956233584" sldId="267"/>
        </pc:sldMkLst>
        <pc:spChg chg="mod">
          <ac:chgData name="Gowtham H" userId="4faa829a-5e25-4e1f-93a2-7effa1339323" providerId="ADAL" clId="{F4AC0FC1-1304-4A69-AEF6-4E2740E5EA2D}" dt="2024-07-08T08:26:42.232" v="221" actId="20577"/>
          <ac:spMkLst>
            <pc:docMk/>
            <pc:sldMk cId="2956233584" sldId="267"/>
            <ac:spMk id="6" creationId="{05979D89-6ED5-45D8-9627-E93E2E92C478}"/>
          </ac:spMkLst>
        </pc:spChg>
      </pc:sldChg>
      <pc:sldChg chg="add">
        <pc:chgData name="Gowtham H" userId="4faa829a-5e25-4e1f-93a2-7effa1339323" providerId="ADAL" clId="{F4AC0FC1-1304-4A69-AEF6-4E2740E5EA2D}" dt="2024-07-16T11:22:02.652" v="248"/>
        <pc:sldMkLst>
          <pc:docMk/>
          <pc:sldMk cId="1928199108" sldId="325"/>
        </pc:sldMkLst>
      </pc:sldChg>
      <pc:sldChg chg="add del">
        <pc:chgData name="Gowtham H" userId="4faa829a-5e25-4e1f-93a2-7effa1339323" providerId="ADAL" clId="{F4AC0FC1-1304-4A69-AEF6-4E2740E5EA2D}" dt="2024-07-16T11:21:09.816" v="242"/>
        <pc:sldMkLst>
          <pc:docMk/>
          <pc:sldMk cId="2099490239" sldId="326"/>
        </pc:sldMkLst>
      </pc:sldChg>
      <pc:sldChg chg="add del">
        <pc:chgData name="Gowtham H" userId="4faa829a-5e25-4e1f-93a2-7effa1339323" providerId="ADAL" clId="{F4AC0FC1-1304-4A69-AEF6-4E2740E5EA2D}" dt="2024-07-16T11:21:09.816" v="242"/>
        <pc:sldMkLst>
          <pc:docMk/>
          <pc:sldMk cId="241222105" sldId="327"/>
        </pc:sldMkLst>
      </pc:sldChg>
      <pc:sldChg chg="modSp add del mod">
        <pc:chgData name="Gowtham H" userId="4faa829a-5e25-4e1f-93a2-7effa1339323" providerId="ADAL" clId="{F4AC0FC1-1304-4A69-AEF6-4E2740E5EA2D}" dt="2024-07-16T11:20:29.432" v="238"/>
        <pc:sldMkLst>
          <pc:docMk/>
          <pc:sldMk cId="321728874" sldId="329"/>
        </pc:sldMkLst>
        <pc:spChg chg="mod">
          <ac:chgData name="Gowtham H" userId="4faa829a-5e25-4e1f-93a2-7effa1339323" providerId="ADAL" clId="{F4AC0FC1-1304-4A69-AEF6-4E2740E5EA2D}" dt="2024-07-16T11:20:29.342" v="237"/>
          <ac:spMkLst>
            <pc:docMk/>
            <pc:sldMk cId="321728874" sldId="329"/>
            <ac:spMk id="4" creationId="{00000000-0000-0000-0000-000000000000}"/>
          </ac:spMkLst>
        </pc:spChg>
      </pc:sldChg>
      <pc:sldChg chg="add del">
        <pc:chgData name="Gowtham H" userId="4faa829a-5e25-4e1f-93a2-7effa1339323" providerId="ADAL" clId="{F4AC0FC1-1304-4A69-AEF6-4E2740E5EA2D}" dt="2024-07-16T11:20:29.432" v="238"/>
        <pc:sldMkLst>
          <pc:docMk/>
          <pc:sldMk cId="236213439" sldId="330"/>
        </pc:sldMkLst>
      </pc:sldChg>
      <pc:sldChg chg="add del">
        <pc:chgData name="Gowtham H" userId="4faa829a-5e25-4e1f-93a2-7effa1339323" providerId="ADAL" clId="{F4AC0FC1-1304-4A69-AEF6-4E2740E5EA2D}" dt="2024-07-16T11:20:29.432" v="238"/>
        <pc:sldMkLst>
          <pc:docMk/>
          <pc:sldMk cId="1488024605" sldId="331"/>
        </pc:sldMkLst>
      </pc:sldChg>
      <pc:sldChg chg="add del">
        <pc:chgData name="Gowtham H" userId="4faa829a-5e25-4e1f-93a2-7effa1339323" providerId="ADAL" clId="{F4AC0FC1-1304-4A69-AEF6-4E2740E5EA2D}" dt="2024-07-16T11:21:09.816" v="242"/>
        <pc:sldMkLst>
          <pc:docMk/>
          <pc:sldMk cId="849957255" sldId="332"/>
        </pc:sldMkLst>
      </pc:sldChg>
      <pc:sldChg chg="add del">
        <pc:chgData name="Gowtham H" userId="4faa829a-5e25-4e1f-93a2-7effa1339323" providerId="ADAL" clId="{F4AC0FC1-1304-4A69-AEF6-4E2740E5EA2D}" dt="2024-07-16T11:20:36.372" v="239" actId="47"/>
        <pc:sldMkLst>
          <pc:docMk/>
          <pc:sldMk cId="4015063581" sldId="332"/>
        </pc:sldMkLst>
      </pc:sldChg>
      <pc:sldChg chg="add del">
        <pc:chgData name="Gowtham H" userId="4faa829a-5e25-4e1f-93a2-7effa1339323" providerId="ADAL" clId="{F4AC0FC1-1304-4A69-AEF6-4E2740E5EA2D}" dt="2024-07-16T11:20:29.432" v="238"/>
        <pc:sldMkLst>
          <pc:docMk/>
          <pc:sldMk cId="1703783619" sldId="333"/>
        </pc:sldMkLst>
      </pc:sldChg>
      <pc:sldChg chg="add del">
        <pc:chgData name="Gowtham H" userId="4faa829a-5e25-4e1f-93a2-7effa1339323" providerId="ADAL" clId="{F4AC0FC1-1304-4A69-AEF6-4E2740E5EA2D}" dt="2024-07-16T11:20:29.432" v="238"/>
        <pc:sldMkLst>
          <pc:docMk/>
          <pc:sldMk cId="3627722551" sldId="334"/>
        </pc:sldMkLst>
      </pc:sldChg>
      <pc:sldChg chg="add del">
        <pc:chgData name="Gowtham H" userId="4faa829a-5e25-4e1f-93a2-7effa1339323" providerId="ADAL" clId="{F4AC0FC1-1304-4A69-AEF6-4E2740E5EA2D}" dt="2024-07-16T11:20:29.432" v="238"/>
        <pc:sldMkLst>
          <pc:docMk/>
          <pc:sldMk cId="2259568718" sldId="335"/>
        </pc:sldMkLst>
      </pc:sldChg>
      <pc:sldChg chg="modSp mod">
        <pc:chgData name="Gowtham H" userId="4faa829a-5e25-4e1f-93a2-7effa1339323" providerId="ADAL" clId="{F4AC0FC1-1304-4A69-AEF6-4E2740E5EA2D}" dt="2024-07-16T11:36:40.809" v="403" actId="313"/>
        <pc:sldMkLst>
          <pc:docMk/>
          <pc:sldMk cId="2478730751" sldId="2134959696"/>
        </pc:sldMkLst>
        <pc:spChg chg="mod">
          <ac:chgData name="Gowtham H" userId="4faa829a-5e25-4e1f-93a2-7effa1339323" providerId="ADAL" clId="{F4AC0FC1-1304-4A69-AEF6-4E2740E5EA2D}" dt="2024-07-16T11:36:40.809" v="403" actId="313"/>
          <ac:spMkLst>
            <pc:docMk/>
            <pc:sldMk cId="2478730751" sldId="2134959696"/>
            <ac:spMk id="3" creationId="{A976EFF9-C837-4A06-9B0B-B47D2C67904D}"/>
          </ac:spMkLst>
        </pc:spChg>
      </pc:sldChg>
      <pc:sldChg chg="modSp mod">
        <pc:chgData name="Gowtham H" userId="4faa829a-5e25-4e1f-93a2-7effa1339323" providerId="ADAL" clId="{F4AC0FC1-1304-4A69-AEF6-4E2740E5EA2D}" dt="2024-07-08T05:45:35.129" v="180" actId="20577"/>
        <pc:sldMkLst>
          <pc:docMk/>
          <pc:sldMk cId="596674535" sldId="2134959697"/>
        </pc:sldMkLst>
        <pc:spChg chg="mod">
          <ac:chgData name="Gowtham H" userId="4faa829a-5e25-4e1f-93a2-7effa1339323" providerId="ADAL" clId="{F4AC0FC1-1304-4A69-AEF6-4E2740E5EA2D}" dt="2024-07-08T05:42:35.100" v="164" actId="20577"/>
          <ac:spMkLst>
            <pc:docMk/>
            <pc:sldMk cId="596674535" sldId="2134959697"/>
            <ac:spMk id="37" creationId="{2874E485-6500-5AA1-705F-828FA8D7D145}"/>
          </ac:spMkLst>
        </pc:spChg>
        <pc:spChg chg="mod">
          <ac:chgData name="Gowtham H" userId="4faa829a-5e25-4e1f-93a2-7effa1339323" providerId="ADAL" clId="{F4AC0FC1-1304-4A69-AEF6-4E2740E5EA2D}" dt="2024-07-08T05:45:35.129" v="180" actId="20577"/>
          <ac:spMkLst>
            <pc:docMk/>
            <pc:sldMk cId="596674535" sldId="2134959697"/>
            <ac:spMk id="39" creationId="{2C5E7BD7-04C0-7F04-57D7-C67D8C1368A4}"/>
          </ac:spMkLst>
        </pc:spChg>
      </pc:sldChg>
      <pc:sldChg chg="add del">
        <pc:chgData name="Gowtham H" userId="4faa829a-5e25-4e1f-93a2-7effa1339323" providerId="ADAL" clId="{F4AC0FC1-1304-4A69-AEF6-4E2740E5EA2D}" dt="2024-07-15T11:38:43.076" v="224" actId="47"/>
        <pc:sldMkLst>
          <pc:docMk/>
          <pc:sldMk cId="2125395884" sldId="2134959700"/>
        </pc:sldMkLst>
      </pc:sldChg>
      <pc:sldChg chg="del">
        <pc:chgData name="Gowtham H" userId="4faa829a-5e25-4e1f-93a2-7effa1339323" providerId="ADAL" clId="{F4AC0FC1-1304-4A69-AEF6-4E2740E5EA2D}" dt="2024-07-08T05:22:11.492" v="0" actId="47"/>
        <pc:sldMkLst>
          <pc:docMk/>
          <pc:sldMk cId="2303523526" sldId="2134959702"/>
        </pc:sldMkLst>
      </pc:sldChg>
      <pc:sldChg chg="addSp delSp modSp mod modNotesTx">
        <pc:chgData name="Gowtham H" userId="4faa829a-5e25-4e1f-93a2-7effa1339323" providerId="ADAL" clId="{F4AC0FC1-1304-4A69-AEF6-4E2740E5EA2D}" dt="2024-07-16T11:56:45.342" v="531" actId="20577"/>
        <pc:sldMkLst>
          <pc:docMk/>
          <pc:sldMk cId="1804440810" sldId="2134959703"/>
        </pc:sldMkLst>
        <pc:spChg chg="add mod">
          <ac:chgData name="Gowtham H" userId="4faa829a-5e25-4e1f-93a2-7effa1339323" providerId="ADAL" clId="{F4AC0FC1-1304-4A69-AEF6-4E2740E5EA2D}" dt="2024-07-08T08:25:52.449" v="182" actId="1076"/>
          <ac:spMkLst>
            <pc:docMk/>
            <pc:sldMk cId="1804440810" sldId="2134959703"/>
            <ac:spMk id="2" creationId="{9689EF80-DD9E-C750-1225-5F844DE088E9}"/>
          </ac:spMkLst>
        </pc:spChg>
        <pc:spChg chg="add mod">
          <ac:chgData name="Gowtham H" userId="4faa829a-5e25-4e1f-93a2-7effa1339323" providerId="ADAL" clId="{F4AC0FC1-1304-4A69-AEF6-4E2740E5EA2D}" dt="2024-07-16T11:56:45.342" v="531" actId="20577"/>
          <ac:spMkLst>
            <pc:docMk/>
            <pc:sldMk cId="1804440810" sldId="2134959703"/>
            <ac:spMk id="3" creationId="{9BA90EB9-FFAA-07F6-1A0F-1D23544CB0C2}"/>
          </ac:spMkLst>
        </pc:spChg>
        <pc:spChg chg="mod">
          <ac:chgData name="Gowtham H" userId="4faa829a-5e25-4e1f-93a2-7effa1339323" providerId="ADAL" clId="{F4AC0FC1-1304-4A69-AEF6-4E2740E5EA2D}" dt="2024-07-08T08:26:09.323" v="196" actId="1036"/>
          <ac:spMkLst>
            <pc:docMk/>
            <pc:sldMk cId="1804440810" sldId="2134959703"/>
            <ac:spMk id="13" creationId="{A1983A23-9216-46EC-6D7A-FAD950894D61}"/>
          </ac:spMkLst>
        </pc:spChg>
        <pc:spChg chg="mod">
          <ac:chgData name="Gowtham H" userId="4faa829a-5e25-4e1f-93a2-7effa1339323" providerId="ADAL" clId="{F4AC0FC1-1304-4A69-AEF6-4E2740E5EA2D}" dt="2024-07-08T08:26:09.323" v="196" actId="1036"/>
          <ac:spMkLst>
            <pc:docMk/>
            <pc:sldMk cId="1804440810" sldId="2134959703"/>
            <ac:spMk id="14" creationId="{D32FFB09-CBF0-C032-0992-B2311FA670BE}"/>
          </ac:spMkLst>
        </pc:spChg>
        <pc:spChg chg="mod">
          <ac:chgData name="Gowtham H" userId="4faa829a-5e25-4e1f-93a2-7effa1339323" providerId="ADAL" clId="{F4AC0FC1-1304-4A69-AEF6-4E2740E5EA2D}" dt="2024-07-08T08:26:09.323" v="196" actId="1036"/>
          <ac:spMkLst>
            <pc:docMk/>
            <pc:sldMk cId="1804440810" sldId="2134959703"/>
            <ac:spMk id="16" creationId="{2E6E301D-9C06-8D05-0DC2-29859589AC82}"/>
          </ac:spMkLst>
        </pc:spChg>
        <pc:spChg chg="mod">
          <ac:chgData name="Gowtham H" userId="4faa829a-5e25-4e1f-93a2-7effa1339323" providerId="ADAL" clId="{F4AC0FC1-1304-4A69-AEF6-4E2740E5EA2D}" dt="2024-07-08T05:38:35.760" v="95" actId="1076"/>
          <ac:spMkLst>
            <pc:docMk/>
            <pc:sldMk cId="1804440810" sldId="2134959703"/>
            <ac:spMk id="20" creationId="{BC430596-154E-5DE0-10D3-D8B06D156C9E}"/>
          </ac:spMkLst>
        </pc:spChg>
        <pc:spChg chg="mod">
          <ac:chgData name="Gowtham H" userId="4faa829a-5e25-4e1f-93a2-7effa1339323" providerId="ADAL" clId="{F4AC0FC1-1304-4A69-AEF6-4E2740E5EA2D}" dt="2024-07-08T08:26:09.323" v="196" actId="1036"/>
          <ac:spMkLst>
            <pc:docMk/>
            <pc:sldMk cId="1804440810" sldId="2134959703"/>
            <ac:spMk id="22" creationId="{4EC22306-9CBB-3747-376A-0EFA4D1BF29C}"/>
          </ac:spMkLst>
        </pc:spChg>
        <pc:spChg chg="mod">
          <ac:chgData name="Gowtham H" userId="4faa829a-5e25-4e1f-93a2-7effa1339323" providerId="ADAL" clId="{F4AC0FC1-1304-4A69-AEF6-4E2740E5EA2D}" dt="2024-07-08T08:26:09.323" v="196" actId="1036"/>
          <ac:spMkLst>
            <pc:docMk/>
            <pc:sldMk cId="1804440810" sldId="2134959703"/>
            <ac:spMk id="23" creationId="{29B37C5D-B55F-082D-3743-C45FDDF95293}"/>
          </ac:spMkLst>
        </pc:spChg>
        <pc:spChg chg="mod">
          <ac:chgData name="Gowtham H" userId="4faa829a-5e25-4e1f-93a2-7effa1339323" providerId="ADAL" clId="{F4AC0FC1-1304-4A69-AEF6-4E2740E5EA2D}" dt="2024-07-08T08:26:09.323" v="196" actId="1036"/>
          <ac:spMkLst>
            <pc:docMk/>
            <pc:sldMk cId="1804440810" sldId="2134959703"/>
            <ac:spMk id="29" creationId="{18427B98-2F7D-CC86-6E88-60A4DEB9B5E6}"/>
          </ac:spMkLst>
        </pc:spChg>
        <pc:spChg chg="mod">
          <ac:chgData name="Gowtham H" userId="4faa829a-5e25-4e1f-93a2-7effa1339323" providerId="ADAL" clId="{F4AC0FC1-1304-4A69-AEF6-4E2740E5EA2D}" dt="2024-07-08T08:26:09.323" v="196" actId="1036"/>
          <ac:spMkLst>
            <pc:docMk/>
            <pc:sldMk cId="1804440810" sldId="2134959703"/>
            <ac:spMk id="30" creationId="{D5EF8A8B-CA84-D58D-102E-B194C86A6BBD}"/>
          </ac:spMkLst>
        </pc:spChg>
        <pc:spChg chg="del">
          <ac:chgData name="Gowtham H" userId="4faa829a-5e25-4e1f-93a2-7effa1339323" providerId="ADAL" clId="{F4AC0FC1-1304-4A69-AEF6-4E2740E5EA2D}" dt="2024-07-08T05:37:09.224" v="74" actId="478"/>
          <ac:spMkLst>
            <pc:docMk/>
            <pc:sldMk cId="1804440810" sldId="2134959703"/>
            <ac:spMk id="41" creationId="{21CA03A8-90F2-0CFF-1B5C-55CF9DA2B72F}"/>
          </ac:spMkLst>
        </pc:spChg>
        <pc:spChg chg="mod">
          <ac:chgData name="Gowtham H" userId="4faa829a-5e25-4e1f-93a2-7effa1339323" providerId="ADAL" clId="{F4AC0FC1-1304-4A69-AEF6-4E2740E5EA2D}" dt="2024-07-08T08:26:09.323" v="196" actId="1036"/>
          <ac:spMkLst>
            <pc:docMk/>
            <pc:sldMk cId="1804440810" sldId="2134959703"/>
            <ac:spMk id="56" creationId="{021A25BD-51EC-C0AA-1311-E3C5214EEE6D}"/>
          </ac:spMkLst>
        </pc:spChg>
        <pc:spChg chg="del">
          <ac:chgData name="Gowtham H" userId="4faa829a-5e25-4e1f-93a2-7effa1339323" providerId="ADAL" clId="{F4AC0FC1-1304-4A69-AEF6-4E2740E5EA2D}" dt="2024-07-08T05:37:05.999" v="73" actId="478"/>
          <ac:spMkLst>
            <pc:docMk/>
            <pc:sldMk cId="1804440810" sldId="2134959703"/>
            <ac:spMk id="57" creationId="{64B563A1-C337-3F4B-3E94-EEC311246565}"/>
          </ac:spMkLst>
        </pc:spChg>
        <pc:spChg chg="mod">
          <ac:chgData name="Gowtham H" userId="4faa829a-5e25-4e1f-93a2-7effa1339323" providerId="ADAL" clId="{F4AC0FC1-1304-4A69-AEF6-4E2740E5EA2D}" dt="2024-07-16T11:56:20.294" v="505" actId="20577"/>
          <ac:spMkLst>
            <pc:docMk/>
            <pc:sldMk cId="1804440810" sldId="2134959703"/>
            <ac:spMk id="70" creationId="{A5B5E81A-B02D-F840-1B83-89C0AC95D348}"/>
          </ac:spMkLst>
        </pc:spChg>
        <pc:spChg chg="mod">
          <ac:chgData name="Gowtham H" userId="4faa829a-5e25-4e1f-93a2-7effa1339323" providerId="ADAL" clId="{F4AC0FC1-1304-4A69-AEF6-4E2740E5EA2D}" dt="2024-07-15T14:01:27.411" v="227" actId="1076"/>
          <ac:spMkLst>
            <pc:docMk/>
            <pc:sldMk cId="1804440810" sldId="2134959703"/>
            <ac:spMk id="83" creationId="{F9260F99-B896-2B00-7CF0-0FB43C9F471D}"/>
          </ac:spMkLst>
        </pc:spChg>
        <pc:spChg chg="mod">
          <ac:chgData name="Gowtham H" userId="4faa829a-5e25-4e1f-93a2-7effa1339323" providerId="ADAL" clId="{F4AC0FC1-1304-4A69-AEF6-4E2740E5EA2D}" dt="2024-07-15T14:01:41.199" v="233" actId="1036"/>
          <ac:spMkLst>
            <pc:docMk/>
            <pc:sldMk cId="1804440810" sldId="2134959703"/>
            <ac:spMk id="86" creationId="{EABA6F3B-91FB-8BF3-055D-8DCBC5056896}"/>
          </ac:spMkLst>
        </pc:spChg>
        <pc:spChg chg="mod">
          <ac:chgData name="Gowtham H" userId="4faa829a-5e25-4e1f-93a2-7effa1339323" providerId="ADAL" clId="{F4AC0FC1-1304-4A69-AEF6-4E2740E5EA2D}" dt="2024-07-08T08:26:17.190" v="211" actId="1035"/>
          <ac:spMkLst>
            <pc:docMk/>
            <pc:sldMk cId="1804440810" sldId="2134959703"/>
            <ac:spMk id="94" creationId="{64622FC5-E056-9E33-84D5-20D4656BF782}"/>
          </ac:spMkLst>
        </pc:spChg>
        <pc:spChg chg="mod">
          <ac:chgData name="Gowtham H" userId="4faa829a-5e25-4e1f-93a2-7effa1339323" providerId="ADAL" clId="{F4AC0FC1-1304-4A69-AEF6-4E2740E5EA2D}" dt="2024-07-08T08:26:17.190" v="211" actId="1035"/>
          <ac:spMkLst>
            <pc:docMk/>
            <pc:sldMk cId="1804440810" sldId="2134959703"/>
            <ac:spMk id="96" creationId="{795D1AB0-B735-698D-937F-4476F313B39D}"/>
          </ac:spMkLst>
        </pc:spChg>
        <pc:spChg chg="mod">
          <ac:chgData name="Gowtham H" userId="4faa829a-5e25-4e1f-93a2-7effa1339323" providerId="ADAL" clId="{F4AC0FC1-1304-4A69-AEF6-4E2740E5EA2D}" dt="2024-07-08T08:26:17.190" v="211" actId="1035"/>
          <ac:spMkLst>
            <pc:docMk/>
            <pc:sldMk cId="1804440810" sldId="2134959703"/>
            <ac:spMk id="97" creationId="{13AB06F6-9A9E-4EB7-C9D6-33FAF4D19261}"/>
          </ac:spMkLst>
        </pc:spChg>
        <pc:spChg chg="mod">
          <ac:chgData name="Gowtham H" userId="4faa829a-5e25-4e1f-93a2-7effa1339323" providerId="ADAL" clId="{F4AC0FC1-1304-4A69-AEF6-4E2740E5EA2D}" dt="2024-07-08T08:26:17.190" v="211" actId="1035"/>
          <ac:spMkLst>
            <pc:docMk/>
            <pc:sldMk cId="1804440810" sldId="2134959703"/>
            <ac:spMk id="98" creationId="{BC9C709F-E6F0-24CB-2F7C-034C3748D367}"/>
          </ac:spMkLst>
        </pc:spChg>
        <pc:spChg chg="mod">
          <ac:chgData name="Gowtham H" userId="4faa829a-5e25-4e1f-93a2-7effa1339323" providerId="ADAL" clId="{F4AC0FC1-1304-4A69-AEF6-4E2740E5EA2D}" dt="2024-07-08T05:39:02.836" v="99" actId="1076"/>
          <ac:spMkLst>
            <pc:docMk/>
            <pc:sldMk cId="1804440810" sldId="2134959703"/>
            <ac:spMk id="107" creationId="{86368F7A-7AE6-AB2B-3DEB-850E9AFD8DBF}"/>
          </ac:spMkLst>
        </pc:spChg>
        <pc:spChg chg="del">
          <ac:chgData name="Gowtham H" userId="4faa829a-5e25-4e1f-93a2-7effa1339323" providerId="ADAL" clId="{F4AC0FC1-1304-4A69-AEF6-4E2740E5EA2D}" dt="2024-07-08T05:38:44.671" v="96" actId="478"/>
          <ac:spMkLst>
            <pc:docMk/>
            <pc:sldMk cId="1804440810" sldId="2134959703"/>
            <ac:spMk id="108" creationId="{82101BC5-128E-C84A-F7C5-F4311091DD72}"/>
          </ac:spMkLst>
        </pc:spChg>
        <pc:spChg chg="mod">
          <ac:chgData name="Gowtham H" userId="4faa829a-5e25-4e1f-93a2-7effa1339323" providerId="ADAL" clId="{F4AC0FC1-1304-4A69-AEF6-4E2740E5EA2D}" dt="2024-07-08T05:37:56.173" v="92" actId="1035"/>
          <ac:spMkLst>
            <pc:docMk/>
            <pc:sldMk cId="1804440810" sldId="2134959703"/>
            <ac:spMk id="109" creationId="{621537B0-ADFF-8686-41E0-CEF7C8112257}"/>
          </ac:spMkLst>
        </pc:spChg>
        <pc:spChg chg="mod">
          <ac:chgData name="Gowtham H" userId="4faa829a-5e25-4e1f-93a2-7effa1339323" providerId="ADAL" clId="{F4AC0FC1-1304-4A69-AEF6-4E2740E5EA2D}" dt="2024-07-08T05:38:59.134" v="98" actId="1076"/>
          <ac:spMkLst>
            <pc:docMk/>
            <pc:sldMk cId="1804440810" sldId="2134959703"/>
            <ac:spMk id="110" creationId="{209D5A95-88B5-7301-B537-0389B47EA067}"/>
          </ac:spMkLst>
        </pc:spChg>
        <pc:spChg chg="mod">
          <ac:chgData name="Gowtham H" userId="4faa829a-5e25-4e1f-93a2-7effa1339323" providerId="ADAL" clId="{F4AC0FC1-1304-4A69-AEF6-4E2740E5EA2D}" dt="2024-07-08T05:38:48.855" v="97" actId="1076"/>
          <ac:spMkLst>
            <pc:docMk/>
            <pc:sldMk cId="1804440810" sldId="2134959703"/>
            <ac:spMk id="111" creationId="{153E7C28-C495-7C3F-0955-8F5DDAFDA12D}"/>
          </ac:spMkLst>
        </pc:spChg>
        <pc:spChg chg="mod">
          <ac:chgData name="Gowtham H" userId="4faa829a-5e25-4e1f-93a2-7effa1339323" providerId="ADAL" clId="{F4AC0FC1-1304-4A69-AEF6-4E2740E5EA2D}" dt="2024-07-08T08:26:09.323" v="196" actId="1036"/>
          <ac:spMkLst>
            <pc:docMk/>
            <pc:sldMk cId="1804440810" sldId="2134959703"/>
            <ac:spMk id="123" creationId="{DB1C01D2-448B-9E80-419B-697680986112}"/>
          </ac:spMkLst>
        </pc:spChg>
        <pc:spChg chg="mod">
          <ac:chgData name="Gowtham H" userId="4faa829a-5e25-4e1f-93a2-7effa1339323" providerId="ADAL" clId="{F4AC0FC1-1304-4A69-AEF6-4E2740E5EA2D}" dt="2024-07-08T08:26:09.323" v="196" actId="1036"/>
          <ac:spMkLst>
            <pc:docMk/>
            <pc:sldMk cId="1804440810" sldId="2134959703"/>
            <ac:spMk id="125" creationId="{5A2C058A-3DEA-0563-C9E6-EDD227305779}"/>
          </ac:spMkLst>
        </pc:spChg>
        <pc:spChg chg="mod">
          <ac:chgData name="Gowtham H" userId="4faa829a-5e25-4e1f-93a2-7effa1339323" providerId="ADAL" clId="{F4AC0FC1-1304-4A69-AEF6-4E2740E5EA2D}" dt="2024-07-08T08:26:09.323" v="196" actId="1036"/>
          <ac:spMkLst>
            <pc:docMk/>
            <pc:sldMk cId="1804440810" sldId="2134959703"/>
            <ac:spMk id="126" creationId="{327BDFD2-B8E4-1FC9-BB52-7CEF5EF5A7C4}"/>
          </ac:spMkLst>
        </pc:spChg>
        <pc:spChg chg="mod">
          <ac:chgData name="Gowtham H" userId="4faa829a-5e25-4e1f-93a2-7effa1339323" providerId="ADAL" clId="{F4AC0FC1-1304-4A69-AEF6-4E2740E5EA2D}" dt="2024-07-08T08:26:17.190" v="211" actId="1035"/>
          <ac:spMkLst>
            <pc:docMk/>
            <pc:sldMk cId="1804440810" sldId="2134959703"/>
            <ac:spMk id="253" creationId="{46D1FDBB-8E0C-4371-9035-7058DB950A58}"/>
          </ac:spMkLst>
        </pc:spChg>
        <pc:spChg chg="mod">
          <ac:chgData name="Gowtham H" userId="4faa829a-5e25-4e1f-93a2-7effa1339323" providerId="ADAL" clId="{F4AC0FC1-1304-4A69-AEF6-4E2740E5EA2D}" dt="2024-07-08T05:38:13.999" v="94" actId="6549"/>
          <ac:spMkLst>
            <pc:docMk/>
            <pc:sldMk cId="1804440810" sldId="2134959703"/>
            <ac:spMk id="329" creationId="{3500F970-367D-4520-9729-3C619D9D901D}"/>
          </ac:spMkLst>
        </pc:spChg>
        <pc:spChg chg="mod">
          <ac:chgData name="Gowtham H" userId="4faa829a-5e25-4e1f-93a2-7effa1339323" providerId="ADAL" clId="{F4AC0FC1-1304-4A69-AEF6-4E2740E5EA2D}" dt="2024-07-08T05:41:18.104" v="162" actId="14100"/>
          <ac:spMkLst>
            <pc:docMk/>
            <pc:sldMk cId="1804440810" sldId="2134959703"/>
            <ac:spMk id="411" creationId="{921D7D1E-C18B-468B-8B1E-EBA8B8A6FF9D}"/>
          </ac:spMkLst>
        </pc:spChg>
        <pc:spChg chg="mod">
          <ac:chgData name="Gowtham H" userId="4faa829a-5e25-4e1f-93a2-7effa1339323" providerId="ADAL" clId="{F4AC0FC1-1304-4A69-AEF6-4E2740E5EA2D}" dt="2024-07-08T05:41:17.844" v="161" actId="1035"/>
          <ac:spMkLst>
            <pc:docMk/>
            <pc:sldMk cId="1804440810" sldId="2134959703"/>
            <ac:spMk id="456" creationId="{F2795683-92F3-46A4-97E3-4B589FCAD881}"/>
          </ac:spMkLst>
        </pc:spChg>
        <pc:spChg chg="mod">
          <ac:chgData name="Gowtham H" userId="4faa829a-5e25-4e1f-93a2-7effa1339323" providerId="ADAL" clId="{F4AC0FC1-1304-4A69-AEF6-4E2740E5EA2D}" dt="2024-07-08T08:26:09.323" v="196" actId="1036"/>
          <ac:spMkLst>
            <pc:docMk/>
            <pc:sldMk cId="1804440810" sldId="2134959703"/>
            <ac:spMk id="494" creationId="{F4F0BA7C-33CE-4908-AE3D-DA9888F02FBC}"/>
          </ac:spMkLst>
        </pc:spChg>
        <pc:spChg chg="mod">
          <ac:chgData name="Gowtham H" userId="4faa829a-5e25-4e1f-93a2-7effa1339323" providerId="ADAL" clId="{F4AC0FC1-1304-4A69-AEF6-4E2740E5EA2D}" dt="2024-07-08T05:35:39.006" v="34" actId="14100"/>
          <ac:spMkLst>
            <pc:docMk/>
            <pc:sldMk cId="1804440810" sldId="2134959703"/>
            <ac:spMk id="519" creationId="{91B2234D-507E-4D24-A666-37C31D48724C}"/>
          </ac:spMkLst>
        </pc:spChg>
        <pc:spChg chg="mod">
          <ac:chgData name="Gowtham H" userId="4faa829a-5e25-4e1f-93a2-7effa1339323" providerId="ADAL" clId="{F4AC0FC1-1304-4A69-AEF6-4E2740E5EA2D}" dt="2024-07-08T05:36:10.435" v="47" actId="14100"/>
          <ac:spMkLst>
            <pc:docMk/>
            <pc:sldMk cId="1804440810" sldId="2134959703"/>
            <ac:spMk id="522" creationId="{8AF3B12C-04FB-48CF-BE36-3ED20485F943}"/>
          </ac:spMkLst>
        </pc:spChg>
        <pc:spChg chg="mod">
          <ac:chgData name="Gowtham H" userId="4faa829a-5e25-4e1f-93a2-7effa1339323" providerId="ADAL" clId="{F4AC0FC1-1304-4A69-AEF6-4E2740E5EA2D}" dt="2024-07-08T08:26:17.190" v="211" actId="1035"/>
          <ac:spMkLst>
            <pc:docMk/>
            <pc:sldMk cId="1804440810" sldId="2134959703"/>
            <ac:spMk id="551" creationId="{5F8AFA2A-B05A-1C8A-5B4A-863AF9DA1868}"/>
          </ac:spMkLst>
        </pc:spChg>
        <pc:spChg chg="mod">
          <ac:chgData name="Gowtham H" userId="4faa829a-5e25-4e1f-93a2-7effa1339323" providerId="ADAL" clId="{F4AC0FC1-1304-4A69-AEF6-4E2740E5EA2D}" dt="2024-07-08T08:26:17.190" v="211" actId="1035"/>
          <ac:spMkLst>
            <pc:docMk/>
            <pc:sldMk cId="1804440810" sldId="2134959703"/>
            <ac:spMk id="552" creationId="{12A76E1E-1455-A66F-3660-7AA20679BB5A}"/>
          </ac:spMkLst>
        </pc:spChg>
        <pc:spChg chg="mod">
          <ac:chgData name="Gowtham H" userId="4faa829a-5e25-4e1f-93a2-7effa1339323" providerId="ADAL" clId="{F4AC0FC1-1304-4A69-AEF6-4E2740E5EA2D}" dt="2024-07-08T08:26:17.190" v="211" actId="1035"/>
          <ac:spMkLst>
            <pc:docMk/>
            <pc:sldMk cId="1804440810" sldId="2134959703"/>
            <ac:spMk id="554" creationId="{AF5011DD-F95A-97C5-F1D0-B2EC3245E3AD}"/>
          </ac:spMkLst>
        </pc:spChg>
        <pc:cxnChg chg="mod">
          <ac:chgData name="Gowtham H" userId="4faa829a-5e25-4e1f-93a2-7effa1339323" providerId="ADAL" clId="{F4AC0FC1-1304-4A69-AEF6-4E2740E5EA2D}" dt="2024-07-08T08:26:17.190" v="211" actId="1035"/>
          <ac:cxnSpMkLst>
            <pc:docMk/>
            <pc:sldMk cId="1804440810" sldId="2134959703"/>
            <ac:cxnSpMk id="95" creationId="{A90FDE4C-DC10-9B88-AA28-EFEA09E5FF56}"/>
          </ac:cxnSpMkLst>
        </pc:cxnChg>
        <pc:cxnChg chg="mod">
          <ac:chgData name="Gowtham H" userId="4faa829a-5e25-4e1f-93a2-7effa1339323" providerId="ADAL" clId="{F4AC0FC1-1304-4A69-AEF6-4E2740E5EA2D}" dt="2024-07-08T08:26:09.323" v="196" actId="1036"/>
          <ac:cxnSpMkLst>
            <pc:docMk/>
            <pc:sldMk cId="1804440810" sldId="2134959703"/>
            <ac:cxnSpMk id="124" creationId="{389033F7-4D00-FFE7-62BA-09B1A5251B1B}"/>
          </ac:cxnSpMkLst>
        </pc:cxnChg>
        <pc:cxnChg chg="mod">
          <ac:chgData name="Gowtham H" userId="4faa829a-5e25-4e1f-93a2-7effa1339323" providerId="ADAL" clId="{F4AC0FC1-1304-4A69-AEF6-4E2740E5EA2D}" dt="2024-07-08T08:26:17.190" v="211" actId="1035"/>
          <ac:cxnSpMkLst>
            <pc:docMk/>
            <pc:sldMk cId="1804440810" sldId="2134959703"/>
            <ac:cxnSpMk id="249" creationId="{5ED6A71F-29D2-402D-8C72-DB23C12F020D}"/>
          </ac:cxnSpMkLst>
        </pc:cxnChg>
        <pc:cxnChg chg="mod">
          <ac:chgData name="Gowtham H" userId="4faa829a-5e25-4e1f-93a2-7effa1339323" providerId="ADAL" clId="{F4AC0FC1-1304-4A69-AEF6-4E2740E5EA2D}" dt="2024-07-08T08:26:09.323" v="196" actId="1036"/>
          <ac:cxnSpMkLst>
            <pc:docMk/>
            <pc:sldMk cId="1804440810" sldId="2134959703"/>
            <ac:cxnSpMk id="493" creationId="{771190DD-3B58-4A83-9CCA-9E6D7B8FA37F}"/>
          </ac:cxnSpMkLst>
        </pc:cxnChg>
      </pc:sldChg>
      <pc:sldChg chg="modSp add mod">
        <pc:chgData name="Gowtham H" userId="4faa829a-5e25-4e1f-93a2-7effa1339323" providerId="ADAL" clId="{F4AC0FC1-1304-4A69-AEF6-4E2740E5EA2D}" dt="2024-07-16T11:21:35.268" v="246" actId="20577"/>
        <pc:sldMkLst>
          <pc:docMk/>
          <pc:sldMk cId="1961005700" sldId="2134959704"/>
        </pc:sldMkLst>
        <pc:spChg chg="mod">
          <ac:chgData name="Gowtham H" userId="4faa829a-5e25-4e1f-93a2-7effa1339323" providerId="ADAL" clId="{F4AC0FC1-1304-4A69-AEF6-4E2740E5EA2D}" dt="2024-07-16T11:21:35.268" v="246" actId="20577"/>
          <ac:spMkLst>
            <pc:docMk/>
            <pc:sldMk cId="1961005700" sldId="2134959704"/>
            <ac:spMk id="4" creationId="{00000000-0000-0000-0000-000000000000}"/>
          </ac:spMkLst>
        </pc:spChg>
      </pc:sldChg>
      <pc:sldChg chg="add del">
        <pc:chgData name="Gowtham H" userId="4faa829a-5e25-4e1f-93a2-7effa1339323" providerId="ADAL" clId="{F4AC0FC1-1304-4A69-AEF6-4E2740E5EA2D}" dt="2024-07-16T11:21:09.775" v="241"/>
        <pc:sldMkLst>
          <pc:docMk/>
          <pc:sldMk cId="3575698806" sldId="2134959704"/>
        </pc:sldMkLst>
      </pc:sldChg>
      <pc:sldChg chg="add del">
        <pc:chgData name="Gowtham H" userId="4faa829a-5e25-4e1f-93a2-7effa1339323" providerId="ADAL" clId="{F4AC0FC1-1304-4A69-AEF6-4E2740E5EA2D}" dt="2024-07-16T11:21:09.816" v="242"/>
        <pc:sldMkLst>
          <pc:docMk/>
          <pc:sldMk cId="2539858029" sldId="2134959705"/>
        </pc:sldMkLst>
      </pc:sldChg>
      <pc:sldChg chg="add del">
        <pc:chgData name="Gowtham H" userId="4faa829a-5e25-4e1f-93a2-7effa1339323" providerId="ADAL" clId="{F4AC0FC1-1304-4A69-AEF6-4E2740E5EA2D}" dt="2024-07-16T11:21:09.816" v="242"/>
        <pc:sldMkLst>
          <pc:docMk/>
          <pc:sldMk cId="3200387189" sldId="2134959706"/>
        </pc:sldMkLst>
      </pc:sldChg>
      <pc:sldChg chg="add del">
        <pc:chgData name="Gowtham H" userId="4faa829a-5e25-4e1f-93a2-7effa1339323" providerId="ADAL" clId="{F4AC0FC1-1304-4A69-AEF6-4E2740E5EA2D}" dt="2024-07-16T11:21:09.816" v="242"/>
        <pc:sldMkLst>
          <pc:docMk/>
          <pc:sldMk cId="2439878687" sldId="2134959707"/>
        </pc:sldMkLst>
      </pc:sldChg>
      <pc:sldChg chg="add del">
        <pc:chgData name="Gowtham H" userId="4faa829a-5e25-4e1f-93a2-7effa1339323" providerId="ADAL" clId="{F4AC0FC1-1304-4A69-AEF6-4E2740E5EA2D}" dt="2024-07-16T11:21:38.317" v="247" actId="47"/>
        <pc:sldMkLst>
          <pc:docMk/>
          <pc:sldMk cId="1132732208" sldId="2134959708"/>
        </pc:sldMkLst>
      </pc:sldChg>
      <pc:sldChg chg="add">
        <pc:chgData name="Gowtham H" userId="4faa829a-5e25-4e1f-93a2-7effa1339323" providerId="ADAL" clId="{F4AC0FC1-1304-4A69-AEF6-4E2740E5EA2D}" dt="2024-07-16T11:22:02.652" v="248"/>
        <pc:sldMkLst>
          <pc:docMk/>
          <pc:sldMk cId="2182882136" sldId="2134959708"/>
        </pc:sldMkLst>
      </pc:sldChg>
      <pc:sldChg chg="add">
        <pc:chgData name="Gowtham H" userId="4faa829a-5e25-4e1f-93a2-7effa1339323" providerId="ADAL" clId="{F4AC0FC1-1304-4A69-AEF6-4E2740E5EA2D}" dt="2024-07-16T11:22:02.652" v="248"/>
        <pc:sldMkLst>
          <pc:docMk/>
          <pc:sldMk cId="1548598038" sldId="2134959709"/>
        </pc:sldMkLst>
      </pc:sldChg>
      <pc:sldChg chg="add">
        <pc:chgData name="Gowtham H" userId="4faa829a-5e25-4e1f-93a2-7effa1339323" providerId="ADAL" clId="{F4AC0FC1-1304-4A69-AEF6-4E2740E5EA2D}" dt="2024-07-16T11:22:02.652" v="248"/>
        <pc:sldMkLst>
          <pc:docMk/>
          <pc:sldMk cId="1431526773" sldId="2134959710"/>
        </pc:sldMkLst>
      </pc:sldChg>
      <pc:sldChg chg="modSp add mod">
        <pc:chgData name="Gowtham H" userId="4faa829a-5e25-4e1f-93a2-7effa1339323" providerId="ADAL" clId="{F4AC0FC1-1304-4A69-AEF6-4E2740E5EA2D}" dt="2024-07-16T11:22:35.824" v="254" actId="113"/>
        <pc:sldMkLst>
          <pc:docMk/>
          <pc:sldMk cId="2049682450" sldId="2134959711"/>
        </pc:sldMkLst>
        <pc:spChg chg="mod">
          <ac:chgData name="Gowtham H" userId="4faa829a-5e25-4e1f-93a2-7effa1339323" providerId="ADAL" clId="{F4AC0FC1-1304-4A69-AEF6-4E2740E5EA2D}" dt="2024-07-16T11:22:35.824" v="254" actId="113"/>
          <ac:spMkLst>
            <pc:docMk/>
            <pc:sldMk cId="2049682450" sldId="2134959711"/>
            <ac:spMk id="2" creationId="{5A61B781-C621-6A90-FB92-26C379C30DF0}"/>
          </ac:spMkLst>
        </pc:spChg>
      </pc:sldChg>
      <pc:sldChg chg="modSp add mod">
        <pc:chgData name="Gowtham H" userId="4faa829a-5e25-4e1f-93a2-7effa1339323" providerId="ADAL" clId="{F4AC0FC1-1304-4A69-AEF6-4E2740E5EA2D}" dt="2024-07-16T11:24:38.672" v="341" actId="1076"/>
        <pc:sldMkLst>
          <pc:docMk/>
          <pc:sldMk cId="295698067" sldId="2134959712"/>
        </pc:sldMkLst>
        <pc:spChg chg="mod">
          <ac:chgData name="Gowtham H" userId="4faa829a-5e25-4e1f-93a2-7effa1339323" providerId="ADAL" clId="{F4AC0FC1-1304-4A69-AEF6-4E2740E5EA2D}" dt="2024-07-16T11:22:28.504" v="251" actId="113"/>
          <ac:spMkLst>
            <pc:docMk/>
            <pc:sldMk cId="295698067" sldId="2134959712"/>
            <ac:spMk id="2" creationId="{86C6BEAD-0A9F-570C-7932-FD8F3865CE2B}"/>
          </ac:spMkLst>
        </pc:spChg>
        <pc:picChg chg="mod">
          <ac:chgData name="Gowtham H" userId="4faa829a-5e25-4e1f-93a2-7effa1339323" providerId="ADAL" clId="{F4AC0FC1-1304-4A69-AEF6-4E2740E5EA2D}" dt="2024-07-16T11:24:38.672" v="341" actId="1076"/>
          <ac:picMkLst>
            <pc:docMk/>
            <pc:sldMk cId="295698067" sldId="2134959712"/>
            <ac:picMk id="5" creationId="{214DDF53-9081-0F0D-F5D8-EF79A07BCCB2}"/>
          </ac:picMkLst>
        </pc:picChg>
      </pc:sldChg>
      <pc:sldChg chg="new">
        <pc:chgData name="Gowtham H" userId="4faa829a-5e25-4e1f-93a2-7effa1339323" providerId="ADAL" clId="{F4AC0FC1-1304-4A69-AEF6-4E2740E5EA2D}" dt="2024-07-16T11:22:06.913" v="249" actId="680"/>
        <pc:sldMkLst>
          <pc:docMk/>
          <pc:sldMk cId="2426188806" sldId="2134959713"/>
        </pc:sldMkLst>
      </pc:sldChg>
      <pc:sldChg chg="new">
        <pc:chgData name="Gowtham H" userId="4faa829a-5e25-4e1f-93a2-7effa1339323" providerId="ADAL" clId="{F4AC0FC1-1304-4A69-AEF6-4E2740E5EA2D}" dt="2024-07-16T11:22:14.089" v="250" actId="680"/>
        <pc:sldMkLst>
          <pc:docMk/>
          <pc:sldMk cId="2077092520" sldId="2134959714"/>
        </pc:sldMkLst>
      </pc:sldChg>
      <pc:sldChg chg="add del">
        <pc:chgData name="Gowtham H" userId="4faa829a-5e25-4e1f-93a2-7effa1339323" providerId="ADAL" clId="{F4AC0FC1-1304-4A69-AEF6-4E2740E5EA2D}" dt="2024-07-16T11:22:31.993" v="253"/>
        <pc:sldMkLst>
          <pc:docMk/>
          <pc:sldMk cId="1959364469" sldId="2134959715"/>
        </pc:sldMkLst>
      </pc:sldChg>
      <pc:sldChg chg="new">
        <pc:chgData name="Gowtham H" userId="4faa829a-5e25-4e1f-93a2-7effa1339323" providerId="ADAL" clId="{F4AC0FC1-1304-4A69-AEF6-4E2740E5EA2D}" dt="2024-07-16T11:28:30.138" v="342" actId="680"/>
        <pc:sldMkLst>
          <pc:docMk/>
          <pc:sldMk cId="4139453833" sldId="2134959715"/>
        </pc:sldMkLst>
      </pc:sldChg>
      <pc:sldChg chg="add del">
        <pc:chgData name="Gowtham H" userId="4faa829a-5e25-4e1f-93a2-7effa1339323" providerId="ADAL" clId="{F4AC0FC1-1304-4A69-AEF6-4E2740E5EA2D}" dt="2024-07-16T11:22:31.993" v="253"/>
        <pc:sldMkLst>
          <pc:docMk/>
          <pc:sldMk cId="955749766" sldId="2134959716"/>
        </pc:sldMkLst>
      </pc:sldChg>
      <pc:sldChg chg="delSp modSp new mod">
        <pc:chgData name="Gowtham H" userId="4faa829a-5e25-4e1f-93a2-7effa1339323" providerId="ADAL" clId="{F4AC0FC1-1304-4A69-AEF6-4E2740E5EA2D}" dt="2024-07-16T11:48:24.490" v="477" actId="313"/>
        <pc:sldMkLst>
          <pc:docMk/>
          <pc:sldMk cId="1155568032" sldId="2134959716"/>
        </pc:sldMkLst>
        <pc:spChg chg="del">
          <ac:chgData name="Gowtham H" userId="4faa829a-5e25-4e1f-93a2-7effa1339323" providerId="ADAL" clId="{F4AC0FC1-1304-4A69-AEF6-4E2740E5EA2D}" dt="2024-07-16T11:29:10.928" v="364" actId="478"/>
          <ac:spMkLst>
            <pc:docMk/>
            <pc:sldMk cId="1155568032" sldId="2134959716"/>
            <ac:spMk id="2" creationId="{4255E281-D021-D71B-5A2F-4105D56A77D0}"/>
          </ac:spMkLst>
        </pc:spChg>
        <pc:spChg chg="mod">
          <ac:chgData name="Gowtham H" userId="4faa829a-5e25-4e1f-93a2-7effa1339323" providerId="ADAL" clId="{F4AC0FC1-1304-4A69-AEF6-4E2740E5EA2D}" dt="2024-07-16T11:48:24.490" v="477" actId="313"/>
          <ac:spMkLst>
            <pc:docMk/>
            <pc:sldMk cId="1155568032" sldId="2134959716"/>
            <ac:spMk id="3" creationId="{561EA835-14B4-39AD-B3CF-1B39C4ED89F5}"/>
          </ac:spMkLst>
        </pc:spChg>
        <pc:spChg chg="del">
          <ac:chgData name="Gowtham H" userId="4faa829a-5e25-4e1f-93a2-7effa1339323" providerId="ADAL" clId="{F4AC0FC1-1304-4A69-AEF6-4E2740E5EA2D}" dt="2024-07-16T11:28:44.962" v="344" actId="478"/>
          <ac:spMkLst>
            <pc:docMk/>
            <pc:sldMk cId="1155568032" sldId="2134959716"/>
            <ac:spMk id="4" creationId="{86D7DB84-C7EA-1D61-A136-A9985261581C}"/>
          </ac:spMkLst>
        </pc:spChg>
        <pc:spChg chg="del">
          <ac:chgData name="Gowtham H" userId="4faa829a-5e25-4e1f-93a2-7effa1339323" providerId="ADAL" clId="{F4AC0FC1-1304-4A69-AEF6-4E2740E5EA2D}" dt="2024-07-16T11:28:51.011" v="345" actId="478"/>
          <ac:spMkLst>
            <pc:docMk/>
            <pc:sldMk cId="1155568032" sldId="2134959716"/>
            <ac:spMk id="5" creationId="{8E74FFB1-F600-55CF-686B-EF887CDE2F7C}"/>
          </ac:spMkLst>
        </pc:spChg>
      </pc:sldChg>
      <pc:sldChg chg="add del">
        <pc:chgData name="Gowtham H" userId="4faa829a-5e25-4e1f-93a2-7effa1339323" providerId="ADAL" clId="{F4AC0FC1-1304-4A69-AEF6-4E2740E5EA2D}" dt="2024-07-16T11:22:31.993" v="253"/>
        <pc:sldMkLst>
          <pc:docMk/>
          <pc:sldMk cId="4220824430" sldId="2134959717"/>
        </pc:sldMkLst>
      </pc:sldChg>
      <pc:sldChg chg="add del">
        <pc:chgData name="Gowtham H" userId="4faa829a-5e25-4e1f-93a2-7effa1339323" providerId="ADAL" clId="{F4AC0FC1-1304-4A69-AEF6-4E2740E5EA2D}" dt="2024-07-16T11:22:31.993" v="253"/>
        <pc:sldMkLst>
          <pc:docMk/>
          <pc:sldMk cId="1711094019" sldId="2134959718"/>
        </pc:sldMkLst>
      </pc:sldChg>
      <pc:sldChg chg="add del">
        <pc:chgData name="Gowtham H" userId="4faa829a-5e25-4e1f-93a2-7effa1339323" providerId="ADAL" clId="{F4AC0FC1-1304-4A69-AEF6-4E2740E5EA2D}" dt="2024-07-16T11:22:31.993" v="253"/>
        <pc:sldMkLst>
          <pc:docMk/>
          <pc:sldMk cId="857043558" sldId="2134959719"/>
        </pc:sldMkLst>
      </pc:sldChg>
      <pc:sldChg chg="add del">
        <pc:chgData name="Gowtham H" userId="4faa829a-5e25-4e1f-93a2-7effa1339323" providerId="ADAL" clId="{F4AC0FC1-1304-4A69-AEF6-4E2740E5EA2D}" dt="2024-07-16T11:22:31.993" v="253"/>
        <pc:sldMkLst>
          <pc:docMk/>
          <pc:sldMk cId="1194634277" sldId="21349597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F88AB-CBF1-4C1A-9AB3-A252FA6CAB8E}" type="datetimeFigureOut">
              <a:rPr lang="en-US" smtClean="0"/>
              <a:t>7/16/2024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C131B-973E-4F50-BFC4-60F33E4C0CEC}" type="slidenum">
              <a:rPr lang="en-US" smtClean="0"/>
              <a:t>‹#›</a:t>
            </a:fld>
            <a:endParaRPr lang="en-US"/>
          </a:p>
        </p:txBody>
      </p:sp>
    </p:spTree>
    <p:extLst>
      <p:ext uri="{BB962C8B-B14F-4D97-AF65-F5344CB8AC3E}">
        <p14:creationId xmlns:p14="http://schemas.microsoft.com/office/powerpoint/2010/main" val="423564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3E8DD3-7F5E-4F38-8DF1-E0849E959DFE}" type="slidenum">
              <a:rPr lang="en-US" smtClean="0"/>
              <a:pPr/>
              <a:t>1</a:t>
            </a:fld>
            <a:endParaRPr lang="en-US"/>
          </a:p>
        </p:txBody>
      </p:sp>
    </p:spTree>
    <p:extLst>
      <p:ext uri="{BB962C8B-B14F-4D97-AF65-F5344CB8AC3E}">
        <p14:creationId xmlns:p14="http://schemas.microsoft.com/office/powerpoint/2010/main" val="771864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 typeface="+mj-lt"/>
              <a:buNone/>
            </a:pPr>
            <a:r>
              <a:rPr lang="en-US" dirty="0"/>
              <a:t>MDM</a:t>
            </a:r>
          </a:p>
          <a:p>
            <a:pPr rtl="0">
              <a:buFont typeface="+mj-lt"/>
              <a:buAutoNum type="arabicPeriod"/>
            </a:pPr>
            <a:r>
              <a:rPr lang="en-US" dirty="0"/>
              <a:t>Completed Dev for Translational Data Manager (TDM), Match Configurator, Survivorship, Lookup. </a:t>
            </a:r>
          </a:p>
          <a:p>
            <a:pPr rtl="0">
              <a:buFont typeface="+mj-lt"/>
              <a:buAutoNum type="arabicPeriod"/>
            </a:pPr>
            <a:r>
              <a:rPr lang="en-US" dirty="0"/>
              <a:t>Started implementing these modules to the live data and provided the results to Business Team.</a:t>
            </a:r>
          </a:p>
          <a:p>
            <a:pPr rtl="0">
              <a:buFont typeface="+mj-lt"/>
              <a:buAutoNum type="arabicPeriod"/>
            </a:pPr>
            <a:r>
              <a:rPr lang="en-US" dirty="0"/>
              <a:t>We are currently in discussions with business team to validate the Match and Survivorship results and enhance any configurations in place. </a:t>
            </a:r>
          </a:p>
          <a:p>
            <a:pPr rtl="0"/>
            <a:r>
              <a:rPr lang="en-US" dirty="0"/>
              <a:t> </a:t>
            </a:r>
          </a:p>
          <a:p>
            <a:endParaRPr lang="en-US"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3</a:t>
            </a:fld>
            <a:endParaRPr lang="en-US"/>
          </a:p>
        </p:txBody>
      </p:sp>
    </p:spTree>
    <p:extLst>
      <p:ext uri="{BB962C8B-B14F-4D97-AF65-F5344CB8AC3E}">
        <p14:creationId xmlns:p14="http://schemas.microsoft.com/office/powerpoint/2010/main" val="2352589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Selected</a:t>
            </a:r>
          </a:p>
          <a:p>
            <a:endParaRPr lang="en-US"/>
          </a:p>
        </p:txBody>
      </p:sp>
      <p:sp>
        <p:nvSpPr>
          <p:cNvPr id="4" name="Slide Number Placeholder 3"/>
          <p:cNvSpPr>
            <a:spLocks noGrp="1"/>
          </p:cNvSpPr>
          <p:nvPr>
            <p:ph type="sldNum" sz="quarter" idx="5"/>
          </p:nvPr>
        </p:nvSpPr>
        <p:spPr/>
        <p:txBody>
          <a:bodyPr/>
          <a:lstStyle/>
          <a:p>
            <a:fld id="{473E8DD3-7F5E-4F38-8DF1-E0849E959DFE}" type="slidenum">
              <a:rPr lang="en-US" smtClean="0"/>
              <a:pPr/>
              <a:t>4</a:t>
            </a:fld>
            <a:endParaRPr lang="en-US"/>
          </a:p>
        </p:txBody>
      </p:sp>
    </p:spTree>
    <p:extLst>
      <p:ext uri="{BB962C8B-B14F-4D97-AF65-F5344CB8AC3E}">
        <p14:creationId xmlns:p14="http://schemas.microsoft.com/office/powerpoint/2010/main" val="3510880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855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2.emf"/><Relationship Id="rId4" Type="http://schemas.openxmlformats.org/officeDocument/2006/relationships/oleObject" Target="../embeddings/oleObject1.bin"/></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5.bin"/></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8.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9.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1.png"/><Relationship Id="rId18" Type="http://schemas.openxmlformats.org/officeDocument/2006/relationships/image" Target="../media/image3.png"/><Relationship Id="rId3" Type="http://schemas.openxmlformats.org/officeDocument/2006/relationships/oleObject" Target="../embeddings/oleObject13.bin"/><Relationship Id="rId7" Type="http://schemas.openxmlformats.org/officeDocument/2006/relationships/image" Target="../media/image8.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2.xml"/><Relationship Id="rId16" Type="http://schemas.openxmlformats.org/officeDocument/2006/relationships/image" Target="../media/image12.png"/><Relationship Id="rId1" Type="http://schemas.openxmlformats.org/officeDocument/2006/relationships/tags" Target="../tags/tag14.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7.jpeg"/><Relationship Id="rId15" Type="http://schemas.openxmlformats.org/officeDocument/2006/relationships/hyperlink" Target="https://www.facebook.com/TrinityLifeSciences" TargetMode="External"/><Relationship Id="rId10" Type="http://schemas.openxmlformats.org/officeDocument/2006/relationships/image" Target="../media/image10.png"/><Relationship Id="rId19" Type="http://schemas.openxmlformats.org/officeDocument/2006/relationships/image" Target="../media/image5.svg"/><Relationship Id="rId4" Type="http://schemas.openxmlformats.org/officeDocument/2006/relationships/image" Target="../media/image6.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ADE87-6FD8-F808-4AFC-F0A5291068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C2F6EC-BE04-5E8E-EC03-AB6050F632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324271-0808-95FA-4571-13B7A8DA813D}"/>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A5B9F586-6629-7CE6-819A-96DC8883E9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080C4-6941-E71D-004C-4FA464E7E601}"/>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4193849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F90E1-BC00-1611-0224-734A685D5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7E0F8-EB64-9F6E-B530-31D55EC9FF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B0947F-B9C1-FD83-5FE4-E9C4A25AA726}"/>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18F943CC-661C-1AB1-1971-6202CCA79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70FA1-6350-4C93-3ABD-B19F7F2A7C2D}"/>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341345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FFF5-F362-19F1-B217-3406296B2C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7B4B00-DB7B-2DA6-AB0C-2F823E36E8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C5DC64-0E57-C71C-2A66-0913DDD9A005}"/>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71B7DA20-1084-7C2D-26AD-B819E9297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2A01B-83BE-D368-B0C6-6B22B3B08A28}"/>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3016729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75128-E1D9-CF52-4607-09B9EE6EC8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1374D0-516C-D39D-22F9-522AB6D227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F44759-7DCF-BC13-BB59-59B8592ECD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A8C075-E4C9-06C6-C9A1-59EFA0186951}"/>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6" name="Footer Placeholder 5">
            <a:extLst>
              <a:ext uri="{FF2B5EF4-FFF2-40B4-BE49-F238E27FC236}">
                <a16:creationId xmlns:a16="http://schemas.microsoft.com/office/drawing/2014/main" id="{9A05524A-2498-6C5E-E3A0-041C2692C3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2A71F8-C0D4-5745-EDF8-3D92901F419A}"/>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333851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3D3A7-4C44-F5F8-FAAF-7B70690F33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696CBA-1BC6-489B-5B7B-17BF3D9FB1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29C1E8-EA83-0801-4E1C-76DF9609A3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4A09B9-1936-B542-E344-02BFCB551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494D79-73EF-274C-1EA4-F19BCCFDCA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8E009-FE8C-F871-6087-D2BC751D7532}"/>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8" name="Footer Placeholder 7">
            <a:extLst>
              <a:ext uri="{FF2B5EF4-FFF2-40B4-BE49-F238E27FC236}">
                <a16:creationId xmlns:a16="http://schemas.microsoft.com/office/drawing/2014/main" id="{CDED486E-8D3F-198C-B63E-AC88C31272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1BCE24-F452-5F1C-F355-1DDC282BCC0B}"/>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1008259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74D8-C0E5-19C8-A2BF-7E610147BC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A2B696-7BF2-2E7C-8F69-5E622406B732}"/>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4" name="Footer Placeholder 3">
            <a:extLst>
              <a:ext uri="{FF2B5EF4-FFF2-40B4-BE49-F238E27FC236}">
                <a16:creationId xmlns:a16="http://schemas.microsoft.com/office/drawing/2014/main" id="{4BCE5433-D53C-5938-B9B9-6B93ED3742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D7329B-EDAE-6E26-E886-38C9317D0D45}"/>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136313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8F663C-AA90-603D-1AF9-F8AF2F795A2A}"/>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3" name="Footer Placeholder 2">
            <a:extLst>
              <a:ext uri="{FF2B5EF4-FFF2-40B4-BE49-F238E27FC236}">
                <a16:creationId xmlns:a16="http://schemas.microsoft.com/office/drawing/2014/main" id="{D3D47E54-ACC1-CA15-1CC8-D6CD51D44C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AAA15D-8447-CE0E-9A52-EF84B4B08396}"/>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3317146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2FC7-ABAF-A549-DF86-9CD5C316A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98F24C-62B7-C237-CD46-2FFF123FAD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8BAA84-EC62-AC65-A661-6A18790327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9BDD8-457A-E2FB-964F-6F5A0C4A698E}"/>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6" name="Footer Placeholder 5">
            <a:extLst>
              <a:ext uri="{FF2B5EF4-FFF2-40B4-BE49-F238E27FC236}">
                <a16:creationId xmlns:a16="http://schemas.microsoft.com/office/drawing/2014/main" id="{5D359800-997B-39BC-FAD1-FD8D1705D1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C9DB1B-B46C-34B7-CC7D-BCC4B484B488}"/>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11514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2267A-2B9E-1E78-41EA-6C845A8610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A10CBB-5AD2-5623-AF2C-DE780327AD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530B98-9425-28C7-6AF2-BF659D283F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94E339-BAF0-B1A8-BE11-912EFC57E6AB}"/>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6" name="Footer Placeholder 5">
            <a:extLst>
              <a:ext uri="{FF2B5EF4-FFF2-40B4-BE49-F238E27FC236}">
                <a16:creationId xmlns:a16="http://schemas.microsoft.com/office/drawing/2014/main" id="{B2DFF386-8241-22C5-3E46-0B01CDADB8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17000-DCC3-F92C-F72B-ECA5F1CA6680}"/>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292502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6443-6A5B-2A09-BCCE-07ADFEF6F8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DA5CD1-C9AB-2178-0DAA-09B76A02AD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EC43B2-6618-EAD3-2940-1959070D231C}"/>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79182E18-F91F-2D3C-FD99-C318117F5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910DE-0DEB-393A-D8CD-359B92D04C22}"/>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418442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2CCD88-766F-1961-6448-EF479933F9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98A17D-0AAE-827B-2B71-AC8DB33BA9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D569F0-7269-188A-4E15-E74943D37516}"/>
              </a:ext>
            </a:extLst>
          </p:cNvPr>
          <p:cNvSpPr>
            <a:spLocks noGrp="1"/>
          </p:cNvSpPr>
          <p:nvPr>
            <p:ph type="dt" sz="half" idx="10"/>
          </p:nvPr>
        </p:nvSpPr>
        <p:spPr/>
        <p:txBody>
          <a:body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F90CF041-18DC-A628-84CC-319B70509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95BD36-6853-8B46-BDD5-D9D3D3E8EE80}"/>
              </a:ext>
            </a:extLst>
          </p:cNvPr>
          <p:cNvSpPr>
            <a:spLocks noGrp="1"/>
          </p:cNvSpPr>
          <p:nvPr>
            <p:ph type="sldNum" sz="quarter" idx="12"/>
          </p:nvPr>
        </p:nvSpPr>
        <p:spPr/>
        <p:txBody>
          <a:bodyPr/>
          <a:lstStyle/>
          <a:p>
            <a:fld id="{328D1CD3-A2AF-40AD-8F01-E5B86DE332C0}" type="slidenum">
              <a:rPr lang="en-US" smtClean="0"/>
              <a:t>‹#›</a:t>
            </a:fld>
            <a:endParaRPr lang="en-US"/>
          </a:p>
        </p:txBody>
      </p:sp>
    </p:spTree>
    <p:extLst>
      <p:ext uri="{BB962C8B-B14F-4D97-AF65-F5344CB8AC3E}">
        <p14:creationId xmlns:p14="http://schemas.microsoft.com/office/powerpoint/2010/main" val="2016665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785296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233363" indent="-230188">
              <a:spcBef>
                <a:spcPts val="1200"/>
              </a:spcBef>
              <a:spcAft>
                <a:spcPts val="1200"/>
              </a:spcAft>
              <a:buClr>
                <a:schemeClr val="accent1"/>
              </a:buClr>
              <a:buSzPct val="75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5093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849304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465579184"/>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85464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15101163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931257563"/>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061988759"/>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571980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5828131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0413984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1306173"/>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16150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oleObject" Target="../embeddings/oleObject4.bin"/><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ags" Target="../tags/tag5.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tags" Target="../tags/tag4.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37C5E-6D9F-A0EC-4A0E-EC9C398060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1FA48A-C490-BA06-4183-B3EF576F5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160C9-ED5C-D09D-0E81-DD6268032F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ECA027-65FC-4BE9-B67A-3854C7214EEB}" type="datetimeFigureOut">
              <a:rPr lang="en-US" smtClean="0"/>
              <a:t>7/16/2024</a:t>
            </a:fld>
            <a:endParaRPr lang="en-US"/>
          </a:p>
        </p:txBody>
      </p:sp>
      <p:sp>
        <p:nvSpPr>
          <p:cNvPr id="5" name="Footer Placeholder 4">
            <a:extLst>
              <a:ext uri="{FF2B5EF4-FFF2-40B4-BE49-F238E27FC236}">
                <a16:creationId xmlns:a16="http://schemas.microsoft.com/office/drawing/2014/main" id="{231CFF6B-172D-27FC-919B-ED278901BC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628FF7-EB55-7B6F-B54F-A6F652649A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8D1CD3-A2AF-40AD-8F01-E5B86DE332C0}" type="slidenum">
              <a:rPr lang="en-US" smtClean="0"/>
              <a:t>‹#›</a:t>
            </a:fld>
            <a:endParaRPr lang="en-US"/>
          </a:p>
        </p:txBody>
      </p:sp>
    </p:spTree>
    <p:extLst>
      <p:ext uri="{BB962C8B-B14F-4D97-AF65-F5344CB8AC3E}">
        <p14:creationId xmlns:p14="http://schemas.microsoft.com/office/powerpoint/2010/main" val="2490880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68938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svg"/><Relationship Id="rId2" Type="http://schemas.openxmlformats.org/officeDocument/2006/relationships/slideLayout" Target="../slideLayouts/slideLayout12.xml"/><Relationship Id="rId1" Type="http://schemas.openxmlformats.org/officeDocument/2006/relationships/tags" Target="../tags/tag15.xml"/><Relationship Id="rId6" Type="http://schemas.openxmlformats.org/officeDocument/2006/relationships/image" Target="../media/image8.png"/><Relationship Id="rId5" Type="http://schemas.openxmlformats.org/officeDocument/2006/relationships/image" Target="../media/image13.emf"/><Relationship Id="rId4" Type="http://schemas.openxmlformats.org/officeDocument/2006/relationships/oleObject" Target="../embeddings/oleObject14.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39" Type="http://schemas.openxmlformats.org/officeDocument/2006/relationships/tags" Target="../tags/tag54.xml"/><Relationship Id="rId21" Type="http://schemas.openxmlformats.org/officeDocument/2006/relationships/tags" Target="../tags/tag36.xml"/><Relationship Id="rId34" Type="http://schemas.openxmlformats.org/officeDocument/2006/relationships/tags" Target="../tags/tag49.xml"/><Relationship Id="rId42" Type="http://schemas.openxmlformats.org/officeDocument/2006/relationships/tags" Target="../tags/tag57.xml"/><Relationship Id="rId47" Type="http://schemas.openxmlformats.org/officeDocument/2006/relationships/tags" Target="../tags/tag62.xml"/><Relationship Id="rId50" Type="http://schemas.openxmlformats.org/officeDocument/2006/relationships/tags" Target="../tags/tag65.xml"/><Relationship Id="rId55" Type="http://schemas.openxmlformats.org/officeDocument/2006/relationships/notesSlide" Target="../notesSlides/notesSlide2.xml"/><Relationship Id="rId7" Type="http://schemas.openxmlformats.org/officeDocument/2006/relationships/tags" Target="../tags/tag22.xml"/><Relationship Id="rId2" Type="http://schemas.openxmlformats.org/officeDocument/2006/relationships/tags" Target="../tags/tag17.xml"/><Relationship Id="rId16" Type="http://schemas.openxmlformats.org/officeDocument/2006/relationships/tags" Target="../tags/tag31.xml"/><Relationship Id="rId29" Type="http://schemas.openxmlformats.org/officeDocument/2006/relationships/tags" Target="../tags/tag44.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tags" Target="../tags/tag47.xml"/><Relationship Id="rId37" Type="http://schemas.openxmlformats.org/officeDocument/2006/relationships/tags" Target="../tags/tag52.xml"/><Relationship Id="rId40" Type="http://schemas.openxmlformats.org/officeDocument/2006/relationships/tags" Target="../tags/tag55.xml"/><Relationship Id="rId45" Type="http://schemas.openxmlformats.org/officeDocument/2006/relationships/tags" Target="../tags/tag60.xml"/><Relationship Id="rId53" Type="http://schemas.openxmlformats.org/officeDocument/2006/relationships/tags" Target="../tags/tag68.xml"/><Relationship Id="rId5" Type="http://schemas.openxmlformats.org/officeDocument/2006/relationships/tags" Target="../tags/tag20.xml"/><Relationship Id="rId19" Type="http://schemas.openxmlformats.org/officeDocument/2006/relationships/tags" Target="../tags/tag34.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35" Type="http://schemas.openxmlformats.org/officeDocument/2006/relationships/tags" Target="../tags/tag50.xml"/><Relationship Id="rId43" Type="http://schemas.openxmlformats.org/officeDocument/2006/relationships/tags" Target="../tags/tag58.xml"/><Relationship Id="rId48" Type="http://schemas.openxmlformats.org/officeDocument/2006/relationships/tags" Target="../tags/tag63.xml"/><Relationship Id="rId56" Type="http://schemas.openxmlformats.org/officeDocument/2006/relationships/oleObject" Target="../embeddings/oleObject16.bin"/><Relationship Id="rId8" Type="http://schemas.openxmlformats.org/officeDocument/2006/relationships/tags" Target="../tags/tag23.xml"/><Relationship Id="rId51" Type="http://schemas.openxmlformats.org/officeDocument/2006/relationships/tags" Target="../tags/tag66.xml"/><Relationship Id="rId3" Type="http://schemas.openxmlformats.org/officeDocument/2006/relationships/tags" Target="../tags/tag18.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33" Type="http://schemas.openxmlformats.org/officeDocument/2006/relationships/tags" Target="../tags/tag48.xml"/><Relationship Id="rId38" Type="http://schemas.openxmlformats.org/officeDocument/2006/relationships/tags" Target="../tags/tag53.xml"/><Relationship Id="rId46" Type="http://schemas.openxmlformats.org/officeDocument/2006/relationships/tags" Target="../tags/tag61.xml"/><Relationship Id="rId20" Type="http://schemas.openxmlformats.org/officeDocument/2006/relationships/tags" Target="../tags/tag35.xml"/><Relationship Id="rId41" Type="http://schemas.openxmlformats.org/officeDocument/2006/relationships/tags" Target="../tags/tag56.xml"/><Relationship Id="rId54" Type="http://schemas.openxmlformats.org/officeDocument/2006/relationships/slideLayout" Target="../slideLayouts/slideLayout14.xml"/><Relationship Id="rId1" Type="http://schemas.openxmlformats.org/officeDocument/2006/relationships/customXml" Target="../../customXml/item1.xml"/><Relationship Id="rId6" Type="http://schemas.openxmlformats.org/officeDocument/2006/relationships/tags" Target="../tags/tag21.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36" Type="http://schemas.openxmlformats.org/officeDocument/2006/relationships/tags" Target="../tags/tag51.xml"/><Relationship Id="rId49" Type="http://schemas.openxmlformats.org/officeDocument/2006/relationships/tags" Target="../tags/tag64.xml"/><Relationship Id="rId57" Type="http://schemas.openxmlformats.org/officeDocument/2006/relationships/image" Target="../media/image13.emf"/><Relationship Id="rId10" Type="http://schemas.openxmlformats.org/officeDocument/2006/relationships/tags" Target="../tags/tag25.xml"/><Relationship Id="rId31" Type="http://schemas.openxmlformats.org/officeDocument/2006/relationships/tags" Target="../tags/tag46.xml"/><Relationship Id="rId44" Type="http://schemas.openxmlformats.org/officeDocument/2006/relationships/tags" Target="../tags/tag59.xml"/><Relationship Id="rId52" Type="http://schemas.openxmlformats.org/officeDocument/2006/relationships/tags" Target="../tags/tag6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69.xml"/><Relationship Id="rId1" Type="http://schemas.openxmlformats.org/officeDocument/2006/relationships/customXml" Target="../../customXml/item2.xml"/><Relationship Id="rId6" Type="http://schemas.openxmlformats.org/officeDocument/2006/relationships/image" Target="../media/image13.emf"/><Relationship Id="rId5" Type="http://schemas.openxmlformats.org/officeDocument/2006/relationships/oleObject" Target="../embeddings/oleObject17.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9.svg"/><Relationship Id="rId2" Type="http://schemas.openxmlformats.org/officeDocument/2006/relationships/slideLayout" Target="../slideLayouts/slideLayout15.xml"/><Relationship Id="rId1" Type="http://schemas.openxmlformats.org/officeDocument/2006/relationships/tags" Target="../tags/tag70.xml"/><Relationship Id="rId6" Type="http://schemas.openxmlformats.org/officeDocument/2006/relationships/image" Target="../media/image8.png"/><Relationship Id="rId5" Type="http://schemas.openxmlformats.org/officeDocument/2006/relationships/image" Target="../media/image13.emf"/><Relationship Id="rId4" Type="http://schemas.openxmlformats.org/officeDocument/2006/relationships/oleObject" Target="../embeddings/oleObject18.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7.xml"/><Relationship Id="rId1" Type="http://schemas.openxmlformats.org/officeDocument/2006/relationships/tags" Target="../tags/tag71.xml"/><Relationship Id="rId5" Type="http://schemas.openxmlformats.org/officeDocument/2006/relationships/image" Target="../media/image15.png"/><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7.xml"/><Relationship Id="rId1" Type="http://schemas.openxmlformats.org/officeDocument/2006/relationships/tags" Target="../tags/tag7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7.xml"/><Relationship Id="rId1" Type="http://schemas.openxmlformats.org/officeDocument/2006/relationships/tags" Target="../tags/tag7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9.svg"/><Relationship Id="rId2" Type="http://schemas.openxmlformats.org/officeDocument/2006/relationships/slideLayout" Target="../slideLayouts/slideLayout15.xml"/><Relationship Id="rId1" Type="http://schemas.openxmlformats.org/officeDocument/2006/relationships/tags" Target="../tags/tag74.xml"/><Relationship Id="rId6" Type="http://schemas.openxmlformats.org/officeDocument/2006/relationships/image" Target="../media/image8.png"/><Relationship Id="rId5" Type="http://schemas.openxmlformats.org/officeDocument/2006/relationships/image" Target="../media/image13.emf"/><Relationship Id="rId4"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 Id="rId4" Type="http://schemas.openxmlformats.org/officeDocument/2006/relationships/image" Target="../media/image25.gif"/></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tags" Target="../tags/tag75.xml"/><Relationship Id="rId5" Type="http://schemas.openxmlformats.org/officeDocument/2006/relationships/image" Target="../media/image28.png"/><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9.svg"/><Relationship Id="rId2" Type="http://schemas.openxmlformats.org/officeDocument/2006/relationships/slideLayout" Target="../slideLayouts/slideLayout15.xml"/><Relationship Id="rId1" Type="http://schemas.openxmlformats.org/officeDocument/2006/relationships/tags" Target="../tags/tag76.xml"/><Relationship Id="rId6" Type="http://schemas.openxmlformats.org/officeDocument/2006/relationships/image" Target="../media/image8.png"/><Relationship Id="rId5" Type="http://schemas.openxmlformats.org/officeDocument/2006/relationships/image" Target="../media/image13.emf"/><Relationship Id="rId4"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7.xml"/><Relationship Id="rId1" Type="http://schemas.openxmlformats.org/officeDocument/2006/relationships/tags" Target="../tags/tag7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E5359119-AA46-4E9B-A394-4B4669F8F8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2" name="Object 1" hidden="1">
                        <a:extLst>
                          <a:ext uri="{FF2B5EF4-FFF2-40B4-BE49-F238E27FC236}">
                            <a16:creationId xmlns:a16="http://schemas.microsoft.com/office/drawing/2014/main" id="{E5359119-AA46-4E9B-A394-4B4669F8F8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7591D87-947B-47BE-8817-CA22369011F0}"/>
              </a:ext>
            </a:extLst>
          </p:cNvPr>
          <p:cNvSpPr>
            <a:spLocks noGrp="1"/>
          </p:cNvSpPr>
          <p:nvPr>
            <p:ph type="ctrTitle"/>
          </p:nvPr>
        </p:nvSpPr>
        <p:spPr/>
        <p:txBody>
          <a:bodyPr vert="horz"/>
          <a:lstStyle/>
          <a:p>
            <a:r>
              <a:rPr lang="en-US"/>
              <a:t>Platform Team Monthly Connect</a:t>
            </a:r>
          </a:p>
        </p:txBody>
      </p:sp>
      <p:sp>
        <p:nvSpPr>
          <p:cNvPr id="6" name="Text Placeholder 5">
            <a:extLst>
              <a:ext uri="{FF2B5EF4-FFF2-40B4-BE49-F238E27FC236}">
                <a16:creationId xmlns:a16="http://schemas.microsoft.com/office/drawing/2014/main" id="{05979D89-6ED5-45D8-9627-E93E2E92C478}"/>
              </a:ext>
            </a:extLst>
          </p:cNvPr>
          <p:cNvSpPr>
            <a:spLocks noGrp="1"/>
          </p:cNvSpPr>
          <p:nvPr>
            <p:ph type="body" sz="quarter" idx="13"/>
          </p:nvPr>
        </p:nvSpPr>
        <p:spPr/>
        <p:txBody>
          <a:bodyPr/>
          <a:lstStyle/>
          <a:p>
            <a:r>
              <a:rPr lang="en-US" dirty="0"/>
              <a:t>July 2024</a:t>
            </a:r>
          </a:p>
        </p:txBody>
      </p:sp>
      <p:pic>
        <p:nvPicPr>
          <p:cNvPr id="21" name="Graphic 20">
            <a:extLst>
              <a:ext uri="{FF2B5EF4-FFF2-40B4-BE49-F238E27FC236}">
                <a16:creationId xmlns:a16="http://schemas.microsoft.com/office/drawing/2014/main" id="{586B0AA0-4711-495A-A66E-9131632C64E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2956233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4785A47-4D74-4B6E-86F7-A0999D0B90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6" name="Object 5" hidden="1">
                        <a:extLst>
                          <a:ext uri="{FF2B5EF4-FFF2-40B4-BE49-F238E27FC236}">
                            <a16:creationId xmlns:a16="http://schemas.microsoft.com/office/drawing/2014/main" id="{74785A47-4D74-4B6E-86F7-A0999D0B90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69B6FB-0191-4706-85BD-B30D4D5A5B83}"/>
              </a:ext>
            </a:extLst>
          </p:cNvPr>
          <p:cNvSpPr>
            <a:spLocks noGrp="1"/>
          </p:cNvSpPr>
          <p:nvPr>
            <p:ph type="title"/>
          </p:nvPr>
        </p:nvSpPr>
        <p:spPr/>
        <p:txBody>
          <a:bodyPr vert="horz"/>
          <a:lstStyle/>
          <a:p>
            <a:r>
              <a:rPr lang="en-US" sz="2800" b="1"/>
              <a:t>Agenda</a:t>
            </a:r>
          </a:p>
        </p:txBody>
      </p:sp>
      <p:sp>
        <p:nvSpPr>
          <p:cNvPr id="3" name="Text Placeholder 2">
            <a:extLst>
              <a:ext uri="{FF2B5EF4-FFF2-40B4-BE49-F238E27FC236}">
                <a16:creationId xmlns:a16="http://schemas.microsoft.com/office/drawing/2014/main" id="{A976EFF9-C837-4A06-9B0B-B47D2C67904D}"/>
              </a:ext>
            </a:extLst>
          </p:cNvPr>
          <p:cNvSpPr>
            <a:spLocks noGrp="1"/>
          </p:cNvSpPr>
          <p:nvPr>
            <p:ph type="body" sz="quarter" idx="10"/>
          </p:nvPr>
        </p:nvSpPr>
        <p:spPr/>
        <p:txBody>
          <a:bodyPr/>
          <a:lstStyle/>
          <a:p>
            <a:r>
              <a:rPr lang="en-US" dirty="0"/>
              <a:t>Projects : Ongoing and Executed</a:t>
            </a:r>
          </a:p>
          <a:p>
            <a:pPr lvl="1"/>
            <a:r>
              <a:rPr lang="en-US" dirty="0"/>
              <a:t>Team updates, who is working on what?</a:t>
            </a:r>
          </a:p>
          <a:p>
            <a:r>
              <a:rPr lang="en-US" dirty="0"/>
              <a:t>Tech Talk </a:t>
            </a:r>
          </a:p>
          <a:p>
            <a:pPr lvl="1"/>
            <a:r>
              <a:rPr lang="en-IN" dirty="0" err="1"/>
              <a:t>Vercel</a:t>
            </a:r>
            <a:endParaRPr lang="en-IN" dirty="0"/>
          </a:p>
          <a:p>
            <a:pPr lvl="1"/>
            <a:r>
              <a:rPr lang="en-IN" dirty="0"/>
              <a:t>Generative AI</a:t>
            </a:r>
          </a:p>
          <a:p>
            <a:pPr lvl="1"/>
            <a:r>
              <a:rPr lang="en-IN" dirty="0"/>
              <a:t>Shift Left Testing</a:t>
            </a:r>
          </a:p>
          <a:p>
            <a:r>
              <a:rPr lang="en-US" dirty="0"/>
              <a:t>Team Collaboration</a:t>
            </a:r>
          </a:p>
          <a:p>
            <a:endParaRPr lang="en-US" dirty="0"/>
          </a:p>
        </p:txBody>
      </p:sp>
    </p:spTree>
    <p:extLst>
      <p:ext uri="{BB962C8B-B14F-4D97-AF65-F5344CB8AC3E}">
        <p14:creationId xmlns:p14="http://schemas.microsoft.com/office/powerpoint/2010/main" val="247873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7295A043-74A6-DC4B-2DD5-399660B80E91}"/>
              </a:ext>
            </a:extLst>
          </p:cNvPr>
          <p:cNvSpPr/>
          <p:nvPr/>
        </p:nvSpPr>
        <p:spPr>
          <a:xfrm>
            <a:off x="4656922" y="1760007"/>
            <a:ext cx="3200400" cy="3200400"/>
          </a:xfrm>
          <a:prstGeom prst="ellipse">
            <a:avLst/>
          </a:prstGeom>
          <a:noFill/>
          <a:ln w="3810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Object 17" hidden="1">
            <a:extLst>
              <a:ext uri="{FF2B5EF4-FFF2-40B4-BE49-F238E27FC236}">
                <a16:creationId xmlns:a16="http://schemas.microsoft.com/office/drawing/2014/main" id="{7696D6D9-1228-13C5-5A92-4EB8FABBDD0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6" imgW="416" imgH="416" progId="TCLayout.ActiveDocument.1">
                  <p:embed/>
                </p:oleObj>
              </mc:Choice>
              <mc:Fallback>
                <p:oleObj name="think-cell Slide" r:id="rId56" imgW="416" imgH="416" progId="TCLayout.ActiveDocument.1">
                  <p:embed/>
                  <p:pic>
                    <p:nvPicPr>
                      <p:cNvPr id="18" name="Object 17" hidden="1">
                        <a:extLst>
                          <a:ext uri="{FF2B5EF4-FFF2-40B4-BE49-F238E27FC236}">
                            <a16:creationId xmlns:a16="http://schemas.microsoft.com/office/drawing/2014/main" id="{7696D6D9-1228-13C5-5A92-4EB8FABBDD0C}"/>
                          </a:ext>
                        </a:extLst>
                      </p:cNvPr>
                      <p:cNvPicPr/>
                      <p:nvPr/>
                    </p:nvPicPr>
                    <p:blipFill>
                      <a:blip r:embed="rId57"/>
                      <a:stretch>
                        <a:fillRect/>
                      </a:stretch>
                    </p:blipFill>
                    <p:spPr>
                      <a:xfrm>
                        <a:off x="1588" y="1588"/>
                        <a:ext cx="1588"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E4974D60-5785-A02A-4E05-989A45D3207F}"/>
              </a:ext>
            </a:extLst>
          </p:cNvPr>
          <p:cNvSpPr>
            <a:spLocks noGrp="1"/>
          </p:cNvSpPr>
          <p:nvPr>
            <p:ph type="title"/>
          </p:nvPr>
        </p:nvSpPr>
        <p:spPr>
          <a:xfrm>
            <a:off x="415714" y="378667"/>
            <a:ext cx="10972800" cy="506439"/>
          </a:xfrm>
        </p:spPr>
        <p:txBody>
          <a:bodyPr>
            <a:normAutofit/>
          </a:bodyPr>
          <a:lstStyle/>
          <a:p>
            <a:r>
              <a:rPr lang="en-US" sz="2400" b="1"/>
              <a:t>Platform Team and Ongoing Projects</a:t>
            </a:r>
            <a:endParaRPr lang="en-US" sz="1600" b="1">
              <a:solidFill>
                <a:srgbClr val="33669A"/>
              </a:solidFill>
            </a:endParaRPr>
          </a:p>
        </p:txBody>
      </p:sp>
      <p:grpSp>
        <p:nvGrpSpPr>
          <p:cNvPr id="403" name="Group 402">
            <a:extLst>
              <a:ext uri="{FF2B5EF4-FFF2-40B4-BE49-F238E27FC236}">
                <a16:creationId xmlns:a16="http://schemas.microsoft.com/office/drawing/2014/main" id="{1073032C-F175-43FC-981E-50CC4CC97AB5}"/>
              </a:ext>
            </a:extLst>
          </p:cNvPr>
          <p:cNvGrpSpPr>
            <a:grpSpLocks noChangeAspect="1"/>
          </p:cNvGrpSpPr>
          <p:nvPr>
            <p:custDataLst>
              <p:tags r:id="rId3"/>
            </p:custDataLst>
          </p:nvPr>
        </p:nvGrpSpPr>
        <p:grpSpPr>
          <a:xfrm>
            <a:off x="4798437" y="1925126"/>
            <a:ext cx="2917370" cy="2820622"/>
            <a:chOff x="4191000" y="1524000"/>
            <a:chExt cx="3810000" cy="3810000"/>
          </a:xfrm>
        </p:grpSpPr>
        <p:sp>
          <p:nvSpPr>
            <p:cNvPr id="404" name="Block Arc 403">
              <a:extLst>
                <a:ext uri="{FF2B5EF4-FFF2-40B4-BE49-F238E27FC236}">
                  <a16:creationId xmlns:a16="http://schemas.microsoft.com/office/drawing/2014/main" id="{B934C571-AE9A-4938-B3F5-3B3980AEFCA8}"/>
                </a:ext>
              </a:extLst>
            </p:cNvPr>
            <p:cNvSpPr/>
            <p:nvPr>
              <p:custDataLst>
                <p:tags r:id="rId4"/>
              </p:custDataLst>
            </p:nvPr>
          </p:nvSpPr>
          <p:spPr>
            <a:xfrm>
              <a:off x="4191000" y="1524000"/>
              <a:ext cx="3810000" cy="3810000"/>
            </a:xfrm>
            <a:prstGeom prst="blockArc">
              <a:avLst>
                <a:gd name="adj1" fmla="val 0"/>
                <a:gd name="adj2" fmla="val 2700000"/>
                <a:gd name="adj3" fmla="val 16500"/>
              </a:avLst>
            </a:prstGeom>
            <a:solidFill>
              <a:srgbClr val="B98FFF"/>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05" name="Block Arc 404">
              <a:extLst>
                <a:ext uri="{FF2B5EF4-FFF2-40B4-BE49-F238E27FC236}">
                  <a16:creationId xmlns:a16="http://schemas.microsoft.com/office/drawing/2014/main" id="{C3824119-5B9B-4A50-8375-97786F87F8F4}"/>
                </a:ext>
              </a:extLst>
            </p:cNvPr>
            <p:cNvSpPr/>
            <p:nvPr>
              <p:custDataLst>
                <p:tags r:id="rId5"/>
              </p:custDataLst>
            </p:nvPr>
          </p:nvSpPr>
          <p:spPr>
            <a:xfrm>
              <a:off x="4191000" y="1524000"/>
              <a:ext cx="3810000" cy="3810000"/>
            </a:xfrm>
            <a:prstGeom prst="blockArc">
              <a:avLst>
                <a:gd name="adj1" fmla="val 2700000"/>
                <a:gd name="adj2" fmla="val 5400000"/>
                <a:gd name="adj3" fmla="val 16500"/>
              </a:avLst>
            </a:prstGeom>
            <a:solidFill>
              <a:srgbClr val="4E2198"/>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dirty="0">
                <a:solidFill>
                  <a:schemeClr val="bg1"/>
                </a:solidFill>
                <a:effectLst>
                  <a:glow>
                    <a:scrgbClr r="0" g="0" b="0"/>
                  </a:glow>
                </a:effectLst>
              </a:endParaRPr>
            </a:p>
          </p:txBody>
        </p:sp>
        <p:sp>
          <p:nvSpPr>
            <p:cNvPr id="406" name="Block Arc 405">
              <a:extLst>
                <a:ext uri="{FF2B5EF4-FFF2-40B4-BE49-F238E27FC236}">
                  <a16:creationId xmlns:a16="http://schemas.microsoft.com/office/drawing/2014/main" id="{8BDF95E2-F1B5-4C9D-864D-1598F9CBB3D9}"/>
                </a:ext>
              </a:extLst>
            </p:cNvPr>
            <p:cNvSpPr/>
            <p:nvPr>
              <p:custDataLst>
                <p:tags r:id="rId6"/>
              </p:custDataLst>
            </p:nvPr>
          </p:nvSpPr>
          <p:spPr>
            <a:xfrm>
              <a:off x="4191000" y="1524000"/>
              <a:ext cx="3810000" cy="3810000"/>
            </a:xfrm>
            <a:prstGeom prst="blockArc">
              <a:avLst>
                <a:gd name="adj1" fmla="val 5400000"/>
                <a:gd name="adj2" fmla="val 8100000"/>
                <a:gd name="adj3" fmla="val 16500"/>
              </a:avLst>
            </a:prstGeom>
            <a:solidFill>
              <a:srgbClr val="5573B1"/>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07" name="Block Arc 406">
              <a:extLst>
                <a:ext uri="{FF2B5EF4-FFF2-40B4-BE49-F238E27FC236}">
                  <a16:creationId xmlns:a16="http://schemas.microsoft.com/office/drawing/2014/main" id="{F2029B78-7C32-4DED-81FD-A238EC4609A4}"/>
                </a:ext>
              </a:extLst>
            </p:cNvPr>
            <p:cNvSpPr/>
            <p:nvPr>
              <p:custDataLst>
                <p:tags r:id="rId7"/>
              </p:custDataLst>
            </p:nvPr>
          </p:nvSpPr>
          <p:spPr>
            <a:xfrm>
              <a:off x="4191000" y="1524000"/>
              <a:ext cx="3810000" cy="3810000"/>
            </a:xfrm>
            <a:prstGeom prst="blockArc">
              <a:avLst>
                <a:gd name="adj1" fmla="val 8100000"/>
                <a:gd name="adj2" fmla="val 10800000"/>
                <a:gd name="adj3" fmla="val 16500"/>
              </a:avLst>
            </a:prstGeom>
            <a:solidFill>
              <a:srgbClr val="27AAE1"/>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08" name="Block Arc 407">
              <a:extLst>
                <a:ext uri="{FF2B5EF4-FFF2-40B4-BE49-F238E27FC236}">
                  <a16:creationId xmlns:a16="http://schemas.microsoft.com/office/drawing/2014/main" id="{2FAAC2CA-CC69-47CC-BA89-B2D32E8F373E}"/>
                </a:ext>
              </a:extLst>
            </p:cNvPr>
            <p:cNvSpPr/>
            <p:nvPr>
              <p:custDataLst>
                <p:tags r:id="rId8"/>
              </p:custDataLst>
            </p:nvPr>
          </p:nvSpPr>
          <p:spPr>
            <a:xfrm>
              <a:off x="4191000" y="1524000"/>
              <a:ext cx="3810000" cy="3810000"/>
            </a:xfrm>
            <a:prstGeom prst="blockArc">
              <a:avLst>
                <a:gd name="adj1" fmla="val 10800000"/>
                <a:gd name="adj2" fmla="val 13500000"/>
                <a:gd name="adj3" fmla="val 16500"/>
              </a:avLst>
            </a:prstGeom>
            <a:solidFill>
              <a:srgbClr val="172B3C"/>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09" name="Block Arc 408">
              <a:extLst>
                <a:ext uri="{FF2B5EF4-FFF2-40B4-BE49-F238E27FC236}">
                  <a16:creationId xmlns:a16="http://schemas.microsoft.com/office/drawing/2014/main" id="{1549B6C1-B894-44BF-8572-92AD0FB10EB1}"/>
                </a:ext>
              </a:extLst>
            </p:cNvPr>
            <p:cNvSpPr/>
            <p:nvPr>
              <p:custDataLst>
                <p:tags r:id="rId9"/>
              </p:custDataLst>
            </p:nvPr>
          </p:nvSpPr>
          <p:spPr>
            <a:xfrm>
              <a:off x="4191000" y="1524000"/>
              <a:ext cx="3810000" cy="3810000"/>
            </a:xfrm>
            <a:prstGeom prst="blockArc">
              <a:avLst>
                <a:gd name="adj1" fmla="val 13500000"/>
                <a:gd name="adj2" fmla="val 16200000"/>
                <a:gd name="adj3" fmla="val 16500"/>
              </a:avLst>
            </a:prstGeom>
            <a:solidFill>
              <a:srgbClr val="156082"/>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10" name="Block Arc 409">
              <a:extLst>
                <a:ext uri="{FF2B5EF4-FFF2-40B4-BE49-F238E27FC236}">
                  <a16:creationId xmlns:a16="http://schemas.microsoft.com/office/drawing/2014/main" id="{F776F491-476B-43AF-9ABF-6CFE3725174E}"/>
                </a:ext>
              </a:extLst>
            </p:cNvPr>
            <p:cNvSpPr/>
            <p:nvPr>
              <p:custDataLst>
                <p:tags r:id="rId10"/>
              </p:custDataLst>
            </p:nvPr>
          </p:nvSpPr>
          <p:spPr>
            <a:xfrm>
              <a:off x="4191000" y="1524000"/>
              <a:ext cx="3810000" cy="3810000"/>
            </a:xfrm>
            <a:prstGeom prst="blockArc">
              <a:avLst>
                <a:gd name="adj1" fmla="val 16200000"/>
                <a:gd name="adj2" fmla="val 18900000"/>
                <a:gd name="adj3" fmla="val 16500"/>
              </a:avLst>
            </a:prstGeom>
            <a:solidFill>
              <a:srgbClr val="7FBDEB"/>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11" name="Block Arc 410">
              <a:extLst>
                <a:ext uri="{FF2B5EF4-FFF2-40B4-BE49-F238E27FC236}">
                  <a16:creationId xmlns:a16="http://schemas.microsoft.com/office/drawing/2014/main" id="{921D7D1E-C18B-468B-8B1E-EBA8B8A6FF9D}"/>
                </a:ext>
              </a:extLst>
            </p:cNvPr>
            <p:cNvSpPr/>
            <p:nvPr>
              <p:custDataLst>
                <p:tags r:id="rId11"/>
              </p:custDataLst>
            </p:nvPr>
          </p:nvSpPr>
          <p:spPr>
            <a:xfrm>
              <a:off x="4191000" y="1524000"/>
              <a:ext cx="3810000" cy="3810000"/>
            </a:xfrm>
            <a:prstGeom prst="blockArc">
              <a:avLst>
                <a:gd name="adj1" fmla="val 18900000"/>
                <a:gd name="adj2" fmla="val 0"/>
                <a:gd name="adj3" fmla="val 16500"/>
              </a:avLst>
            </a:prstGeom>
            <a:solidFill>
              <a:srgbClr val="346393"/>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chemeClr val="bg1"/>
                </a:solidFill>
                <a:effectLst>
                  <a:glow>
                    <a:scrgbClr r="0" g="0" b="0"/>
                  </a:glow>
                </a:effectLst>
              </a:endParaRPr>
            </a:p>
          </p:txBody>
        </p:sp>
        <p:sp>
          <p:nvSpPr>
            <p:cNvPr id="412" name="Block Arc 411" hidden="1">
              <a:extLst>
                <a:ext uri="{FF2B5EF4-FFF2-40B4-BE49-F238E27FC236}">
                  <a16:creationId xmlns:a16="http://schemas.microsoft.com/office/drawing/2014/main" id="{33CA7FD4-8896-49EE-B7E9-A696E04C6EFB}"/>
                </a:ext>
              </a:extLst>
            </p:cNvPr>
            <p:cNvSpPr/>
            <p:nvPr>
              <p:custDataLst>
                <p:tags r:id="rId12"/>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3" name="Block Arc 412" hidden="1">
              <a:extLst>
                <a:ext uri="{FF2B5EF4-FFF2-40B4-BE49-F238E27FC236}">
                  <a16:creationId xmlns:a16="http://schemas.microsoft.com/office/drawing/2014/main" id="{BFE86E8F-7C41-40DD-9E96-834D085A412A}"/>
                </a:ext>
              </a:extLst>
            </p:cNvPr>
            <p:cNvSpPr/>
            <p:nvPr>
              <p:custDataLst>
                <p:tags r:id="rId13"/>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4" name="Block Arc 413" hidden="1">
              <a:extLst>
                <a:ext uri="{FF2B5EF4-FFF2-40B4-BE49-F238E27FC236}">
                  <a16:creationId xmlns:a16="http://schemas.microsoft.com/office/drawing/2014/main" id="{2EC4E61E-F0B3-4836-A64D-93D92DD8D5F6}"/>
                </a:ext>
              </a:extLst>
            </p:cNvPr>
            <p:cNvSpPr/>
            <p:nvPr>
              <p:custDataLst>
                <p:tags r:id="rId14"/>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5" name="Block Arc 414" hidden="1">
              <a:extLst>
                <a:ext uri="{FF2B5EF4-FFF2-40B4-BE49-F238E27FC236}">
                  <a16:creationId xmlns:a16="http://schemas.microsoft.com/office/drawing/2014/main" id="{08CD7B3B-1106-4875-8E4D-3542A6B68AA1}"/>
                </a:ext>
              </a:extLst>
            </p:cNvPr>
            <p:cNvSpPr/>
            <p:nvPr>
              <p:custDataLst>
                <p:tags r:id="rId15"/>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6" name="Block Arc 415" hidden="1">
              <a:extLst>
                <a:ext uri="{FF2B5EF4-FFF2-40B4-BE49-F238E27FC236}">
                  <a16:creationId xmlns:a16="http://schemas.microsoft.com/office/drawing/2014/main" id="{E5CA1AEF-1C84-442D-825F-3D6716BEF94F}"/>
                </a:ext>
              </a:extLst>
            </p:cNvPr>
            <p:cNvSpPr/>
            <p:nvPr>
              <p:custDataLst>
                <p:tags r:id="rId16"/>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7" name="Block Arc 416" hidden="1">
              <a:extLst>
                <a:ext uri="{FF2B5EF4-FFF2-40B4-BE49-F238E27FC236}">
                  <a16:creationId xmlns:a16="http://schemas.microsoft.com/office/drawing/2014/main" id="{28F0A763-65A0-47AC-A697-4626019D0C72}"/>
                </a:ext>
              </a:extLst>
            </p:cNvPr>
            <p:cNvSpPr/>
            <p:nvPr>
              <p:custDataLst>
                <p:tags r:id="rId17"/>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8" name="Block Arc 417" hidden="1">
              <a:extLst>
                <a:ext uri="{FF2B5EF4-FFF2-40B4-BE49-F238E27FC236}">
                  <a16:creationId xmlns:a16="http://schemas.microsoft.com/office/drawing/2014/main" id="{6B5C2DF5-5789-487E-82A2-2BE6D13B740E}"/>
                </a:ext>
              </a:extLst>
            </p:cNvPr>
            <p:cNvSpPr/>
            <p:nvPr>
              <p:custDataLst>
                <p:tags r:id="rId18"/>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9" name="Block Arc 418" hidden="1">
              <a:extLst>
                <a:ext uri="{FF2B5EF4-FFF2-40B4-BE49-F238E27FC236}">
                  <a16:creationId xmlns:a16="http://schemas.microsoft.com/office/drawing/2014/main" id="{A8679807-FC9F-4E3D-B93C-DBA7F5E2D30B}"/>
                </a:ext>
              </a:extLst>
            </p:cNvPr>
            <p:cNvSpPr/>
            <p:nvPr>
              <p:custDataLst>
                <p:tags r:id="rId19"/>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0" name="Block Arc 419" hidden="1">
              <a:extLst>
                <a:ext uri="{FF2B5EF4-FFF2-40B4-BE49-F238E27FC236}">
                  <a16:creationId xmlns:a16="http://schemas.microsoft.com/office/drawing/2014/main" id="{FE7ADA99-23EA-49BA-86EE-DBEAE3C51B13}"/>
                </a:ext>
              </a:extLst>
            </p:cNvPr>
            <p:cNvSpPr/>
            <p:nvPr>
              <p:custDataLst>
                <p:tags r:id="rId20"/>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1" name="Block Arc 420" hidden="1">
              <a:extLst>
                <a:ext uri="{FF2B5EF4-FFF2-40B4-BE49-F238E27FC236}">
                  <a16:creationId xmlns:a16="http://schemas.microsoft.com/office/drawing/2014/main" id="{5ADE1072-0981-478C-B5BA-5462E7AA674A}"/>
                </a:ext>
              </a:extLst>
            </p:cNvPr>
            <p:cNvSpPr/>
            <p:nvPr>
              <p:custDataLst>
                <p:tags r:id="rId21"/>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2" name="Block Arc 421" hidden="1">
              <a:extLst>
                <a:ext uri="{FF2B5EF4-FFF2-40B4-BE49-F238E27FC236}">
                  <a16:creationId xmlns:a16="http://schemas.microsoft.com/office/drawing/2014/main" id="{789C33C9-ABD7-47C8-AA05-FF9375F83CE9}"/>
                </a:ext>
              </a:extLst>
            </p:cNvPr>
            <p:cNvSpPr/>
            <p:nvPr>
              <p:custDataLst>
                <p:tags r:id="rId22"/>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3" name="Block Arc 422" hidden="1">
              <a:extLst>
                <a:ext uri="{FF2B5EF4-FFF2-40B4-BE49-F238E27FC236}">
                  <a16:creationId xmlns:a16="http://schemas.microsoft.com/office/drawing/2014/main" id="{C1D93779-1119-4A1B-8526-D668BE297195}"/>
                </a:ext>
              </a:extLst>
            </p:cNvPr>
            <p:cNvSpPr/>
            <p:nvPr>
              <p:custDataLst>
                <p:tags r:id="rId23"/>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4" name="Block Arc 423" hidden="1">
              <a:extLst>
                <a:ext uri="{FF2B5EF4-FFF2-40B4-BE49-F238E27FC236}">
                  <a16:creationId xmlns:a16="http://schemas.microsoft.com/office/drawing/2014/main" id="{F7FB36C3-0EDD-4639-A544-DC7E6B5B215C}"/>
                </a:ext>
              </a:extLst>
            </p:cNvPr>
            <p:cNvSpPr/>
            <p:nvPr>
              <p:custDataLst>
                <p:tags r:id="rId24"/>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5" name="Block Arc 424" hidden="1">
              <a:extLst>
                <a:ext uri="{FF2B5EF4-FFF2-40B4-BE49-F238E27FC236}">
                  <a16:creationId xmlns:a16="http://schemas.microsoft.com/office/drawing/2014/main" id="{0C01BAD3-56F7-453E-97C5-B32FE332C4D9}"/>
                </a:ext>
              </a:extLst>
            </p:cNvPr>
            <p:cNvSpPr/>
            <p:nvPr>
              <p:custDataLst>
                <p:tags r:id="rId25"/>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6" name="Block Arc 425" hidden="1">
              <a:extLst>
                <a:ext uri="{FF2B5EF4-FFF2-40B4-BE49-F238E27FC236}">
                  <a16:creationId xmlns:a16="http://schemas.microsoft.com/office/drawing/2014/main" id="{9D716181-9556-4EAC-AC21-21DA77DCA4E2}"/>
                </a:ext>
              </a:extLst>
            </p:cNvPr>
            <p:cNvSpPr/>
            <p:nvPr>
              <p:custDataLst>
                <p:tags r:id="rId26"/>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7" name="Block Arc 426" hidden="1">
              <a:extLst>
                <a:ext uri="{FF2B5EF4-FFF2-40B4-BE49-F238E27FC236}">
                  <a16:creationId xmlns:a16="http://schemas.microsoft.com/office/drawing/2014/main" id="{BB0114FB-B2F2-430E-927B-6CA28359382E}"/>
                </a:ext>
              </a:extLst>
            </p:cNvPr>
            <p:cNvSpPr/>
            <p:nvPr>
              <p:custDataLst>
                <p:tags r:id="rId27"/>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8" name="Block Arc 427" hidden="1">
              <a:extLst>
                <a:ext uri="{FF2B5EF4-FFF2-40B4-BE49-F238E27FC236}">
                  <a16:creationId xmlns:a16="http://schemas.microsoft.com/office/drawing/2014/main" id="{1A95EB2A-437A-4766-AE46-ECDD292B204D}"/>
                </a:ext>
              </a:extLst>
            </p:cNvPr>
            <p:cNvSpPr/>
            <p:nvPr>
              <p:custDataLst>
                <p:tags r:id="rId28"/>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9" name="Block Arc 428" hidden="1">
              <a:extLst>
                <a:ext uri="{FF2B5EF4-FFF2-40B4-BE49-F238E27FC236}">
                  <a16:creationId xmlns:a16="http://schemas.microsoft.com/office/drawing/2014/main" id="{DA017D4B-3CCE-43F7-94FD-D87B8A7292E7}"/>
                </a:ext>
              </a:extLst>
            </p:cNvPr>
            <p:cNvSpPr/>
            <p:nvPr>
              <p:custDataLst>
                <p:tags r:id="rId29"/>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0" name="Block Arc 429" hidden="1">
              <a:extLst>
                <a:ext uri="{FF2B5EF4-FFF2-40B4-BE49-F238E27FC236}">
                  <a16:creationId xmlns:a16="http://schemas.microsoft.com/office/drawing/2014/main" id="{C0FD2472-66B6-44DD-B6DD-0CA03E4BC312}"/>
                </a:ext>
              </a:extLst>
            </p:cNvPr>
            <p:cNvSpPr/>
            <p:nvPr>
              <p:custDataLst>
                <p:tags r:id="rId30"/>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1" name="Block Arc 430" hidden="1">
              <a:extLst>
                <a:ext uri="{FF2B5EF4-FFF2-40B4-BE49-F238E27FC236}">
                  <a16:creationId xmlns:a16="http://schemas.microsoft.com/office/drawing/2014/main" id="{73A3A3D6-E641-443C-8749-BA4ED5A1A601}"/>
                </a:ext>
              </a:extLst>
            </p:cNvPr>
            <p:cNvSpPr/>
            <p:nvPr>
              <p:custDataLst>
                <p:tags r:id="rId31"/>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2" name="Block Arc 431" hidden="1">
              <a:extLst>
                <a:ext uri="{FF2B5EF4-FFF2-40B4-BE49-F238E27FC236}">
                  <a16:creationId xmlns:a16="http://schemas.microsoft.com/office/drawing/2014/main" id="{DF19C5D7-733A-47E5-81BF-85DE81F6510F}"/>
                </a:ext>
              </a:extLst>
            </p:cNvPr>
            <p:cNvSpPr/>
            <p:nvPr>
              <p:custDataLst>
                <p:tags r:id="rId32"/>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3" name="Block Arc 432" hidden="1">
              <a:extLst>
                <a:ext uri="{FF2B5EF4-FFF2-40B4-BE49-F238E27FC236}">
                  <a16:creationId xmlns:a16="http://schemas.microsoft.com/office/drawing/2014/main" id="{5F1F502C-2FC8-4349-ADFB-75F3007883E9}"/>
                </a:ext>
              </a:extLst>
            </p:cNvPr>
            <p:cNvSpPr/>
            <p:nvPr>
              <p:custDataLst>
                <p:tags r:id="rId33"/>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4" name="Block Arc 433" hidden="1">
              <a:extLst>
                <a:ext uri="{FF2B5EF4-FFF2-40B4-BE49-F238E27FC236}">
                  <a16:creationId xmlns:a16="http://schemas.microsoft.com/office/drawing/2014/main" id="{FCE5A7CC-71BC-4CDE-8F16-A189C058141A}"/>
                </a:ext>
              </a:extLst>
            </p:cNvPr>
            <p:cNvSpPr/>
            <p:nvPr>
              <p:custDataLst>
                <p:tags r:id="rId34"/>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5" name="Block Arc 434" hidden="1">
              <a:extLst>
                <a:ext uri="{FF2B5EF4-FFF2-40B4-BE49-F238E27FC236}">
                  <a16:creationId xmlns:a16="http://schemas.microsoft.com/office/drawing/2014/main" id="{254C1AAE-5B91-4A8E-911D-D8F5EC7E1756}"/>
                </a:ext>
              </a:extLst>
            </p:cNvPr>
            <p:cNvSpPr/>
            <p:nvPr>
              <p:custDataLst>
                <p:tags r:id="rId35"/>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6" name="Block Arc 435" hidden="1">
              <a:extLst>
                <a:ext uri="{FF2B5EF4-FFF2-40B4-BE49-F238E27FC236}">
                  <a16:creationId xmlns:a16="http://schemas.microsoft.com/office/drawing/2014/main" id="{F7F7762B-904C-4175-A0D8-2035B9A4AFB4}"/>
                </a:ext>
              </a:extLst>
            </p:cNvPr>
            <p:cNvSpPr/>
            <p:nvPr>
              <p:custDataLst>
                <p:tags r:id="rId36"/>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7" name="Block Arc 436" hidden="1">
              <a:extLst>
                <a:ext uri="{FF2B5EF4-FFF2-40B4-BE49-F238E27FC236}">
                  <a16:creationId xmlns:a16="http://schemas.microsoft.com/office/drawing/2014/main" id="{1D0FBC5F-D3B3-44EF-B9FD-12A1F85B36A3}"/>
                </a:ext>
              </a:extLst>
            </p:cNvPr>
            <p:cNvSpPr/>
            <p:nvPr>
              <p:custDataLst>
                <p:tags r:id="rId37"/>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8" name="Block Arc 437" hidden="1">
              <a:extLst>
                <a:ext uri="{FF2B5EF4-FFF2-40B4-BE49-F238E27FC236}">
                  <a16:creationId xmlns:a16="http://schemas.microsoft.com/office/drawing/2014/main" id="{98EA5FD3-CC77-4ABE-BDDD-18B437A276AC}"/>
                </a:ext>
              </a:extLst>
            </p:cNvPr>
            <p:cNvSpPr/>
            <p:nvPr>
              <p:custDataLst>
                <p:tags r:id="rId38"/>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9" name="Block Arc 438" hidden="1">
              <a:extLst>
                <a:ext uri="{FF2B5EF4-FFF2-40B4-BE49-F238E27FC236}">
                  <a16:creationId xmlns:a16="http://schemas.microsoft.com/office/drawing/2014/main" id="{FA97E8AE-F468-42A6-B2DC-5DA63EFC1275}"/>
                </a:ext>
              </a:extLst>
            </p:cNvPr>
            <p:cNvSpPr/>
            <p:nvPr>
              <p:custDataLst>
                <p:tags r:id="rId39"/>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0" name="Block Arc 439" hidden="1">
              <a:extLst>
                <a:ext uri="{FF2B5EF4-FFF2-40B4-BE49-F238E27FC236}">
                  <a16:creationId xmlns:a16="http://schemas.microsoft.com/office/drawing/2014/main" id="{44BF1C53-D829-4A10-A3A2-7D2B90AC4FEE}"/>
                </a:ext>
              </a:extLst>
            </p:cNvPr>
            <p:cNvSpPr/>
            <p:nvPr>
              <p:custDataLst>
                <p:tags r:id="rId40"/>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1" name="Block Arc 440" hidden="1">
              <a:extLst>
                <a:ext uri="{FF2B5EF4-FFF2-40B4-BE49-F238E27FC236}">
                  <a16:creationId xmlns:a16="http://schemas.microsoft.com/office/drawing/2014/main" id="{A4AB1CD3-5F03-48FF-897E-132565531FC9}"/>
                </a:ext>
              </a:extLst>
            </p:cNvPr>
            <p:cNvSpPr/>
            <p:nvPr>
              <p:custDataLst>
                <p:tags r:id="rId41"/>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2" name="Block Arc 441" hidden="1">
              <a:extLst>
                <a:ext uri="{FF2B5EF4-FFF2-40B4-BE49-F238E27FC236}">
                  <a16:creationId xmlns:a16="http://schemas.microsoft.com/office/drawing/2014/main" id="{109FC192-58FF-466B-8A24-C5BADCEC99EB}"/>
                </a:ext>
              </a:extLst>
            </p:cNvPr>
            <p:cNvSpPr/>
            <p:nvPr>
              <p:custDataLst>
                <p:tags r:id="rId42"/>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3" name="Block Arc 442" hidden="1">
              <a:extLst>
                <a:ext uri="{FF2B5EF4-FFF2-40B4-BE49-F238E27FC236}">
                  <a16:creationId xmlns:a16="http://schemas.microsoft.com/office/drawing/2014/main" id="{D3290534-EC4A-4B4A-A563-1D8DCA976B7C}"/>
                </a:ext>
              </a:extLst>
            </p:cNvPr>
            <p:cNvSpPr/>
            <p:nvPr>
              <p:custDataLst>
                <p:tags r:id="rId43"/>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4" name="Block Arc 443" hidden="1">
              <a:extLst>
                <a:ext uri="{FF2B5EF4-FFF2-40B4-BE49-F238E27FC236}">
                  <a16:creationId xmlns:a16="http://schemas.microsoft.com/office/drawing/2014/main" id="{A5BF3534-909B-41D5-AD46-14117837F22A}"/>
                </a:ext>
              </a:extLst>
            </p:cNvPr>
            <p:cNvSpPr/>
            <p:nvPr>
              <p:custDataLst>
                <p:tags r:id="rId44"/>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5" name="Block Arc 444" hidden="1">
              <a:extLst>
                <a:ext uri="{FF2B5EF4-FFF2-40B4-BE49-F238E27FC236}">
                  <a16:creationId xmlns:a16="http://schemas.microsoft.com/office/drawing/2014/main" id="{FD00EB96-A9BD-42CD-9004-96F5FB031CDF}"/>
                </a:ext>
              </a:extLst>
            </p:cNvPr>
            <p:cNvSpPr/>
            <p:nvPr>
              <p:custDataLst>
                <p:tags r:id="rId45"/>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6" name="Block Arc 445" hidden="1">
              <a:extLst>
                <a:ext uri="{FF2B5EF4-FFF2-40B4-BE49-F238E27FC236}">
                  <a16:creationId xmlns:a16="http://schemas.microsoft.com/office/drawing/2014/main" id="{51D5B528-1DED-4F5C-9238-43C7A569D6AB}"/>
                </a:ext>
              </a:extLst>
            </p:cNvPr>
            <p:cNvSpPr/>
            <p:nvPr>
              <p:custDataLst>
                <p:tags r:id="rId46"/>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7" name="Block Arc 446" hidden="1">
              <a:extLst>
                <a:ext uri="{FF2B5EF4-FFF2-40B4-BE49-F238E27FC236}">
                  <a16:creationId xmlns:a16="http://schemas.microsoft.com/office/drawing/2014/main" id="{11C558EB-6A43-4211-89A0-48E915965741}"/>
                </a:ext>
              </a:extLst>
            </p:cNvPr>
            <p:cNvSpPr/>
            <p:nvPr>
              <p:custDataLst>
                <p:tags r:id="rId47"/>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8" name="Block Arc 447" hidden="1">
              <a:extLst>
                <a:ext uri="{FF2B5EF4-FFF2-40B4-BE49-F238E27FC236}">
                  <a16:creationId xmlns:a16="http://schemas.microsoft.com/office/drawing/2014/main" id="{9BE5B82A-C52E-4690-8C5B-C9AD3769C968}"/>
                </a:ext>
              </a:extLst>
            </p:cNvPr>
            <p:cNvSpPr/>
            <p:nvPr>
              <p:custDataLst>
                <p:tags r:id="rId48"/>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9" name="Block Arc 448" hidden="1">
              <a:extLst>
                <a:ext uri="{FF2B5EF4-FFF2-40B4-BE49-F238E27FC236}">
                  <a16:creationId xmlns:a16="http://schemas.microsoft.com/office/drawing/2014/main" id="{F15D18C7-854A-40B4-9291-487F9A431D2E}"/>
                </a:ext>
              </a:extLst>
            </p:cNvPr>
            <p:cNvSpPr/>
            <p:nvPr>
              <p:custDataLst>
                <p:tags r:id="rId49"/>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50" name="Block Arc 449" hidden="1">
              <a:extLst>
                <a:ext uri="{FF2B5EF4-FFF2-40B4-BE49-F238E27FC236}">
                  <a16:creationId xmlns:a16="http://schemas.microsoft.com/office/drawing/2014/main" id="{A7DEFDBC-11A2-410D-A12F-3A9F0D13C31C}"/>
                </a:ext>
              </a:extLst>
            </p:cNvPr>
            <p:cNvSpPr/>
            <p:nvPr>
              <p:custDataLst>
                <p:tags r:id="rId50"/>
              </p:custDataLst>
            </p:nvPr>
          </p:nvSpPr>
          <p:spPr>
            <a:xfrm>
              <a:off x="4191000" y="1524000"/>
              <a:ext cx="3810000" cy="3810000"/>
            </a:xfrm>
            <a:prstGeom prst="blockArc">
              <a:avLst>
                <a:gd name="adj1" fmla="val 10800000"/>
                <a:gd name="adj2" fmla="val 162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51" name="Block Arc 450" hidden="1">
              <a:extLst>
                <a:ext uri="{FF2B5EF4-FFF2-40B4-BE49-F238E27FC236}">
                  <a16:creationId xmlns:a16="http://schemas.microsoft.com/office/drawing/2014/main" id="{7C26E9EB-712E-40F9-9779-7309776388B4}"/>
                </a:ext>
              </a:extLst>
            </p:cNvPr>
            <p:cNvSpPr/>
            <p:nvPr>
              <p:custDataLst>
                <p:tags r:id="rId51"/>
              </p:custDataLst>
            </p:nvPr>
          </p:nvSpPr>
          <p:spPr>
            <a:xfrm>
              <a:off x="4191000" y="1524000"/>
              <a:ext cx="3810000" cy="3810000"/>
            </a:xfrm>
            <a:prstGeom prst="blockArc">
              <a:avLst>
                <a:gd name="adj1" fmla="val 16200000"/>
                <a:gd name="adj2" fmla="val 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52" name="Block Arc 451" hidden="1">
              <a:extLst>
                <a:ext uri="{FF2B5EF4-FFF2-40B4-BE49-F238E27FC236}">
                  <a16:creationId xmlns:a16="http://schemas.microsoft.com/office/drawing/2014/main" id="{555CA834-137F-4A4C-9422-50A708A6F23F}"/>
                </a:ext>
              </a:extLst>
            </p:cNvPr>
            <p:cNvSpPr/>
            <p:nvPr>
              <p:custDataLst>
                <p:tags r:id="rId52"/>
              </p:custDataLst>
            </p:nvPr>
          </p:nvSpPr>
          <p:spPr>
            <a:xfrm>
              <a:off x="4191000" y="1524000"/>
              <a:ext cx="3810000" cy="3810000"/>
            </a:xfrm>
            <a:prstGeom prst="blockArc">
              <a:avLst>
                <a:gd name="adj1" fmla="val 0"/>
                <a:gd name="adj2" fmla="val 54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53" name="Block Arc 452" hidden="1">
              <a:extLst>
                <a:ext uri="{FF2B5EF4-FFF2-40B4-BE49-F238E27FC236}">
                  <a16:creationId xmlns:a16="http://schemas.microsoft.com/office/drawing/2014/main" id="{B197EEB3-3357-4401-A9D8-E12B676C3AC5}"/>
                </a:ext>
              </a:extLst>
            </p:cNvPr>
            <p:cNvSpPr/>
            <p:nvPr>
              <p:custDataLst>
                <p:tags r:id="rId53"/>
              </p:custDataLst>
            </p:nvPr>
          </p:nvSpPr>
          <p:spPr>
            <a:xfrm>
              <a:off x="4191000" y="1524000"/>
              <a:ext cx="3810000" cy="3810000"/>
            </a:xfrm>
            <a:prstGeom prst="blockArc">
              <a:avLst>
                <a:gd name="adj1" fmla="val 5400000"/>
                <a:gd name="adj2" fmla="val 10800000"/>
                <a:gd name="adj3" fmla="val 25000"/>
              </a:avLst>
            </a:prstGeom>
            <a:solidFill>
              <a:srgbClr val="0F6FC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grpSp>
      <p:sp>
        <p:nvSpPr>
          <p:cNvPr id="454" name="TextBox 453">
            <a:extLst>
              <a:ext uri="{FF2B5EF4-FFF2-40B4-BE49-F238E27FC236}">
                <a16:creationId xmlns:a16="http://schemas.microsoft.com/office/drawing/2014/main" id="{01325518-CCE7-4595-A086-B47271A3CA1E}"/>
              </a:ext>
            </a:extLst>
          </p:cNvPr>
          <p:cNvSpPr txBox="1"/>
          <p:nvPr/>
        </p:nvSpPr>
        <p:spPr>
          <a:xfrm>
            <a:off x="5721558" y="2056403"/>
            <a:ext cx="159567" cy="364566"/>
          </a:xfrm>
          <a:prstGeom prst="rect">
            <a:avLst/>
          </a:prstGeom>
          <a:noFill/>
        </p:spPr>
        <p:txBody>
          <a:bodyPr wrap="none" lIns="0" tIns="0" rIns="0" bIns="0" rtlCol="0">
            <a:spAutoFit/>
          </a:bodyPr>
          <a:lstStyle/>
          <a:p>
            <a:pPr algn="ctr"/>
            <a:r>
              <a:rPr lang="en-US" sz="3200" b="1">
                <a:solidFill>
                  <a:schemeClr val="lt1"/>
                </a:solidFill>
              </a:rPr>
              <a:t>1</a:t>
            </a:r>
          </a:p>
        </p:txBody>
      </p:sp>
      <p:sp>
        <p:nvSpPr>
          <p:cNvPr id="455" name="TextBox 454">
            <a:extLst>
              <a:ext uri="{FF2B5EF4-FFF2-40B4-BE49-F238E27FC236}">
                <a16:creationId xmlns:a16="http://schemas.microsoft.com/office/drawing/2014/main" id="{7AB68B94-0D43-4215-9081-76DD9398ABF1}"/>
              </a:ext>
            </a:extLst>
          </p:cNvPr>
          <p:cNvSpPr txBox="1"/>
          <p:nvPr/>
        </p:nvSpPr>
        <p:spPr>
          <a:xfrm>
            <a:off x="5660184" y="4200071"/>
            <a:ext cx="219612" cy="492443"/>
          </a:xfrm>
          <a:prstGeom prst="rect">
            <a:avLst/>
          </a:prstGeom>
          <a:noFill/>
        </p:spPr>
        <p:txBody>
          <a:bodyPr wrap="none" lIns="0" tIns="0" rIns="0" bIns="0" rtlCol="0">
            <a:spAutoFit/>
          </a:bodyPr>
          <a:lstStyle/>
          <a:p>
            <a:pPr algn="ctr"/>
            <a:r>
              <a:rPr lang="en-US" sz="3200" b="1">
                <a:solidFill>
                  <a:schemeClr val="lt1"/>
                </a:solidFill>
              </a:rPr>
              <a:t>7</a:t>
            </a:r>
          </a:p>
        </p:txBody>
      </p:sp>
      <p:sp>
        <p:nvSpPr>
          <p:cNvPr id="456" name="TextBox 455">
            <a:extLst>
              <a:ext uri="{FF2B5EF4-FFF2-40B4-BE49-F238E27FC236}">
                <a16:creationId xmlns:a16="http://schemas.microsoft.com/office/drawing/2014/main" id="{F2795683-92F3-46A4-97E3-4B589FCAD881}"/>
              </a:ext>
            </a:extLst>
          </p:cNvPr>
          <p:cNvSpPr txBox="1"/>
          <p:nvPr/>
        </p:nvSpPr>
        <p:spPr>
          <a:xfrm>
            <a:off x="7282364" y="2672729"/>
            <a:ext cx="219612" cy="492443"/>
          </a:xfrm>
          <a:prstGeom prst="rect">
            <a:avLst/>
          </a:prstGeom>
          <a:noFill/>
        </p:spPr>
        <p:txBody>
          <a:bodyPr wrap="none" lIns="0" tIns="0" rIns="0" bIns="0" rtlCol="0">
            <a:spAutoFit/>
          </a:bodyPr>
          <a:lstStyle/>
          <a:p>
            <a:pPr algn="ctr"/>
            <a:r>
              <a:rPr lang="en-US" sz="3200" b="1" dirty="0">
                <a:solidFill>
                  <a:schemeClr val="lt1"/>
                </a:solidFill>
              </a:rPr>
              <a:t>4</a:t>
            </a:r>
          </a:p>
        </p:txBody>
      </p:sp>
      <p:sp>
        <p:nvSpPr>
          <p:cNvPr id="457" name="TextBox 456">
            <a:extLst>
              <a:ext uri="{FF2B5EF4-FFF2-40B4-BE49-F238E27FC236}">
                <a16:creationId xmlns:a16="http://schemas.microsoft.com/office/drawing/2014/main" id="{6C763756-A6CF-40A5-B0C3-558FAA970824}"/>
              </a:ext>
            </a:extLst>
          </p:cNvPr>
          <p:cNvSpPr txBox="1"/>
          <p:nvPr/>
        </p:nvSpPr>
        <p:spPr>
          <a:xfrm>
            <a:off x="7240563" y="3644367"/>
            <a:ext cx="219612" cy="492443"/>
          </a:xfrm>
          <a:prstGeom prst="rect">
            <a:avLst/>
          </a:prstGeom>
          <a:noFill/>
        </p:spPr>
        <p:txBody>
          <a:bodyPr wrap="none" lIns="0" tIns="0" rIns="0" bIns="0" rtlCol="0">
            <a:spAutoFit/>
          </a:bodyPr>
          <a:lstStyle/>
          <a:p>
            <a:pPr algn="ctr"/>
            <a:r>
              <a:rPr lang="en-US" sz="3200" b="1" dirty="0">
                <a:solidFill>
                  <a:schemeClr val="lt1"/>
                </a:solidFill>
              </a:rPr>
              <a:t>6</a:t>
            </a:r>
          </a:p>
        </p:txBody>
      </p:sp>
      <p:sp>
        <p:nvSpPr>
          <p:cNvPr id="458" name="TextBox 457">
            <a:extLst>
              <a:ext uri="{FF2B5EF4-FFF2-40B4-BE49-F238E27FC236}">
                <a16:creationId xmlns:a16="http://schemas.microsoft.com/office/drawing/2014/main" id="{604B7C28-7AA8-4F1D-A9E6-5276E628853B}"/>
              </a:ext>
            </a:extLst>
          </p:cNvPr>
          <p:cNvSpPr txBox="1"/>
          <p:nvPr/>
        </p:nvSpPr>
        <p:spPr>
          <a:xfrm>
            <a:off x="6648930" y="2058085"/>
            <a:ext cx="219612" cy="492443"/>
          </a:xfrm>
          <a:prstGeom prst="rect">
            <a:avLst/>
          </a:prstGeom>
          <a:noFill/>
        </p:spPr>
        <p:txBody>
          <a:bodyPr wrap="none" lIns="0" tIns="0" rIns="0" bIns="0" rtlCol="0">
            <a:spAutoFit/>
          </a:bodyPr>
          <a:lstStyle/>
          <a:p>
            <a:pPr algn="ctr"/>
            <a:r>
              <a:rPr lang="en-US" sz="3200" b="1">
                <a:solidFill>
                  <a:schemeClr val="lt1"/>
                </a:solidFill>
              </a:rPr>
              <a:t>2</a:t>
            </a:r>
          </a:p>
        </p:txBody>
      </p:sp>
      <p:sp>
        <p:nvSpPr>
          <p:cNvPr id="459" name="TextBox 458">
            <a:extLst>
              <a:ext uri="{FF2B5EF4-FFF2-40B4-BE49-F238E27FC236}">
                <a16:creationId xmlns:a16="http://schemas.microsoft.com/office/drawing/2014/main" id="{3C88CCC5-E3BB-4F5A-ACB8-6B694D241546}"/>
              </a:ext>
            </a:extLst>
          </p:cNvPr>
          <p:cNvSpPr txBox="1"/>
          <p:nvPr/>
        </p:nvSpPr>
        <p:spPr>
          <a:xfrm>
            <a:off x="6617579" y="4221967"/>
            <a:ext cx="219612" cy="492443"/>
          </a:xfrm>
          <a:prstGeom prst="rect">
            <a:avLst/>
          </a:prstGeom>
          <a:noFill/>
        </p:spPr>
        <p:txBody>
          <a:bodyPr wrap="none" lIns="0" tIns="0" rIns="0" bIns="0" rtlCol="0">
            <a:spAutoFit/>
          </a:bodyPr>
          <a:lstStyle/>
          <a:p>
            <a:pPr algn="ctr"/>
            <a:r>
              <a:rPr lang="en-US" sz="3200" b="1" dirty="0">
                <a:solidFill>
                  <a:schemeClr val="lt1"/>
                </a:solidFill>
              </a:rPr>
              <a:t>8</a:t>
            </a:r>
          </a:p>
        </p:txBody>
      </p:sp>
      <p:sp>
        <p:nvSpPr>
          <p:cNvPr id="547" name="TextBox 546">
            <a:extLst>
              <a:ext uri="{FF2B5EF4-FFF2-40B4-BE49-F238E27FC236}">
                <a16:creationId xmlns:a16="http://schemas.microsoft.com/office/drawing/2014/main" id="{C9BBAF8D-434E-4E69-8B12-8D77A6425F17}"/>
              </a:ext>
            </a:extLst>
          </p:cNvPr>
          <p:cNvSpPr txBox="1"/>
          <p:nvPr/>
        </p:nvSpPr>
        <p:spPr>
          <a:xfrm>
            <a:off x="5034910" y="3625843"/>
            <a:ext cx="219612" cy="492443"/>
          </a:xfrm>
          <a:prstGeom prst="rect">
            <a:avLst/>
          </a:prstGeom>
          <a:noFill/>
        </p:spPr>
        <p:txBody>
          <a:bodyPr wrap="none" lIns="0" tIns="0" rIns="0" bIns="0" rtlCol="0">
            <a:spAutoFit/>
          </a:bodyPr>
          <a:lstStyle/>
          <a:p>
            <a:pPr algn="ctr"/>
            <a:r>
              <a:rPr lang="en-US" sz="3200" b="1">
                <a:solidFill>
                  <a:schemeClr val="lt1"/>
                </a:solidFill>
              </a:rPr>
              <a:t>5</a:t>
            </a:r>
          </a:p>
        </p:txBody>
      </p:sp>
      <p:sp>
        <p:nvSpPr>
          <p:cNvPr id="548" name="TextBox 547">
            <a:extLst>
              <a:ext uri="{FF2B5EF4-FFF2-40B4-BE49-F238E27FC236}">
                <a16:creationId xmlns:a16="http://schemas.microsoft.com/office/drawing/2014/main" id="{DF3683D2-D906-4E42-94E6-1B48F50D2AA0}"/>
              </a:ext>
            </a:extLst>
          </p:cNvPr>
          <p:cNvSpPr txBox="1"/>
          <p:nvPr/>
        </p:nvSpPr>
        <p:spPr>
          <a:xfrm>
            <a:off x="5036651" y="2718193"/>
            <a:ext cx="219612" cy="492443"/>
          </a:xfrm>
          <a:prstGeom prst="rect">
            <a:avLst/>
          </a:prstGeom>
          <a:noFill/>
        </p:spPr>
        <p:txBody>
          <a:bodyPr wrap="none" lIns="0" tIns="0" rIns="0" bIns="0" rtlCol="0">
            <a:spAutoFit/>
          </a:bodyPr>
          <a:lstStyle/>
          <a:p>
            <a:pPr algn="ctr"/>
            <a:r>
              <a:rPr lang="en-US" sz="3200" b="1">
                <a:solidFill>
                  <a:schemeClr val="lt1"/>
                </a:solidFill>
              </a:rPr>
              <a:t>3</a:t>
            </a:r>
          </a:p>
        </p:txBody>
      </p:sp>
      <p:sp>
        <p:nvSpPr>
          <p:cNvPr id="70" name="TextBox 69">
            <a:extLst>
              <a:ext uri="{FF2B5EF4-FFF2-40B4-BE49-F238E27FC236}">
                <a16:creationId xmlns:a16="http://schemas.microsoft.com/office/drawing/2014/main" id="{A5B5E81A-B02D-F840-1B83-89C0AC95D348}"/>
              </a:ext>
            </a:extLst>
          </p:cNvPr>
          <p:cNvSpPr txBox="1"/>
          <p:nvPr/>
        </p:nvSpPr>
        <p:spPr>
          <a:xfrm>
            <a:off x="5496956" y="3035997"/>
            <a:ext cx="1503086" cy="830997"/>
          </a:xfrm>
          <a:prstGeom prst="rect">
            <a:avLst/>
          </a:prstGeom>
          <a:noFill/>
        </p:spPr>
        <p:txBody>
          <a:bodyPr wrap="square" rtlCol="0">
            <a:spAutoFit/>
          </a:bodyPr>
          <a:lstStyle/>
          <a:p>
            <a:pPr algn="ctr"/>
            <a:r>
              <a:rPr lang="en-US" b="1" dirty="0"/>
              <a:t>Platform Team </a:t>
            </a:r>
            <a:br>
              <a:rPr lang="en-US" b="1" dirty="0"/>
            </a:br>
            <a:r>
              <a:rPr lang="en-US" sz="1000" b="1" dirty="0"/>
              <a:t>(32 members)</a:t>
            </a:r>
            <a:endParaRPr lang="en-US" b="1" dirty="0"/>
          </a:p>
        </p:txBody>
      </p:sp>
      <p:sp>
        <p:nvSpPr>
          <p:cNvPr id="329" name="Rectangle 328">
            <a:extLst>
              <a:ext uri="{FF2B5EF4-FFF2-40B4-BE49-F238E27FC236}">
                <a16:creationId xmlns:a16="http://schemas.microsoft.com/office/drawing/2014/main" id="{3500F970-367D-4520-9729-3C619D9D901D}"/>
              </a:ext>
            </a:extLst>
          </p:cNvPr>
          <p:cNvSpPr/>
          <p:nvPr/>
        </p:nvSpPr>
        <p:spPr>
          <a:xfrm>
            <a:off x="480470" y="2260287"/>
            <a:ext cx="3470702" cy="338554"/>
          </a:xfrm>
          <a:prstGeom prst="rect">
            <a:avLst/>
          </a:prstGeom>
        </p:spPr>
        <p:txBody>
          <a:bodyPr wrap="square" anchor="ctr">
            <a:spAutoFit/>
          </a:bodyPr>
          <a:lstStyle/>
          <a:p>
            <a:r>
              <a:rPr lang="en-US" sz="1600" b="1" dirty="0">
                <a:solidFill>
                  <a:srgbClr val="172B3C"/>
                </a:solidFill>
              </a:rPr>
              <a:t>3. Symphony Data Platform</a:t>
            </a:r>
          </a:p>
        </p:txBody>
      </p:sp>
      <p:cxnSp>
        <p:nvCxnSpPr>
          <p:cNvPr id="490" name="Straight Connector 489">
            <a:extLst>
              <a:ext uri="{FF2B5EF4-FFF2-40B4-BE49-F238E27FC236}">
                <a16:creationId xmlns:a16="http://schemas.microsoft.com/office/drawing/2014/main" id="{A9ACF5D2-7F3E-49E7-982E-42B62C7773C1}"/>
              </a:ext>
            </a:extLst>
          </p:cNvPr>
          <p:cNvCxnSpPr>
            <a:cxnSpLocks/>
          </p:cNvCxnSpPr>
          <p:nvPr/>
        </p:nvCxnSpPr>
        <p:spPr>
          <a:xfrm flipH="1">
            <a:off x="448485" y="2627892"/>
            <a:ext cx="3270971" cy="0"/>
          </a:xfrm>
          <a:prstGeom prst="line">
            <a:avLst/>
          </a:prstGeom>
          <a:ln w="28575">
            <a:solidFill>
              <a:srgbClr val="172B3C"/>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FF93ACBD-8DC3-1552-A968-55C3A410167D}"/>
              </a:ext>
            </a:extLst>
          </p:cNvPr>
          <p:cNvSpPr txBox="1"/>
          <p:nvPr/>
        </p:nvSpPr>
        <p:spPr>
          <a:xfrm>
            <a:off x="471884" y="2653797"/>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Rishubh	</a:t>
            </a:r>
          </a:p>
        </p:txBody>
      </p:sp>
      <p:cxnSp>
        <p:nvCxnSpPr>
          <p:cNvPr id="100" name="Straight Connector 99">
            <a:extLst>
              <a:ext uri="{FF2B5EF4-FFF2-40B4-BE49-F238E27FC236}">
                <a16:creationId xmlns:a16="http://schemas.microsoft.com/office/drawing/2014/main" id="{7FB47EC0-D924-1548-48DC-EF54759E317A}"/>
              </a:ext>
            </a:extLst>
          </p:cNvPr>
          <p:cNvCxnSpPr>
            <a:cxnSpLocks/>
          </p:cNvCxnSpPr>
          <p:nvPr/>
        </p:nvCxnSpPr>
        <p:spPr>
          <a:xfrm>
            <a:off x="2108370" y="2635517"/>
            <a:ext cx="0" cy="443982"/>
          </a:xfrm>
          <a:prstGeom prst="line">
            <a:avLst/>
          </a:prstGeom>
          <a:ln>
            <a:solidFill>
              <a:srgbClr val="172B3C"/>
            </a:solidFill>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A959ED6E-71DD-A4F2-5F8A-D17A24D5ADF8}"/>
              </a:ext>
            </a:extLst>
          </p:cNvPr>
          <p:cNvSpPr txBox="1"/>
          <p:nvPr/>
        </p:nvSpPr>
        <p:spPr>
          <a:xfrm>
            <a:off x="2133771" y="2632681"/>
            <a:ext cx="1368800" cy="222759"/>
          </a:xfrm>
          <a:prstGeom prst="rect">
            <a:avLst/>
          </a:prstGeom>
          <a:noFill/>
        </p:spPr>
        <p:txBody>
          <a:bodyPr wrap="square" rtlCol="0">
            <a:spAutoFit/>
          </a:bodyPr>
          <a:lstStyle/>
          <a:p>
            <a:pPr marL="285750" indent="-285750">
              <a:buFont typeface="Arial" panose="020B0604020202020204" pitchFamily="34" charset="0"/>
              <a:buChar char="•"/>
            </a:pPr>
            <a:r>
              <a:rPr lang="en-US" sz="800"/>
              <a:t>Rakesh</a:t>
            </a:r>
          </a:p>
        </p:txBody>
      </p:sp>
      <p:sp>
        <p:nvSpPr>
          <p:cNvPr id="102" name="TextBox 101">
            <a:extLst>
              <a:ext uri="{FF2B5EF4-FFF2-40B4-BE49-F238E27FC236}">
                <a16:creationId xmlns:a16="http://schemas.microsoft.com/office/drawing/2014/main" id="{6C054D18-9AE3-B68B-3592-F0196313E780}"/>
              </a:ext>
            </a:extLst>
          </p:cNvPr>
          <p:cNvSpPr txBox="1"/>
          <p:nvPr/>
        </p:nvSpPr>
        <p:spPr>
          <a:xfrm>
            <a:off x="471883" y="2827731"/>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JP</a:t>
            </a:r>
          </a:p>
        </p:txBody>
      </p:sp>
      <p:sp>
        <p:nvSpPr>
          <p:cNvPr id="513" name="Rectangle 512">
            <a:extLst>
              <a:ext uri="{FF2B5EF4-FFF2-40B4-BE49-F238E27FC236}">
                <a16:creationId xmlns:a16="http://schemas.microsoft.com/office/drawing/2014/main" id="{E5CFE382-9D72-43D2-B134-306360038839}"/>
              </a:ext>
            </a:extLst>
          </p:cNvPr>
          <p:cNvSpPr/>
          <p:nvPr/>
        </p:nvSpPr>
        <p:spPr>
          <a:xfrm>
            <a:off x="8319493" y="3420266"/>
            <a:ext cx="2756848" cy="338554"/>
          </a:xfrm>
          <a:prstGeom prst="rect">
            <a:avLst/>
          </a:prstGeom>
        </p:spPr>
        <p:txBody>
          <a:bodyPr wrap="square" anchor="ctr">
            <a:spAutoFit/>
          </a:bodyPr>
          <a:lstStyle/>
          <a:p>
            <a:r>
              <a:rPr lang="en-US" sz="1600" b="1">
                <a:solidFill>
                  <a:srgbClr val="B98FFF"/>
                </a:solidFill>
              </a:rPr>
              <a:t>6. Automation :- CI Platform</a:t>
            </a:r>
          </a:p>
        </p:txBody>
      </p:sp>
      <p:cxnSp>
        <p:nvCxnSpPr>
          <p:cNvPr id="512" name="Straight Connector 511">
            <a:extLst>
              <a:ext uri="{FF2B5EF4-FFF2-40B4-BE49-F238E27FC236}">
                <a16:creationId xmlns:a16="http://schemas.microsoft.com/office/drawing/2014/main" id="{A8C858B8-DB09-4EC0-918A-9EC521D3501F}"/>
              </a:ext>
            </a:extLst>
          </p:cNvPr>
          <p:cNvCxnSpPr>
            <a:cxnSpLocks/>
          </p:cNvCxnSpPr>
          <p:nvPr/>
        </p:nvCxnSpPr>
        <p:spPr>
          <a:xfrm flipH="1">
            <a:off x="8319493" y="3766493"/>
            <a:ext cx="3270971" cy="0"/>
          </a:xfrm>
          <a:prstGeom prst="line">
            <a:avLst/>
          </a:prstGeom>
          <a:ln w="28575">
            <a:solidFill>
              <a:srgbClr val="B98FFF"/>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9260F99-B896-2B00-7CF0-0FB43C9F471D}"/>
              </a:ext>
            </a:extLst>
          </p:cNvPr>
          <p:cNvSpPr txBox="1"/>
          <p:nvPr/>
        </p:nvSpPr>
        <p:spPr>
          <a:xfrm>
            <a:off x="8350744" y="412074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Dushyant</a:t>
            </a:r>
          </a:p>
        </p:txBody>
      </p:sp>
      <p:sp>
        <p:nvSpPr>
          <p:cNvPr id="84" name="TextBox 83">
            <a:extLst>
              <a:ext uri="{FF2B5EF4-FFF2-40B4-BE49-F238E27FC236}">
                <a16:creationId xmlns:a16="http://schemas.microsoft.com/office/drawing/2014/main" id="{00E41934-7D29-7E39-901D-E291514C1CAB}"/>
              </a:ext>
            </a:extLst>
          </p:cNvPr>
          <p:cNvSpPr txBox="1"/>
          <p:nvPr/>
        </p:nvSpPr>
        <p:spPr>
          <a:xfrm>
            <a:off x="10003489" y="395470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Jaisurya</a:t>
            </a:r>
          </a:p>
        </p:txBody>
      </p:sp>
      <p:cxnSp>
        <p:nvCxnSpPr>
          <p:cNvPr id="85" name="Straight Connector 84">
            <a:extLst>
              <a:ext uri="{FF2B5EF4-FFF2-40B4-BE49-F238E27FC236}">
                <a16:creationId xmlns:a16="http://schemas.microsoft.com/office/drawing/2014/main" id="{EF00D753-783A-738A-B576-75D846B77733}"/>
              </a:ext>
            </a:extLst>
          </p:cNvPr>
          <p:cNvCxnSpPr>
            <a:cxnSpLocks/>
          </p:cNvCxnSpPr>
          <p:nvPr/>
        </p:nvCxnSpPr>
        <p:spPr>
          <a:xfrm>
            <a:off x="9960309" y="3773869"/>
            <a:ext cx="6080" cy="489749"/>
          </a:xfrm>
          <a:prstGeom prst="line">
            <a:avLst/>
          </a:prstGeom>
          <a:ln>
            <a:solidFill>
              <a:srgbClr val="B98FFF"/>
            </a:solidFil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EABA6F3B-91FB-8BF3-055D-8DCBC5056896}"/>
              </a:ext>
            </a:extLst>
          </p:cNvPr>
          <p:cNvSpPr txBox="1"/>
          <p:nvPr/>
        </p:nvSpPr>
        <p:spPr>
          <a:xfrm>
            <a:off x="8359633" y="3956741"/>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Ashwin</a:t>
            </a:r>
          </a:p>
        </p:txBody>
      </p:sp>
      <p:sp>
        <p:nvSpPr>
          <p:cNvPr id="87" name="TextBox 86">
            <a:extLst>
              <a:ext uri="{FF2B5EF4-FFF2-40B4-BE49-F238E27FC236}">
                <a16:creationId xmlns:a16="http://schemas.microsoft.com/office/drawing/2014/main" id="{CD3B5ADF-4CBD-0670-71D1-25A7808F3610}"/>
              </a:ext>
            </a:extLst>
          </p:cNvPr>
          <p:cNvSpPr txBox="1"/>
          <p:nvPr/>
        </p:nvSpPr>
        <p:spPr>
          <a:xfrm>
            <a:off x="10003489" y="412074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Ramya</a:t>
            </a:r>
          </a:p>
        </p:txBody>
      </p:sp>
      <p:sp>
        <p:nvSpPr>
          <p:cNvPr id="549" name="TextBox 548">
            <a:extLst>
              <a:ext uri="{FF2B5EF4-FFF2-40B4-BE49-F238E27FC236}">
                <a16:creationId xmlns:a16="http://schemas.microsoft.com/office/drawing/2014/main" id="{0FD5B380-E958-429D-81E4-112A977905D4}"/>
              </a:ext>
            </a:extLst>
          </p:cNvPr>
          <p:cNvSpPr txBox="1"/>
          <p:nvPr/>
        </p:nvSpPr>
        <p:spPr>
          <a:xfrm>
            <a:off x="8352264" y="378134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Rishubh</a:t>
            </a:r>
          </a:p>
        </p:txBody>
      </p:sp>
      <p:sp>
        <p:nvSpPr>
          <p:cNvPr id="550" name="TextBox 549">
            <a:extLst>
              <a:ext uri="{FF2B5EF4-FFF2-40B4-BE49-F238E27FC236}">
                <a16:creationId xmlns:a16="http://schemas.microsoft.com/office/drawing/2014/main" id="{F4B60315-41F3-C92D-4BFB-06CB88998C33}"/>
              </a:ext>
            </a:extLst>
          </p:cNvPr>
          <p:cNvSpPr txBox="1"/>
          <p:nvPr/>
        </p:nvSpPr>
        <p:spPr>
          <a:xfrm>
            <a:off x="10003489" y="378134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Gowtham</a:t>
            </a:r>
          </a:p>
        </p:txBody>
      </p:sp>
      <p:sp>
        <p:nvSpPr>
          <p:cNvPr id="253" name="Rectangle 252">
            <a:extLst>
              <a:ext uri="{FF2B5EF4-FFF2-40B4-BE49-F238E27FC236}">
                <a16:creationId xmlns:a16="http://schemas.microsoft.com/office/drawing/2014/main" id="{46D1FDBB-8E0C-4371-9035-7058DB950A58}"/>
              </a:ext>
            </a:extLst>
          </p:cNvPr>
          <p:cNvSpPr/>
          <p:nvPr/>
        </p:nvSpPr>
        <p:spPr>
          <a:xfrm>
            <a:off x="8319493" y="4823133"/>
            <a:ext cx="3004350" cy="338554"/>
          </a:xfrm>
          <a:prstGeom prst="rect">
            <a:avLst/>
          </a:prstGeom>
        </p:spPr>
        <p:txBody>
          <a:bodyPr wrap="square" anchor="ctr">
            <a:spAutoFit/>
          </a:bodyPr>
          <a:lstStyle/>
          <a:p>
            <a:r>
              <a:rPr lang="en-US" sz="1600" b="1">
                <a:solidFill>
                  <a:srgbClr val="4E2198"/>
                </a:solidFill>
              </a:rPr>
              <a:t>8. Automation :- HTA Platform</a:t>
            </a:r>
          </a:p>
        </p:txBody>
      </p:sp>
      <p:cxnSp>
        <p:nvCxnSpPr>
          <p:cNvPr id="249" name="Straight Connector 248">
            <a:extLst>
              <a:ext uri="{FF2B5EF4-FFF2-40B4-BE49-F238E27FC236}">
                <a16:creationId xmlns:a16="http://schemas.microsoft.com/office/drawing/2014/main" id="{5ED6A71F-29D2-402D-8C72-DB23C12F020D}"/>
              </a:ext>
            </a:extLst>
          </p:cNvPr>
          <p:cNvCxnSpPr>
            <a:cxnSpLocks/>
          </p:cNvCxnSpPr>
          <p:nvPr/>
        </p:nvCxnSpPr>
        <p:spPr>
          <a:xfrm flipH="1">
            <a:off x="8319493" y="5169887"/>
            <a:ext cx="3270971" cy="0"/>
          </a:xfrm>
          <a:prstGeom prst="line">
            <a:avLst/>
          </a:prstGeom>
          <a:ln w="28575">
            <a:solidFill>
              <a:srgbClr val="4E2198"/>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64622FC5-E056-9E33-84D5-20D4656BF782}"/>
              </a:ext>
            </a:extLst>
          </p:cNvPr>
          <p:cNvSpPr txBox="1"/>
          <p:nvPr/>
        </p:nvSpPr>
        <p:spPr>
          <a:xfrm>
            <a:off x="9970719" y="5205488"/>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Gowtham</a:t>
            </a:r>
          </a:p>
        </p:txBody>
      </p:sp>
      <p:cxnSp>
        <p:nvCxnSpPr>
          <p:cNvPr id="95" name="Straight Connector 94">
            <a:extLst>
              <a:ext uri="{FF2B5EF4-FFF2-40B4-BE49-F238E27FC236}">
                <a16:creationId xmlns:a16="http://schemas.microsoft.com/office/drawing/2014/main" id="{A90FDE4C-DC10-9B88-AA28-EFEA09E5FF56}"/>
              </a:ext>
            </a:extLst>
          </p:cNvPr>
          <p:cNvCxnSpPr>
            <a:cxnSpLocks/>
          </p:cNvCxnSpPr>
          <p:nvPr/>
        </p:nvCxnSpPr>
        <p:spPr>
          <a:xfrm>
            <a:off x="9958777" y="5187208"/>
            <a:ext cx="0" cy="825217"/>
          </a:xfrm>
          <a:prstGeom prst="line">
            <a:avLst/>
          </a:prstGeom>
          <a:ln>
            <a:solidFill>
              <a:srgbClr val="4E2198"/>
            </a:solidFill>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795D1AB0-B735-698D-937F-4476F313B39D}"/>
              </a:ext>
            </a:extLst>
          </p:cNvPr>
          <p:cNvSpPr txBox="1"/>
          <p:nvPr/>
        </p:nvSpPr>
        <p:spPr>
          <a:xfrm>
            <a:off x="8343892" y="5205488"/>
            <a:ext cx="1448581" cy="215439"/>
          </a:xfrm>
          <a:prstGeom prst="rect">
            <a:avLst/>
          </a:prstGeom>
          <a:noFill/>
        </p:spPr>
        <p:txBody>
          <a:bodyPr wrap="square" rtlCol="0">
            <a:spAutoFit/>
          </a:bodyPr>
          <a:lstStyle/>
          <a:p>
            <a:pPr marL="285750" indent="-285750">
              <a:buFont typeface="Arial" panose="020B0604020202020204" pitchFamily="34" charset="0"/>
              <a:buChar char="•"/>
            </a:pPr>
            <a:r>
              <a:rPr lang="en-US" sz="800"/>
              <a:t>Rishubh</a:t>
            </a:r>
          </a:p>
        </p:txBody>
      </p:sp>
      <p:sp>
        <p:nvSpPr>
          <p:cNvPr id="97" name="TextBox 96">
            <a:extLst>
              <a:ext uri="{FF2B5EF4-FFF2-40B4-BE49-F238E27FC236}">
                <a16:creationId xmlns:a16="http://schemas.microsoft.com/office/drawing/2014/main" id="{13AB06F6-9A9E-4EB7-C9D6-33FAF4D19261}"/>
              </a:ext>
            </a:extLst>
          </p:cNvPr>
          <p:cNvSpPr txBox="1"/>
          <p:nvPr/>
        </p:nvSpPr>
        <p:spPr>
          <a:xfrm>
            <a:off x="9988750" y="5400187"/>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Ramya</a:t>
            </a:r>
          </a:p>
        </p:txBody>
      </p:sp>
      <p:sp>
        <p:nvSpPr>
          <p:cNvPr id="98" name="TextBox 97">
            <a:extLst>
              <a:ext uri="{FF2B5EF4-FFF2-40B4-BE49-F238E27FC236}">
                <a16:creationId xmlns:a16="http://schemas.microsoft.com/office/drawing/2014/main" id="{BC9C709F-E6F0-24CB-2F7C-034C3748D367}"/>
              </a:ext>
            </a:extLst>
          </p:cNvPr>
          <p:cNvSpPr txBox="1"/>
          <p:nvPr/>
        </p:nvSpPr>
        <p:spPr>
          <a:xfrm>
            <a:off x="8352264" y="5400187"/>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a:t>
            </a:r>
          </a:p>
        </p:txBody>
      </p:sp>
      <p:sp>
        <p:nvSpPr>
          <p:cNvPr id="551" name="TextBox 550">
            <a:extLst>
              <a:ext uri="{FF2B5EF4-FFF2-40B4-BE49-F238E27FC236}">
                <a16:creationId xmlns:a16="http://schemas.microsoft.com/office/drawing/2014/main" id="{5F8AFA2A-B05A-1C8A-5B4A-863AF9DA1868}"/>
              </a:ext>
            </a:extLst>
          </p:cNvPr>
          <p:cNvSpPr txBox="1"/>
          <p:nvPr/>
        </p:nvSpPr>
        <p:spPr>
          <a:xfrm>
            <a:off x="9993762" y="5597505"/>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Jaisurya</a:t>
            </a:r>
          </a:p>
        </p:txBody>
      </p:sp>
      <p:sp>
        <p:nvSpPr>
          <p:cNvPr id="552" name="TextBox 551">
            <a:extLst>
              <a:ext uri="{FF2B5EF4-FFF2-40B4-BE49-F238E27FC236}">
                <a16:creationId xmlns:a16="http://schemas.microsoft.com/office/drawing/2014/main" id="{12A76E1E-1455-A66F-3660-7AA20679BB5A}"/>
              </a:ext>
            </a:extLst>
          </p:cNvPr>
          <p:cNvSpPr txBox="1"/>
          <p:nvPr/>
        </p:nvSpPr>
        <p:spPr>
          <a:xfrm>
            <a:off x="8345163" y="5597505"/>
            <a:ext cx="1448581" cy="215439"/>
          </a:xfrm>
          <a:prstGeom prst="rect">
            <a:avLst/>
          </a:prstGeom>
          <a:noFill/>
        </p:spPr>
        <p:txBody>
          <a:bodyPr wrap="square" rtlCol="0">
            <a:spAutoFit/>
          </a:bodyPr>
          <a:lstStyle/>
          <a:p>
            <a:pPr marL="285750" indent="-285750">
              <a:buFont typeface="Arial" panose="020B0604020202020204" pitchFamily="34" charset="0"/>
              <a:buChar char="•"/>
            </a:pPr>
            <a:r>
              <a:rPr lang="en-US" sz="800"/>
              <a:t>Ashwin</a:t>
            </a:r>
          </a:p>
        </p:txBody>
      </p:sp>
      <p:sp>
        <p:nvSpPr>
          <p:cNvPr id="554" name="TextBox 553">
            <a:extLst>
              <a:ext uri="{FF2B5EF4-FFF2-40B4-BE49-F238E27FC236}">
                <a16:creationId xmlns:a16="http://schemas.microsoft.com/office/drawing/2014/main" id="{AF5011DD-F95A-97C5-F1D0-B2EC3245E3AD}"/>
              </a:ext>
            </a:extLst>
          </p:cNvPr>
          <p:cNvSpPr txBox="1"/>
          <p:nvPr/>
        </p:nvSpPr>
        <p:spPr>
          <a:xfrm>
            <a:off x="8353535" y="5792204"/>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Adarsh</a:t>
            </a:r>
          </a:p>
        </p:txBody>
      </p:sp>
      <p:sp>
        <p:nvSpPr>
          <p:cNvPr id="327" name="TextBox 326">
            <a:extLst>
              <a:ext uri="{FF2B5EF4-FFF2-40B4-BE49-F238E27FC236}">
                <a16:creationId xmlns:a16="http://schemas.microsoft.com/office/drawing/2014/main" id="{12FB7FC5-1182-4E48-AEB9-BC0A984BB7D7}"/>
              </a:ext>
            </a:extLst>
          </p:cNvPr>
          <p:cNvSpPr txBox="1"/>
          <p:nvPr/>
        </p:nvSpPr>
        <p:spPr>
          <a:xfrm>
            <a:off x="476082" y="1545055"/>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Rakesh</a:t>
            </a:r>
          </a:p>
        </p:txBody>
      </p:sp>
      <p:cxnSp>
        <p:nvCxnSpPr>
          <p:cNvPr id="515" name="Straight Connector 514">
            <a:extLst>
              <a:ext uri="{FF2B5EF4-FFF2-40B4-BE49-F238E27FC236}">
                <a16:creationId xmlns:a16="http://schemas.microsoft.com/office/drawing/2014/main" id="{8A9402C6-1D0E-4FA3-BF55-D4636C581C6F}"/>
              </a:ext>
            </a:extLst>
          </p:cNvPr>
          <p:cNvCxnSpPr>
            <a:cxnSpLocks/>
          </p:cNvCxnSpPr>
          <p:nvPr/>
        </p:nvCxnSpPr>
        <p:spPr>
          <a:xfrm flipH="1">
            <a:off x="467422" y="1537860"/>
            <a:ext cx="3270971"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16" name="Rectangle 515">
            <a:extLst>
              <a:ext uri="{FF2B5EF4-FFF2-40B4-BE49-F238E27FC236}">
                <a16:creationId xmlns:a16="http://schemas.microsoft.com/office/drawing/2014/main" id="{28AA8C6B-B157-4D16-9591-A241D8381D18}"/>
              </a:ext>
            </a:extLst>
          </p:cNvPr>
          <p:cNvSpPr/>
          <p:nvPr/>
        </p:nvSpPr>
        <p:spPr>
          <a:xfrm>
            <a:off x="499407" y="1170255"/>
            <a:ext cx="2756848" cy="338554"/>
          </a:xfrm>
          <a:prstGeom prst="rect">
            <a:avLst/>
          </a:prstGeom>
        </p:spPr>
        <p:txBody>
          <a:bodyPr wrap="square" anchor="ctr">
            <a:spAutoFit/>
          </a:bodyPr>
          <a:lstStyle/>
          <a:p>
            <a:r>
              <a:rPr lang="en-US" sz="1600" b="1">
                <a:solidFill>
                  <a:schemeClr val="accent1"/>
                </a:solidFill>
              </a:rPr>
              <a:t>1. TERRA – Data Catalog</a:t>
            </a:r>
          </a:p>
        </p:txBody>
      </p:sp>
      <p:sp>
        <p:nvSpPr>
          <p:cNvPr id="72" name="TextBox 71">
            <a:extLst>
              <a:ext uri="{FF2B5EF4-FFF2-40B4-BE49-F238E27FC236}">
                <a16:creationId xmlns:a16="http://schemas.microsoft.com/office/drawing/2014/main" id="{41F94D20-BD33-F5A1-BDE0-1A714FBE4425}"/>
              </a:ext>
            </a:extLst>
          </p:cNvPr>
          <p:cNvSpPr txBox="1"/>
          <p:nvPr/>
        </p:nvSpPr>
        <p:spPr>
          <a:xfrm>
            <a:off x="2127307" y="1545055"/>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Adarsh</a:t>
            </a:r>
          </a:p>
        </p:txBody>
      </p:sp>
      <p:cxnSp>
        <p:nvCxnSpPr>
          <p:cNvPr id="74" name="Straight Connector 73">
            <a:extLst>
              <a:ext uri="{FF2B5EF4-FFF2-40B4-BE49-F238E27FC236}">
                <a16:creationId xmlns:a16="http://schemas.microsoft.com/office/drawing/2014/main" id="{9575B037-2061-0D67-7021-D94274E108CE}"/>
              </a:ext>
            </a:extLst>
          </p:cNvPr>
          <p:cNvCxnSpPr>
            <a:cxnSpLocks/>
          </p:cNvCxnSpPr>
          <p:nvPr/>
        </p:nvCxnSpPr>
        <p:spPr>
          <a:xfrm>
            <a:off x="2112568" y="1526775"/>
            <a:ext cx="0" cy="439401"/>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0389C67-9FF1-AE99-AE75-43B8002A1299}"/>
              </a:ext>
            </a:extLst>
          </p:cNvPr>
          <p:cNvSpPr txBox="1"/>
          <p:nvPr/>
        </p:nvSpPr>
        <p:spPr>
          <a:xfrm>
            <a:off x="2127307" y="171838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Ganga</a:t>
            </a:r>
          </a:p>
        </p:txBody>
      </p:sp>
      <p:sp>
        <p:nvSpPr>
          <p:cNvPr id="491" name="Rectangle 490">
            <a:extLst>
              <a:ext uri="{FF2B5EF4-FFF2-40B4-BE49-F238E27FC236}">
                <a16:creationId xmlns:a16="http://schemas.microsoft.com/office/drawing/2014/main" id="{2EA65FB7-7FF2-4066-8724-41C86A5E5BF8}"/>
              </a:ext>
            </a:extLst>
          </p:cNvPr>
          <p:cNvSpPr/>
          <p:nvPr/>
        </p:nvSpPr>
        <p:spPr>
          <a:xfrm>
            <a:off x="478723" y="3420266"/>
            <a:ext cx="2756848" cy="338554"/>
          </a:xfrm>
          <a:prstGeom prst="rect">
            <a:avLst/>
          </a:prstGeom>
        </p:spPr>
        <p:txBody>
          <a:bodyPr wrap="square" anchor="ctr">
            <a:spAutoFit/>
          </a:bodyPr>
          <a:lstStyle/>
          <a:p>
            <a:r>
              <a:rPr lang="en-US" sz="1600" b="1">
                <a:solidFill>
                  <a:srgbClr val="27AAE1"/>
                </a:solidFill>
              </a:rPr>
              <a:t>5. MDM</a:t>
            </a:r>
          </a:p>
        </p:txBody>
      </p:sp>
      <p:cxnSp>
        <p:nvCxnSpPr>
          <p:cNvPr id="328" name="Straight Connector 327">
            <a:extLst>
              <a:ext uri="{FF2B5EF4-FFF2-40B4-BE49-F238E27FC236}">
                <a16:creationId xmlns:a16="http://schemas.microsoft.com/office/drawing/2014/main" id="{966A8926-CC43-4877-9B37-27C8023E9A31}"/>
              </a:ext>
            </a:extLst>
          </p:cNvPr>
          <p:cNvCxnSpPr>
            <a:cxnSpLocks/>
          </p:cNvCxnSpPr>
          <p:nvPr/>
        </p:nvCxnSpPr>
        <p:spPr>
          <a:xfrm flipH="1">
            <a:off x="446738" y="3776786"/>
            <a:ext cx="3270971" cy="0"/>
          </a:xfrm>
          <a:prstGeom prst="line">
            <a:avLst/>
          </a:prstGeom>
          <a:ln w="28575">
            <a:solidFill>
              <a:srgbClr val="27AAE1"/>
            </a:solidFill>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4A30966F-6326-A217-982E-1611C4EB9BE3}"/>
              </a:ext>
            </a:extLst>
          </p:cNvPr>
          <p:cNvSpPr txBox="1"/>
          <p:nvPr/>
        </p:nvSpPr>
        <p:spPr>
          <a:xfrm>
            <a:off x="484988" y="379737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Jaideep</a:t>
            </a:r>
          </a:p>
        </p:txBody>
      </p:sp>
      <p:cxnSp>
        <p:nvCxnSpPr>
          <p:cNvPr id="104" name="Straight Connector 103">
            <a:extLst>
              <a:ext uri="{FF2B5EF4-FFF2-40B4-BE49-F238E27FC236}">
                <a16:creationId xmlns:a16="http://schemas.microsoft.com/office/drawing/2014/main" id="{024144FF-9699-E607-455E-3C01FF0BE161}"/>
              </a:ext>
            </a:extLst>
          </p:cNvPr>
          <p:cNvCxnSpPr>
            <a:cxnSpLocks/>
          </p:cNvCxnSpPr>
          <p:nvPr/>
        </p:nvCxnSpPr>
        <p:spPr>
          <a:xfrm>
            <a:off x="2119116" y="3792672"/>
            <a:ext cx="0" cy="779113"/>
          </a:xfrm>
          <a:prstGeom prst="line">
            <a:avLst/>
          </a:prstGeom>
          <a:ln>
            <a:solidFill>
              <a:srgbClr val="27AAE1"/>
            </a:solidFill>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239D9BF9-83A9-A515-4D00-D56B638E71CB}"/>
              </a:ext>
            </a:extLst>
          </p:cNvPr>
          <p:cNvSpPr txBox="1"/>
          <p:nvPr/>
        </p:nvSpPr>
        <p:spPr>
          <a:xfrm>
            <a:off x="2144517" y="379737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Sandeep</a:t>
            </a:r>
          </a:p>
        </p:txBody>
      </p:sp>
      <p:sp>
        <p:nvSpPr>
          <p:cNvPr id="106" name="TextBox 105">
            <a:extLst>
              <a:ext uri="{FF2B5EF4-FFF2-40B4-BE49-F238E27FC236}">
                <a16:creationId xmlns:a16="http://schemas.microsoft.com/office/drawing/2014/main" id="{3990273E-F25B-0138-A71E-73FEC56750FB}"/>
              </a:ext>
            </a:extLst>
          </p:cNvPr>
          <p:cNvSpPr txBox="1"/>
          <p:nvPr/>
        </p:nvSpPr>
        <p:spPr>
          <a:xfrm>
            <a:off x="484988" y="395622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 M</a:t>
            </a:r>
          </a:p>
        </p:txBody>
      </p:sp>
      <p:sp>
        <p:nvSpPr>
          <p:cNvPr id="107" name="TextBox 106">
            <a:extLst>
              <a:ext uri="{FF2B5EF4-FFF2-40B4-BE49-F238E27FC236}">
                <a16:creationId xmlns:a16="http://schemas.microsoft.com/office/drawing/2014/main" id="{86368F7A-7AE6-AB2B-3DEB-850E9AFD8DBF}"/>
              </a:ext>
            </a:extLst>
          </p:cNvPr>
          <p:cNvSpPr txBox="1"/>
          <p:nvPr/>
        </p:nvSpPr>
        <p:spPr>
          <a:xfrm>
            <a:off x="2141828" y="397827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Pavan</a:t>
            </a:r>
          </a:p>
        </p:txBody>
      </p:sp>
      <p:sp>
        <p:nvSpPr>
          <p:cNvPr id="109" name="TextBox 108">
            <a:extLst>
              <a:ext uri="{FF2B5EF4-FFF2-40B4-BE49-F238E27FC236}">
                <a16:creationId xmlns:a16="http://schemas.microsoft.com/office/drawing/2014/main" id="{621537B0-ADFF-8686-41E0-CEF7C8112257}"/>
              </a:ext>
            </a:extLst>
          </p:cNvPr>
          <p:cNvSpPr txBox="1"/>
          <p:nvPr/>
        </p:nvSpPr>
        <p:spPr>
          <a:xfrm>
            <a:off x="8380840" y="1881978"/>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Poojitha</a:t>
            </a:r>
          </a:p>
        </p:txBody>
      </p:sp>
      <p:sp>
        <p:nvSpPr>
          <p:cNvPr id="110" name="TextBox 109">
            <a:extLst>
              <a:ext uri="{FF2B5EF4-FFF2-40B4-BE49-F238E27FC236}">
                <a16:creationId xmlns:a16="http://schemas.microsoft.com/office/drawing/2014/main" id="{209D5A95-88B5-7301-B537-0389B47EA067}"/>
              </a:ext>
            </a:extLst>
          </p:cNvPr>
          <p:cNvSpPr txBox="1"/>
          <p:nvPr/>
        </p:nvSpPr>
        <p:spPr>
          <a:xfrm>
            <a:off x="2144054" y="4185045"/>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Maithreyan</a:t>
            </a:r>
          </a:p>
        </p:txBody>
      </p:sp>
      <p:sp>
        <p:nvSpPr>
          <p:cNvPr id="111" name="TextBox 110">
            <a:extLst>
              <a:ext uri="{FF2B5EF4-FFF2-40B4-BE49-F238E27FC236}">
                <a16:creationId xmlns:a16="http://schemas.microsoft.com/office/drawing/2014/main" id="{153E7C28-C495-7C3F-0955-8F5DDAFDA12D}"/>
              </a:ext>
            </a:extLst>
          </p:cNvPr>
          <p:cNvSpPr txBox="1"/>
          <p:nvPr/>
        </p:nvSpPr>
        <p:spPr>
          <a:xfrm>
            <a:off x="476082" y="4137127"/>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 S</a:t>
            </a:r>
          </a:p>
        </p:txBody>
      </p:sp>
      <p:sp>
        <p:nvSpPr>
          <p:cNvPr id="20" name="TextBox 19">
            <a:extLst>
              <a:ext uri="{FF2B5EF4-FFF2-40B4-BE49-F238E27FC236}">
                <a16:creationId xmlns:a16="http://schemas.microsoft.com/office/drawing/2014/main" id="{BC430596-154E-5DE0-10D3-D8B06D156C9E}"/>
              </a:ext>
            </a:extLst>
          </p:cNvPr>
          <p:cNvSpPr txBox="1"/>
          <p:nvPr/>
        </p:nvSpPr>
        <p:spPr>
          <a:xfrm>
            <a:off x="471137" y="2977275"/>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err="1"/>
              <a:t>Sarvagya</a:t>
            </a:r>
            <a:endParaRPr lang="en-US" sz="800" dirty="0"/>
          </a:p>
        </p:txBody>
      </p:sp>
      <p:cxnSp>
        <p:nvCxnSpPr>
          <p:cNvPr id="518" name="Straight Connector 517">
            <a:extLst>
              <a:ext uri="{FF2B5EF4-FFF2-40B4-BE49-F238E27FC236}">
                <a16:creationId xmlns:a16="http://schemas.microsoft.com/office/drawing/2014/main" id="{B216563B-F56C-49FF-ACBD-22FCEF4B9CC6}"/>
              </a:ext>
            </a:extLst>
          </p:cNvPr>
          <p:cNvCxnSpPr>
            <a:cxnSpLocks/>
          </p:cNvCxnSpPr>
          <p:nvPr/>
        </p:nvCxnSpPr>
        <p:spPr>
          <a:xfrm flipH="1">
            <a:off x="8333079" y="1527611"/>
            <a:ext cx="3270971" cy="0"/>
          </a:xfrm>
          <a:prstGeom prst="line">
            <a:avLst/>
          </a:prstGeom>
          <a:ln w="28575">
            <a:solidFill>
              <a:srgbClr val="7FBDEB"/>
            </a:solidFill>
          </a:ln>
        </p:spPr>
        <p:style>
          <a:lnRef idx="1">
            <a:schemeClr val="accent1"/>
          </a:lnRef>
          <a:fillRef idx="0">
            <a:schemeClr val="accent1"/>
          </a:fillRef>
          <a:effectRef idx="0">
            <a:schemeClr val="accent1"/>
          </a:effectRef>
          <a:fontRef idx="minor">
            <a:schemeClr val="tx1"/>
          </a:fontRef>
        </p:style>
      </p:cxnSp>
      <p:sp>
        <p:nvSpPr>
          <p:cNvPr id="519" name="Rectangle 518">
            <a:extLst>
              <a:ext uri="{FF2B5EF4-FFF2-40B4-BE49-F238E27FC236}">
                <a16:creationId xmlns:a16="http://schemas.microsoft.com/office/drawing/2014/main" id="{91B2234D-507E-4D24-A666-37C31D48724C}"/>
              </a:ext>
            </a:extLst>
          </p:cNvPr>
          <p:cNvSpPr/>
          <p:nvPr/>
        </p:nvSpPr>
        <p:spPr>
          <a:xfrm>
            <a:off x="8333078" y="1149680"/>
            <a:ext cx="3179215" cy="338554"/>
          </a:xfrm>
          <a:prstGeom prst="rect">
            <a:avLst/>
          </a:prstGeom>
        </p:spPr>
        <p:txBody>
          <a:bodyPr wrap="square" anchor="ctr">
            <a:spAutoFit/>
          </a:bodyPr>
          <a:lstStyle/>
          <a:p>
            <a:r>
              <a:rPr lang="en-US" sz="1600" b="1" dirty="0">
                <a:solidFill>
                  <a:srgbClr val="7FBDEB"/>
                </a:solidFill>
              </a:rPr>
              <a:t>2. AstraZeneca – Catalog POC</a:t>
            </a:r>
          </a:p>
        </p:txBody>
      </p:sp>
      <p:cxnSp>
        <p:nvCxnSpPr>
          <p:cNvPr id="77" name="Straight Connector 76">
            <a:extLst>
              <a:ext uri="{FF2B5EF4-FFF2-40B4-BE49-F238E27FC236}">
                <a16:creationId xmlns:a16="http://schemas.microsoft.com/office/drawing/2014/main" id="{4E1E45D2-7C26-C7D1-C73D-FF37ADCD4FF5}"/>
              </a:ext>
            </a:extLst>
          </p:cNvPr>
          <p:cNvCxnSpPr>
            <a:cxnSpLocks/>
          </p:cNvCxnSpPr>
          <p:nvPr/>
        </p:nvCxnSpPr>
        <p:spPr>
          <a:xfrm>
            <a:off x="9977580" y="1547350"/>
            <a:ext cx="0" cy="439401"/>
          </a:xfrm>
          <a:prstGeom prst="line">
            <a:avLst/>
          </a:prstGeom>
          <a:ln>
            <a:solidFill>
              <a:srgbClr val="7FBDEB"/>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215FD2E-D370-3B2E-6A21-99517BED0386}"/>
              </a:ext>
            </a:extLst>
          </p:cNvPr>
          <p:cNvSpPr txBox="1"/>
          <p:nvPr/>
        </p:nvSpPr>
        <p:spPr>
          <a:xfrm>
            <a:off x="8365850" y="1533281"/>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Saurabh</a:t>
            </a:r>
          </a:p>
        </p:txBody>
      </p:sp>
      <p:sp>
        <p:nvSpPr>
          <p:cNvPr id="8" name="TextBox 7">
            <a:extLst>
              <a:ext uri="{FF2B5EF4-FFF2-40B4-BE49-F238E27FC236}">
                <a16:creationId xmlns:a16="http://schemas.microsoft.com/office/drawing/2014/main" id="{C5F221EF-F2F4-C273-B26B-0E4A3770CE3E}"/>
              </a:ext>
            </a:extLst>
          </p:cNvPr>
          <p:cNvSpPr txBox="1"/>
          <p:nvPr/>
        </p:nvSpPr>
        <p:spPr>
          <a:xfrm>
            <a:off x="10017075" y="1533281"/>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Venkata</a:t>
            </a:r>
          </a:p>
        </p:txBody>
      </p:sp>
      <p:sp>
        <p:nvSpPr>
          <p:cNvPr id="9" name="TextBox 8">
            <a:extLst>
              <a:ext uri="{FF2B5EF4-FFF2-40B4-BE49-F238E27FC236}">
                <a16:creationId xmlns:a16="http://schemas.microsoft.com/office/drawing/2014/main" id="{F87244C8-EA78-B0FA-5204-652768229315}"/>
              </a:ext>
            </a:extLst>
          </p:cNvPr>
          <p:cNvSpPr txBox="1"/>
          <p:nvPr/>
        </p:nvSpPr>
        <p:spPr>
          <a:xfrm>
            <a:off x="8365849" y="1708134"/>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Manideep</a:t>
            </a:r>
          </a:p>
        </p:txBody>
      </p:sp>
      <p:sp>
        <p:nvSpPr>
          <p:cNvPr id="25" name="TextBox 24">
            <a:extLst>
              <a:ext uri="{FF2B5EF4-FFF2-40B4-BE49-F238E27FC236}">
                <a16:creationId xmlns:a16="http://schemas.microsoft.com/office/drawing/2014/main" id="{FAEC0EF9-4F42-E21C-222B-1F36D37C7AC1}"/>
              </a:ext>
            </a:extLst>
          </p:cNvPr>
          <p:cNvSpPr txBox="1"/>
          <p:nvPr/>
        </p:nvSpPr>
        <p:spPr>
          <a:xfrm>
            <a:off x="10024558" y="1724966"/>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 S</a:t>
            </a:r>
          </a:p>
        </p:txBody>
      </p:sp>
      <p:cxnSp>
        <p:nvCxnSpPr>
          <p:cNvPr id="521" name="Straight Connector 520">
            <a:extLst>
              <a:ext uri="{FF2B5EF4-FFF2-40B4-BE49-F238E27FC236}">
                <a16:creationId xmlns:a16="http://schemas.microsoft.com/office/drawing/2014/main" id="{C79C3D71-41A2-40C0-8A5E-52BD0224D73C}"/>
              </a:ext>
            </a:extLst>
          </p:cNvPr>
          <p:cNvCxnSpPr>
            <a:cxnSpLocks/>
          </p:cNvCxnSpPr>
          <p:nvPr/>
        </p:nvCxnSpPr>
        <p:spPr>
          <a:xfrm flipH="1">
            <a:off x="8319493" y="2616807"/>
            <a:ext cx="3270971" cy="0"/>
          </a:xfrm>
          <a:prstGeom prst="line">
            <a:avLst/>
          </a:prstGeom>
          <a:ln w="28575">
            <a:solidFill>
              <a:srgbClr val="346393"/>
            </a:solidFill>
          </a:ln>
        </p:spPr>
        <p:style>
          <a:lnRef idx="1">
            <a:schemeClr val="accent1"/>
          </a:lnRef>
          <a:fillRef idx="0">
            <a:schemeClr val="accent1"/>
          </a:fillRef>
          <a:effectRef idx="0">
            <a:schemeClr val="accent1"/>
          </a:effectRef>
          <a:fontRef idx="minor">
            <a:schemeClr val="tx1"/>
          </a:fontRef>
        </p:style>
      </p:cxnSp>
      <p:sp>
        <p:nvSpPr>
          <p:cNvPr id="522" name="Rectangle 521">
            <a:extLst>
              <a:ext uri="{FF2B5EF4-FFF2-40B4-BE49-F238E27FC236}">
                <a16:creationId xmlns:a16="http://schemas.microsoft.com/office/drawing/2014/main" id="{8AF3B12C-04FB-48CF-BE36-3ED20485F943}"/>
              </a:ext>
            </a:extLst>
          </p:cNvPr>
          <p:cNvSpPr/>
          <p:nvPr/>
        </p:nvSpPr>
        <p:spPr>
          <a:xfrm>
            <a:off x="8319492" y="2260287"/>
            <a:ext cx="3262313" cy="338554"/>
          </a:xfrm>
          <a:prstGeom prst="rect">
            <a:avLst/>
          </a:prstGeom>
        </p:spPr>
        <p:txBody>
          <a:bodyPr wrap="square" anchor="ctr">
            <a:spAutoFit/>
          </a:bodyPr>
          <a:lstStyle/>
          <a:p>
            <a:r>
              <a:rPr lang="en-US" sz="1600" b="1" dirty="0">
                <a:solidFill>
                  <a:srgbClr val="346393"/>
                </a:solidFill>
              </a:rPr>
              <a:t>4. IRIS – Enhancements – (Hold)</a:t>
            </a:r>
          </a:p>
        </p:txBody>
      </p:sp>
      <p:cxnSp>
        <p:nvCxnSpPr>
          <p:cNvPr id="81" name="Straight Connector 80">
            <a:extLst>
              <a:ext uri="{FF2B5EF4-FFF2-40B4-BE49-F238E27FC236}">
                <a16:creationId xmlns:a16="http://schemas.microsoft.com/office/drawing/2014/main" id="{FC1069E3-C4D9-F550-202C-8E5B49500757}"/>
              </a:ext>
            </a:extLst>
          </p:cNvPr>
          <p:cNvCxnSpPr>
            <a:cxnSpLocks/>
          </p:cNvCxnSpPr>
          <p:nvPr/>
        </p:nvCxnSpPr>
        <p:spPr>
          <a:xfrm flipH="1">
            <a:off x="9962705" y="2647630"/>
            <a:ext cx="1289" cy="466248"/>
          </a:xfrm>
          <a:prstGeom prst="line">
            <a:avLst/>
          </a:prstGeom>
          <a:ln>
            <a:solidFill>
              <a:srgbClr val="346393"/>
            </a:solidFill>
          </a:ln>
        </p:spPr>
        <p:style>
          <a:lnRef idx="2">
            <a:schemeClr val="accent1"/>
          </a:lnRef>
          <a:fillRef idx="0">
            <a:schemeClr val="accent1"/>
          </a:fillRef>
          <a:effectRef idx="1">
            <a:schemeClr val="accent1"/>
          </a:effectRef>
          <a:fontRef idx="minor">
            <a:schemeClr val="tx1"/>
          </a:fontRef>
        </p:style>
      </p:cxnSp>
      <p:sp>
        <p:nvSpPr>
          <p:cNvPr id="112" name="TextBox 111">
            <a:extLst>
              <a:ext uri="{FF2B5EF4-FFF2-40B4-BE49-F238E27FC236}">
                <a16:creationId xmlns:a16="http://schemas.microsoft.com/office/drawing/2014/main" id="{5EF38E85-B0B9-833A-B426-AF0EFE7E8525}"/>
              </a:ext>
            </a:extLst>
          </p:cNvPr>
          <p:cNvSpPr txBox="1"/>
          <p:nvPr/>
        </p:nvSpPr>
        <p:spPr>
          <a:xfrm>
            <a:off x="8353553" y="2618740"/>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Saurabh</a:t>
            </a:r>
          </a:p>
        </p:txBody>
      </p:sp>
      <p:sp>
        <p:nvSpPr>
          <p:cNvPr id="113" name="TextBox 112">
            <a:extLst>
              <a:ext uri="{FF2B5EF4-FFF2-40B4-BE49-F238E27FC236}">
                <a16:creationId xmlns:a16="http://schemas.microsoft.com/office/drawing/2014/main" id="{E37B7609-68FE-6CEB-EAD3-17D3D22987D0}"/>
              </a:ext>
            </a:extLst>
          </p:cNvPr>
          <p:cNvSpPr txBox="1"/>
          <p:nvPr/>
        </p:nvSpPr>
        <p:spPr>
          <a:xfrm>
            <a:off x="10004778" y="2618740"/>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Venkata</a:t>
            </a:r>
          </a:p>
        </p:txBody>
      </p:sp>
      <p:sp>
        <p:nvSpPr>
          <p:cNvPr id="114" name="TextBox 113">
            <a:extLst>
              <a:ext uri="{FF2B5EF4-FFF2-40B4-BE49-F238E27FC236}">
                <a16:creationId xmlns:a16="http://schemas.microsoft.com/office/drawing/2014/main" id="{E7A72020-8FD8-DF25-14BE-D7451764C3FA}"/>
              </a:ext>
            </a:extLst>
          </p:cNvPr>
          <p:cNvSpPr txBox="1"/>
          <p:nvPr/>
        </p:nvSpPr>
        <p:spPr>
          <a:xfrm>
            <a:off x="8353552" y="279359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Manideep</a:t>
            </a:r>
          </a:p>
        </p:txBody>
      </p:sp>
      <p:sp>
        <p:nvSpPr>
          <p:cNvPr id="26" name="TextBox 25">
            <a:extLst>
              <a:ext uri="{FF2B5EF4-FFF2-40B4-BE49-F238E27FC236}">
                <a16:creationId xmlns:a16="http://schemas.microsoft.com/office/drawing/2014/main" id="{554CB6A1-C9DC-87F2-AC3C-C5EF979BECEE}"/>
              </a:ext>
            </a:extLst>
          </p:cNvPr>
          <p:cNvSpPr txBox="1"/>
          <p:nvPr/>
        </p:nvSpPr>
        <p:spPr>
          <a:xfrm>
            <a:off x="10010972" y="277987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Rishubh</a:t>
            </a:r>
          </a:p>
        </p:txBody>
      </p:sp>
      <p:sp>
        <p:nvSpPr>
          <p:cNvPr id="27" name="TextBox 26">
            <a:extLst>
              <a:ext uri="{FF2B5EF4-FFF2-40B4-BE49-F238E27FC236}">
                <a16:creationId xmlns:a16="http://schemas.microsoft.com/office/drawing/2014/main" id="{340B21B5-BE75-8169-1421-A956725B0886}"/>
              </a:ext>
            </a:extLst>
          </p:cNvPr>
          <p:cNvSpPr txBox="1"/>
          <p:nvPr/>
        </p:nvSpPr>
        <p:spPr>
          <a:xfrm>
            <a:off x="10010972" y="295289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Gowtham</a:t>
            </a:r>
          </a:p>
        </p:txBody>
      </p:sp>
      <p:sp>
        <p:nvSpPr>
          <p:cNvPr id="28" name="TextBox 27">
            <a:extLst>
              <a:ext uri="{FF2B5EF4-FFF2-40B4-BE49-F238E27FC236}">
                <a16:creationId xmlns:a16="http://schemas.microsoft.com/office/drawing/2014/main" id="{F5F0210F-B6AF-BD9C-4322-8DC499BEFA65}"/>
              </a:ext>
            </a:extLst>
          </p:cNvPr>
          <p:cNvSpPr txBox="1"/>
          <p:nvPr/>
        </p:nvSpPr>
        <p:spPr>
          <a:xfrm>
            <a:off x="8359633" y="295289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a:t>
            </a:r>
          </a:p>
        </p:txBody>
      </p:sp>
      <p:cxnSp>
        <p:nvCxnSpPr>
          <p:cNvPr id="493" name="Straight Connector 492">
            <a:extLst>
              <a:ext uri="{FF2B5EF4-FFF2-40B4-BE49-F238E27FC236}">
                <a16:creationId xmlns:a16="http://schemas.microsoft.com/office/drawing/2014/main" id="{771190DD-3B58-4A83-9CCA-9E6D7B8FA37F}"/>
              </a:ext>
            </a:extLst>
          </p:cNvPr>
          <p:cNvCxnSpPr>
            <a:cxnSpLocks/>
          </p:cNvCxnSpPr>
          <p:nvPr/>
        </p:nvCxnSpPr>
        <p:spPr>
          <a:xfrm flipH="1">
            <a:off x="422338" y="5205368"/>
            <a:ext cx="3976531" cy="0"/>
          </a:xfrm>
          <a:prstGeom prst="line">
            <a:avLst/>
          </a:prstGeom>
          <a:ln w="28575">
            <a:solidFill>
              <a:srgbClr val="5573B1"/>
            </a:solidFill>
          </a:ln>
        </p:spPr>
        <p:style>
          <a:lnRef idx="1">
            <a:schemeClr val="accent1"/>
          </a:lnRef>
          <a:fillRef idx="0">
            <a:schemeClr val="accent1"/>
          </a:fillRef>
          <a:effectRef idx="0">
            <a:schemeClr val="accent1"/>
          </a:effectRef>
          <a:fontRef idx="minor">
            <a:schemeClr val="tx1"/>
          </a:fontRef>
        </p:style>
      </p:cxnSp>
      <p:sp>
        <p:nvSpPr>
          <p:cNvPr id="494" name="Rectangle 493">
            <a:extLst>
              <a:ext uri="{FF2B5EF4-FFF2-40B4-BE49-F238E27FC236}">
                <a16:creationId xmlns:a16="http://schemas.microsoft.com/office/drawing/2014/main" id="{F4F0BA7C-33CE-4908-AE3D-DA9888F02FBC}"/>
              </a:ext>
            </a:extLst>
          </p:cNvPr>
          <p:cNvSpPr/>
          <p:nvPr/>
        </p:nvSpPr>
        <p:spPr>
          <a:xfrm>
            <a:off x="446738" y="4832277"/>
            <a:ext cx="4305059" cy="338554"/>
          </a:xfrm>
          <a:prstGeom prst="rect">
            <a:avLst/>
          </a:prstGeom>
        </p:spPr>
        <p:txBody>
          <a:bodyPr wrap="square" anchor="ctr">
            <a:spAutoFit/>
          </a:bodyPr>
          <a:lstStyle/>
          <a:p>
            <a:r>
              <a:rPr lang="en-US" sz="1600" b="1" dirty="0">
                <a:solidFill>
                  <a:srgbClr val="5573B1"/>
                </a:solidFill>
              </a:rPr>
              <a:t>7. TERRA Optimization &amp; CDS Enhancements</a:t>
            </a:r>
          </a:p>
        </p:txBody>
      </p:sp>
      <p:sp>
        <p:nvSpPr>
          <p:cNvPr id="123" name="TextBox 122">
            <a:extLst>
              <a:ext uri="{FF2B5EF4-FFF2-40B4-BE49-F238E27FC236}">
                <a16:creationId xmlns:a16="http://schemas.microsoft.com/office/drawing/2014/main" id="{DB1C01D2-448B-9E80-419B-697680986112}"/>
              </a:ext>
            </a:extLst>
          </p:cNvPr>
          <p:cNvSpPr txBox="1"/>
          <p:nvPr/>
        </p:nvSpPr>
        <p:spPr>
          <a:xfrm>
            <a:off x="487647" y="5226170"/>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Gaurav	</a:t>
            </a:r>
          </a:p>
        </p:txBody>
      </p:sp>
      <p:cxnSp>
        <p:nvCxnSpPr>
          <p:cNvPr id="124" name="Straight Connector 123">
            <a:extLst>
              <a:ext uri="{FF2B5EF4-FFF2-40B4-BE49-F238E27FC236}">
                <a16:creationId xmlns:a16="http://schemas.microsoft.com/office/drawing/2014/main" id="{389033F7-4D00-FFE7-62BA-09B1A5251B1B}"/>
              </a:ext>
            </a:extLst>
          </p:cNvPr>
          <p:cNvCxnSpPr>
            <a:cxnSpLocks/>
          </p:cNvCxnSpPr>
          <p:nvPr/>
        </p:nvCxnSpPr>
        <p:spPr>
          <a:xfrm>
            <a:off x="2121775" y="5221463"/>
            <a:ext cx="9510" cy="1027941"/>
          </a:xfrm>
          <a:prstGeom prst="line">
            <a:avLst/>
          </a:prstGeom>
          <a:ln>
            <a:solidFill>
              <a:srgbClr val="5573B1"/>
            </a:solidFill>
          </a:ln>
        </p:spPr>
        <p:style>
          <a:lnRef idx="2">
            <a:schemeClr val="accent1"/>
          </a:lnRef>
          <a:fillRef idx="0">
            <a:schemeClr val="accent1"/>
          </a:fillRef>
          <a:effectRef idx="1">
            <a:schemeClr val="accent1"/>
          </a:effectRef>
          <a:fontRef idx="minor">
            <a:schemeClr val="tx1"/>
          </a:fontRef>
        </p:style>
      </p:cxnSp>
      <p:sp>
        <p:nvSpPr>
          <p:cNvPr id="125" name="TextBox 124">
            <a:extLst>
              <a:ext uri="{FF2B5EF4-FFF2-40B4-BE49-F238E27FC236}">
                <a16:creationId xmlns:a16="http://schemas.microsoft.com/office/drawing/2014/main" id="{5A2C058A-3DEA-0563-C9E6-EDD227305779}"/>
              </a:ext>
            </a:extLst>
          </p:cNvPr>
          <p:cNvSpPr txBox="1"/>
          <p:nvPr/>
        </p:nvSpPr>
        <p:spPr>
          <a:xfrm>
            <a:off x="2136290" y="5226170"/>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Prity</a:t>
            </a:r>
          </a:p>
        </p:txBody>
      </p:sp>
      <p:sp>
        <p:nvSpPr>
          <p:cNvPr id="126" name="TextBox 125">
            <a:extLst>
              <a:ext uri="{FF2B5EF4-FFF2-40B4-BE49-F238E27FC236}">
                <a16:creationId xmlns:a16="http://schemas.microsoft.com/office/drawing/2014/main" id="{327BDFD2-B8E4-1FC9-BB52-7CEF5EF5A7C4}"/>
              </a:ext>
            </a:extLst>
          </p:cNvPr>
          <p:cNvSpPr txBox="1"/>
          <p:nvPr/>
        </p:nvSpPr>
        <p:spPr>
          <a:xfrm>
            <a:off x="487647" y="5385014"/>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Mansi</a:t>
            </a:r>
          </a:p>
        </p:txBody>
      </p:sp>
      <p:sp>
        <p:nvSpPr>
          <p:cNvPr id="13" name="TextBox 12">
            <a:extLst>
              <a:ext uri="{FF2B5EF4-FFF2-40B4-BE49-F238E27FC236}">
                <a16:creationId xmlns:a16="http://schemas.microsoft.com/office/drawing/2014/main" id="{A1983A23-9216-46EC-6D7A-FAD950894D61}"/>
              </a:ext>
            </a:extLst>
          </p:cNvPr>
          <p:cNvSpPr txBox="1"/>
          <p:nvPr/>
        </p:nvSpPr>
        <p:spPr>
          <a:xfrm>
            <a:off x="2133717" y="541464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Prashanth</a:t>
            </a:r>
          </a:p>
        </p:txBody>
      </p:sp>
      <p:sp>
        <p:nvSpPr>
          <p:cNvPr id="14" name="TextBox 13">
            <a:extLst>
              <a:ext uri="{FF2B5EF4-FFF2-40B4-BE49-F238E27FC236}">
                <a16:creationId xmlns:a16="http://schemas.microsoft.com/office/drawing/2014/main" id="{D32FFB09-CBF0-C032-0992-B2311FA670BE}"/>
              </a:ext>
            </a:extLst>
          </p:cNvPr>
          <p:cNvSpPr txBox="1"/>
          <p:nvPr/>
        </p:nvSpPr>
        <p:spPr>
          <a:xfrm>
            <a:off x="493875" y="5567178"/>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Dedipya</a:t>
            </a:r>
          </a:p>
        </p:txBody>
      </p:sp>
      <p:sp>
        <p:nvSpPr>
          <p:cNvPr id="16" name="TextBox 15">
            <a:extLst>
              <a:ext uri="{FF2B5EF4-FFF2-40B4-BE49-F238E27FC236}">
                <a16:creationId xmlns:a16="http://schemas.microsoft.com/office/drawing/2014/main" id="{2E6E301D-9C06-8D05-0DC2-29859589AC82}"/>
              </a:ext>
            </a:extLst>
          </p:cNvPr>
          <p:cNvSpPr txBox="1"/>
          <p:nvPr/>
        </p:nvSpPr>
        <p:spPr>
          <a:xfrm>
            <a:off x="2135857" y="558715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Bhavani</a:t>
            </a:r>
          </a:p>
        </p:txBody>
      </p:sp>
      <p:sp>
        <p:nvSpPr>
          <p:cNvPr id="22" name="TextBox 21">
            <a:extLst>
              <a:ext uri="{FF2B5EF4-FFF2-40B4-BE49-F238E27FC236}">
                <a16:creationId xmlns:a16="http://schemas.microsoft.com/office/drawing/2014/main" id="{4EC22306-9CBB-3747-376A-0EFA4D1BF29C}"/>
              </a:ext>
            </a:extLst>
          </p:cNvPr>
          <p:cNvSpPr txBox="1"/>
          <p:nvPr/>
        </p:nvSpPr>
        <p:spPr>
          <a:xfrm>
            <a:off x="476328" y="577577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Arun S</a:t>
            </a:r>
          </a:p>
        </p:txBody>
      </p:sp>
      <p:sp>
        <p:nvSpPr>
          <p:cNvPr id="23" name="TextBox 22">
            <a:extLst>
              <a:ext uri="{FF2B5EF4-FFF2-40B4-BE49-F238E27FC236}">
                <a16:creationId xmlns:a16="http://schemas.microsoft.com/office/drawing/2014/main" id="{29B37C5D-B55F-082D-3743-C45FDDF95293}"/>
              </a:ext>
            </a:extLst>
          </p:cNvPr>
          <p:cNvSpPr txBox="1"/>
          <p:nvPr/>
        </p:nvSpPr>
        <p:spPr>
          <a:xfrm>
            <a:off x="2141828" y="578547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Gowtham</a:t>
            </a:r>
          </a:p>
        </p:txBody>
      </p:sp>
      <p:sp>
        <p:nvSpPr>
          <p:cNvPr id="29" name="TextBox 28">
            <a:extLst>
              <a:ext uri="{FF2B5EF4-FFF2-40B4-BE49-F238E27FC236}">
                <a16:creationId xmlns:a16="http://schemas.microsoft.com/office/drawing/2014/main" id="{18427B98-2F7D-CC86-6E88-60A4DEB9B5E6}"/>
              </a:ext>
            </a:extLst>
          </p:cNvPr>
          <p:cNvSpPr txBox="1"/>
          <p:nvPr/>
        </p:nvSpPr>
        <p:spPr>
          <a:xfrm>
            <a:off x="484988" y="5983640"/>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JP</a:t>
            </a:r>
          </a:p>
        </p:txBody>
      </p:sp>
      <p:sp>
        <p:nvSpPr>
          <p:cNvPr id="30" name="TextBox 29">
            <a:extLst>
              <a:ext uri="{FF2B5EF4-FFF2-40B4-BE49-F238E27FC236}">
                <a16:creationId xmlns:a16="http://schemas.microsoft.com/office/drawing/2014/main" id="{D5EF8A8B-CA84-D58D-102E-B194C86A6BBD}"/>
              </a:ext>
            </a:extLst>
          </p:cNvPr>
          <p:cNvSpPr txBox="1"/>
          <p:nvPr/>
        </p:nvSpPr>
        <p:spPr>
          <a:xfrm>
            <a:off x="2139602" y="5993339"/>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Rishubh</a:t>
            </a:r>
          </a:p>
        </p:txBody>
      </p:sp>
      <p:sp>
        <p:nvSpPr>
          <p:cNvPr id="39" name="TextBox 38">
            <a:extLst>
              <a:ext uri="{FF2B5EF4-FFF2-40B4-BE49-F238E27FC236}">
                <a16:creationId xmlns:a16="http://schemas.microsoft.com/office/drawing/2014/main" id="{D7DD76FD-3299-3055-ED1B-09026ABC7541}"/>
              </a:ext>
            </a:extLst>
          </p:cNvPr>
          <p:cNvSpPr txBox="1"/>
          <p:nvPr/>
        </p:nvSpPr>
        <p:spPr>
          <a:xfrm>
            <a:off x="6295617" y="574829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Sumith</a:t>
            </a:r>
          </a:p>
        </p:txBody>
      </p:sp>
      <p:sp>
        <p:nvSpPr>
          <p:cNvPr id="40" name="TextBox 39">
            <a:extLst>
              <a:ext uri="{FF2B5EF4-FFF2-40B4-BE49-F238E27FC236}">
                <a16:creationId xmlns:a16="http://schemas.microsoft.com/office/drawing/2014/main" id="{64B4DD23-A920-80AF-1101-A3A2C98F7E80}"/>
              </a:ext>
            </a:extLst>
          </p:cNvPr>
          <p:cNvSpPr txBox="1"/>
          <p:nvPr/>
        </p:nvSpPr>
        <p:spPr>
          <a:xfrm>
            <a:off x="5384055" y="5748295"/>
            <a:ext cx="1448581" cy="215439"/>
          </a:xfrm>
          <a:prstGeom prst="rect">
            <a:avLst/>
          </a:prstGeom>
          <a:noFill/>
        </p:spPr>
        <p:txBody>
          <a:bodyPr wrap="square" rtlCol="0">
            <a:spAutoFit/>
          </a:bodyPr>
          <a:lstStyle/>
          <a:p>
            <a:pPr marL="285750" indent="-285750">
              <a:buFont typeface="Arial" panose="020B0604020202020204" pitchFamily="34" charset="0"/>
              <a:buChar char="•"/>
            </a:pPr>
            <a:r>
              <a:rPr lang="en-US" sz="800"/>
              <a:t>Sharmila</a:t>
            </a:r>
          </a:p>
        </p:txBody>
      </p:sp>
      <p:grpSp>
        <p:nvGrpSpPr>
          <p:cNvPr id="53" name="Group 52">
            <a:extLst>
              <a:ext uri="{FF2B5EF4-FFF2-40B4-BE49-F238E27FC236}">
                <a16:creationId xmlns:a16="http://schemas.microsoft.com/office/drawing/2014/main" id="{5160A7F1-F036-5524-3835-0DD359ED4180}"/>
              </a:ext>
            </a:extLst>
          </p:cNvPr>
          <p:cNvGrpSpPr/>
          <p:nvPr/>
        </p:nvGrpSpPr>
        <p:grpSpPr>
          <a:xfrm>
            <a:off x="5393757" y="5375840"/>
            <a:ext cx="1611086" cy="845341"/>
            <a:chOff x="5367858" y="5072277"/>
            <a:chExt cx="1611086" cy="845341"/>
          </a:xfrm>
        </p:grpSpPr>
        <p:sp>
          <p:nvSpPr>
            <p:cNvPr id="36" name="Rectangle 35">
              <a:extLst>
                <a:ext uri="{FF2B5EF4-FFF2-40B4-BE49-F238E27FC236}">
                  <a16:creationId xmlns:a16="http://schemas.microsoft.com/office/drawing/2014/main" id="{189B243D-6702-DC6F-6485-4836644F5C01}"/>
                </a:ext>
              </a:extLst>
            </p:cNvPr>
            <p:cNvSpPr/>
            <p:nvPr/>
          </p:nvSpPr>
          <p:spPr>
            <a:xfrm>
              <a:off x="5660184" y="5072277"/>
              <a:ext cx="1243028" cy="338554"/>
            </a:xfrm>
            <a:prstGeom prst="rect">
              <a:avLst/>
            </a:prstGeom>
          </p:spPr>
          <p:txBody>
            <a:bodyPr wrap="square" anchor="ctr">
              <a:spAutoFit/>
            </a:bodyPr>
            <a:lstStyle/>
            <a:p>
              <a:r>
                <a:rPr lang="en-US" sz="1600" b="1">
                  <a:solidFill>
                    <a:schemeClr val="bg2">
                      <a:lumMod val="50000"/>
                    </a:schemeClr>
                  </a:solidFill>
                </a:rPr>
                <a:t>Infra Team</a:t>
              </a:r>
            </a:p>
          </p:txBody>
        </p:sp>
        <p:cxnSp>
          <p:nvCxnSpPr>
            <p:cNvPr id="37" name="Straight Connector 36">
              <a:extLst>
                <a:ext uri="{FF2B5EF4-FFF2-40B4-BE49-F238E27FC236}">
                  <a16:creationId xmlns:a16="http://schemas.microsoft.com/office/drawing/2014/main" id="{CC67FED9-B559-831B-9FE3-0735E2283F77}"/>
                </a:ext>
              </a:extLst>
            </p:cNvPr>
            <p:cNvCxnSpPr>
              <a:cxnSpLocks/>
            </p:cNvCxnSpPr>
            <p:nvPr/>
          </p:nvCxnSpPr>
          <p:spPr>
            <a:xfrm flipH="1">
              <a:off x="5521941" y="5406300"/>
              <a:ext cx="1453115" cy="2382"/>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F126469-A46D-DA34-BDE0-A80A496C2448}"/>
                </a:ext>
              </a:extLst>
            </p:cNvPr>
            <p:cNvSpPr txBox="1"/>
            <p:nvPr/>
          </p:nvSpPr>
          <p:spPr>
            <a:xfrm>
              <a:off x="5367858" y="5637204"/>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Fareed</a:t>
              </a:r>
            </a:p>
          </p:txBody>
        </p:sp>
        <p:cxnSp>
          <p:nvCxnSpPr>
            <p:cNvPr id="44" name="Straight Connector 43">
              <a:extLst>
                <a:ext uri="{FF2B5EF4-FFF2-40B4-BE49-F238E27FC236}">
                  <a16:creationId xmlns:a16="http://schemas.microsoft.com/office/drawing/2014/main" id="{D20AFAC0-F21E-BC71-4271-D9F67B848E7E}"/>
                </a:ext>
              </a:extLst>
            </p:cNvPr>
            <p:cNvCxnSpPr>
              <a:cxnSpLocks/>
            </p:cNvCxnSpPr>
            <p:nvPr/>
          </p:nvCxnSpPr>
          <p:spPr>
            <a:xfrm>
              <a:off x="6284349" y="5427869"/>
              <a:ext cx="6080" cy="489749"/>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sp>
        <p:nvSpPr>
          <p:cNvPr id="56" name="TextBox 55">
            <a:extLst>
              <a:ext uri="{FF2B5EF4-FFF2-40B4-BE49-F238E27FC236}">
                <a16:creationId xmlns:a16="http://schemas.microsoft.com/office/drawing/2014/main" id="{021A25BD-51EC-C0AA-1311-E3C5214EEE6D}"/>
              </a:ext>
            </a:extLst>
          </p:cNvPr>
          <p:cNvSpPr txBox="1"/>
          <p:nvPr/>
        </p:nvSpPr>
        <p:spPr>
          <a:xfrm>
            <a:off x="484988" y="6166563"/>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a:t>Lalan</a:t>
            </a:r>
          </a:p>
        </p:txBody>
      </p:sp>
      <p:cxnSp>
        <p:nvCxnSpPr>
          <p:cNvPr id="59" name="Straight Arrow Connector 58">
            <a:extLst>
              <a:ext uri="{FF2B5EF4-FFF2-40B4-BE49-F238E27FC236}">
                <a16:creationId xmlns:a16="http://schemas.microsoft.com/office/drawing/2014/main" id="{85CE0493-B677-EAE0-E78C-CAE60B54FD62}"/>
              </a:ext>
            </a:extLst>
          </p:cNvPr>
          <p:cNvCxnSpPr>
            <a:cxnSpLocks/>
            <a:endCxn id="36" idx="0"/>
          </p:cNvCxnSpPr>
          <p:nvPr/>
        </p:nvCxnSpPr>
        <p:spPr>
          <a:xfrm>
            <a:off x="6301522" y="4960407"/>
            <a:ext cx="6075" cy="415433"/>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5007D2A3-1B36-351B-E458-3F37D9472E90}"/>
              </a:ext>
            </a:extLst>
          </p:cNvPr>
          <p:cNvSpPr txBox="1"/>
          <p:nvPr/>
        </p:nvSpPr>
        <p:spPr>
          <a:xfrm>
            <a:off x="2133717" y="2805402"/>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Sriram</a:t>
            </a:r>
          </a:p>
        </p:txBody>
      </p:sp>
      <p:sp>
        <p:nvSpPr>
          <p:cNvPr id="2" name="TextBox 1">
            <a:extLst>
              <a:ext uri="{FF2B5EF4-FFF2-40B4-BE49-F238E27FC236}">
                <a16:creationId xmlns:a16="http://schemas.microsoft.com/office/drawing/2014/main" id="{9689EF80-DD9E-C750-1225-5F844DE088E9}"/>
              </a:ext>
            </a:extLst>
          </p:cNvPr>
          <p:cNvSpPr txBox="1"/>
          <p:nvPr/>
        </p:nvSpPr>
        <p:spPr>
          <a:xfrm>
            <a:off x="10024565" y="1881778"/>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a:t>Rishubh</a:t>
            </a:r>
          </a:p>
        </p:txBody>
      </p:sp>
      <p:sp>
        <p:nvSpPr>
          <p:cNvPr id="3" name="TextBox 2">
            <a:extLst>
              <a:ext uri="{FF2B5EF4-FFF2-40B4-BE49-F238E27FC236}">
                <a16:creationId xmlns:a16="http://schemas.microsoft.com/office/drawing/2014/main" id="{9BA90EB9-FFAA-07F6-1A0F-1D23544CB0C2}"/>
              </a:ext>
            </a:extLst>
          </p:cNvPr>
          <p:cNvSpPr txBox="1"/>
          <p:nvPr/>
        </p:nvSpPr>
        <p:spPr>
          <a:xfrm>
            <a:off x="2140715" y="6157776"/>
            <a:ext cx="1611086" cy="215444"/>
          </a:xfrm>
          <a:prstGeom prst="rect">
            <a:avLst/>
          </a:prstGeom>
          <a:noFill/>
        </p:spPr>
        <p:txBody>
          <a:bodyPr wrap="square" rtlCol="0">
            <a:spAutoFit/>
          </a:bodyPr>
          <a:lstStyle/>
          <a:p>
            <a:pPr marL="285750" indent="-285750">
              <a:buFont typeface="Arial" panose="020B0604020202020204" pitchFamily="34" charset="0"/>
              <a:buChar char="•"/>
            </a:pPr>
            <a:r>
              <a:rPr lang="en-US" sz="800" dirty="0" err="1"/>
              <a:t>MohanPrasanth</a:t>
            </a:r>
            <a:endParaRPr lang="en-US" sz="800" dirty="0"/>
          </a:p>
        </p:txBody>
      </p:sp>
    </p:spTree>
    <p:custDataLst>
      <p:custData r:id="rId1"/>
    </p:custDataLst>
    <p:extLst>
      <p:ext uri="{BB962C8B-B14F-4D97-AF65-F5344CB8AC3E}">
        <p14:creationId xmlns:p14="http://schemas.microsoft.com/office/powerpoint/2010/main" val="1804440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7696D6D9-1228-13C5-5A92-4EB8FABBDD0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6" imgH="416" progId="TCLayout.ActiveDocument.1">
                  <p:embed/>
                </p:oleObj>
              </mc:Choice>
              <mc:Fallback>
                <p:oleObj name="think-cell Slide" r:id="rId5" imgW="416" imgH="416" progId="TCLayout.ActiveDocument.1">
                  <p:embed/>
                  <p:pic>
                    <p:nvPicPr>
                      <p:cNvPr id="18" name="Object 17" hidden="1">
                        <a:extLst>
                          <a:ext uri="{FF2B5EF4-FFF2-40B4-BE49-F238E27FC236}">
                            <a16:creationId xmlns:a16="http://schemas.microsoft.com/office/drawing/2014/main" id="{7696D6D9-1228-13C5-5A92-4EB8FABBDD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E4974D60-5785-A02A-4E05-989A45D3207F}"/>
              </a:ext>
            </a:extLst>
          </p:cNvPr>
          <p:cNvSpPr>
            <a:spLocks noGrp="1"/>
          </p:cNvSpPr>
          <p:nvPr>
            <p:ph type="title"/>
          </p:nvPr>
        </p:nvSpPr>
        <p:spPr>
          <a:xfrm>
            <a:off x="425441" y="432277"/>
            <a:ext cx="10972800" cy="506439"/>
          </a:xfrm>
        </p:spPr>
        <p:txBody>
          <a:bodyPr>
            <a:normAutofit/>
          </a:bodyPr>
          <a:lstStyle/>
          <a:p>
            <a:r>
              <a:rPr lang="en-US" sz="2400" b="1"/>
              <a:t>Projects : Delivered</a:t>
            </a:r>
            <a:endParaRPr lang="en-US" sz="1600" b="1">
              <a:solidFill>
                <a:srgbClr val="33669A"/>
              </a:solidFill>
            </a:endParaRPr>
          </a:p>
        </p:txBody>
      </p:sp>
      <p:sp>
        <p:nvSpPr>
          <p:cNvPr id="68" name="Text Placeholder 2">
            <a:extLst>
              <a:ext uri="{FF2B5EF4-FFF2-40B4-BE49-F238E27FC236}">
                <a16:creationId xmlns:a16="http://schemas.microsoft.com/office/drawing/2014/main" id="{169C1C18-3062-6CE5-51DF-A2A8197B62A3}"/>
              </a:ext>
            </a:extLst>
          </p:cNvPr>
          <p:cNvSpPr>
            <a:spLocks noGrp="1"/>
          </p:cNvSpPr>
          <p:nvPr>
            <p:ph type="body" sz="quarter" idx="14"/>
          </p:nvPr>
        </p:nvSpPr>
        <p:spPr>
          <a:xfrm>
            <a:off x="609600" y="6556375"/>
            <a:ext cx="10972800" cy="301625"/>
          </a:xfrm>
        </p:spPr>
        <p:txBody>
          <a:bodyPr/>
          <a:lstStyle/>
          <a:p>
            <a:endParaRPr lang="en-US"/>
          </a:p>
        </p:txBody>
      </p:sp>
      <p:grpSp>
        <p:nvGrpSpPr>
          <p:cNvPr id="3" name="Groupe 32">
            <a:extLst>
              <a:ext uri="{FF2B5EF4-FFF2-40B4-BE49-F238E27FC236}">
                <a16:creationId xmlns:a16="http://schemas.microsoft.com/office/drawing/2014/main" id="{90646249-8BFA-F617-D513-60765179CB15}"/>
              </a:ext>
            </a:extLst>
          </p:cNvPr>
          <p:cNvGrpSpPr/>
          <p:nvPr/>
        </p:nvGrpSpPr>
        <p:grpSpPr>
          <a:xfrm>
            <a:off x="4816568" y="1337221"/>
            <a:ext cx="1949313" cy="4540744"/>
            <a:chOff x="3957237" y="1389241"/>
            <a:chExt cx="2218036" cy="5166737"/>
          </a:xfrm>
        </p:grpSpPr>
        <p:sp>
          <p:nvSpPr>
            <p:cNvPr id="4" name="Rectangle 3">
              <a:extLst>
                <a:ext uri="{FF2B5EF4-FFF2-40B4-BE49-F238E27FC236}">
                  <a16:creationId xmlns:a16="http://schemas.microsoft.com/office/drawing/2014/main" id="{D16ED997-64CC-4335-4F43-3F81B045E39B}"/>
                </a:ext>
              </a:extLst>
            </p:cNvPr>
            <p:cNvSpPr/>
            <p:nvPr/>
          </p:nvSpPr>
          <p:spPr>
            <a:xfrm rot="19039172">
              <a:off x="5003525" y="4240041"/>
              <a:ext cx="84108" cy="190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812E00-2CA3-7015-DD4C-6E7F4132D8E0}"/>
                </a:ext>
              </a:extLst>
            </p:cNvPr>
            <p:cNvSpPr/>
            <p:nvPr/>
          </p:nvSpPr>
          <p:spPr>
            <a:xfrm rot="13131747">
              <a:off x="5204499" y="2482441"/>
              <a:ext cx="84108" cy="1836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E75E2AF-2A41-7C33-977F-C96262DF5D60}"/>
                </a:ext>
              </a:extLst>
            </p:cNvPr>
            <p:cNvSpPr/>
            <p:nvPr/>
          </p:nvSpPr>
          <p:spPr>
            <a:xfrm rot="19039172">
              <a:off x="5483303" y="1903823"/>
              <a:ext cx="84108" cy="6300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e 6">
              <a:extLst>
                <a:ext uri="{FF2B5EF4-FFF2-40B4-BE49-F238E27FC236}">
                  <a16:creationId xmlns:a16="http://schemas.microsoft.com/office/drawing/2014/main" id="{7CF14877-F61A-76E6-3CDB-BB8597E6A82A}"/>
                </a:ext>
              </a:extLst>
            </p:cNvPr>
            <p:cNvGrpSpPr/>
            <p:nvPr/>
          </p:nvGrpSpPr>
          <p:grpSpPr>
            <a:xfrm>
              <a:off x="4690101" y="1389241"/>
              <a:ext cx="879121" cy="879118"/>
              <a:chOff x="1472110" y="2549882"/>
              <a:chExt cx="1458126" cy="1458121"/>
            </a:xfrm>
          </p:grpSpPr>
          <p:sp>
            <p:nvSpPr>
              <p:cNvPr id="29" name="Ellipse 2">
                <a:extLst>
                  <a:ext uri="{FF2B5EF4-FFF2-40B4-BE49-F238E27FC236}">
                    <a16:creationId xmlns:a16="http://schemas.microsoft.com/office/drawing/2014/main" id="{8456A4AB-8491-AF33-A53D-BBAEEFEFB378}"/>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0" name="Cercle : creux 4">
                <a:extLst>
                  <a:ext uri="{FF2B5EF4-FFF2-40B4-BE49-F238E27FC236}">
                    <a16:creationId xmlns:a16="http://schemas.microsoft.com/office/drawing/2014/main" id="{753F33E3-B760-DB50-5941-12C46B70F3CD}"/>
                  </a:ext>
                </a:extLst>
              </p:cNvPr>
              <p:cNvSpPr/>
              <p:nvPr/>
            </p:nvSpPr>
            <p:spPr>
              <a:xfrm>
                <a:off x="1603084" y="2680856"/>
                <a:ext cx="1196178" cy="1196174"/>
              </a:xfrm>
              <a:prstGeom prst="donut">
                <a:avLst>
                  <a:gd name="adj" fmla="val 9978"/>
                </a:avLst>
              </a:prstGeom>
              <a:solidFill>
                <a:srgbClr val="5C5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Rectangle 30">
                <a:extLst>
                  <a:ext uri="{FF2B5EF4-FFF2-40B4-BE49-F238E27FC236}">
                    <a16:creationId xmlns:a16="http://schemas.microsoft.com/office/drawing/2014/main" id="{CD010369-9BC7-09D2-3E5E-28051D1042CC}"/>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5C5DA7"/>
                    </a:solidFill>
                    <a:effectLst/>
                    <a:uLnTx/>
                    <a:uFillTx/>
                    <a:ea typeface="+mn-ea"/>
                    <a:cs typeface="+mn-cs"/>
                  </a:rPr>
                  <a:t>1</a:t>
                </a:r>
                <a:endParaRPr kumimoji="0" lang="en-US" sz="1000" b="1" i="0" u="none" strike="noStrike" kern="1200" cap="none" spc="0" normalizeH="0" baseline="0" noProof="0">
                  <a:ln>
                    <a:noFill/>
                  </a:ln>
                  <a:solidFill>
                    <a:srgbClr val="5C5DA7"/>
                  </a:solidFill>
                  <a:effectLst/>
                  <a:uLnTx/>
                  <a:uFillTx/>
                  <a:ea typeface="+mn-ea"/>
                  <a:cs typeface="Arial" panose="020B0604020202020204" pitchFamily="34" charset="0"/>
                </a:endParaRPr>
              </a:p>
            </p:txBody>
          </p:sp>
        </p:grpSp>
        <p:grpSp>
          <p:nvGrpSpPr>
            <p:cNvPr id="8" name="Groupe 7">
              <a:extLst>
                <a:ext uri="{FF2B5EF4-FFF2-40B4-BE49-F238E27FC236}">
                  <a16:creationId xmlns:a16="http://schemas.microsoft.com/office/drawing/2014/main" id="{3F173FAD-0512-B5F3-AFE7-5961F87ADDF0}"/>
                </a:ext>
              </a:extLst>
            </p:cNvPr>
            <p:cNvGrpSpPr/>
            <p:nvPr/>
          </p:nvGrpSpPr>
          <p:grpSpPr>
            <a:xfrm>
              <a:off x="5296152" y="2246764"/>
              <a:ext cx="879121" cy="879118"/>
              <a:chOff x="1472110" y="2549882"/>
              <a:chExt cx="1458126" cy="1458121"/>
            </a:xfrm>
          </p:grpSpPr>
          <p:sp>
            <p:nvSpPr>
              <p:cNvPr id="26" name="Ellipse 8">
                <a:extLst>
                  <a:ext uri="{FF2B5EF4-FFF2-40B4-BE49-F238E27FC236}">
                    <a16:creationId xmlns:a16="http://schemas.microsoft.com/office/drawing/2014/main" id="{05098E96-1B9D-5951-3D98-47584E44346C}"/>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7" name="Cercle : creux 9">
                <a:extLst>
                  <a:ext uri="{FF2B5EF4-FFF2-40B4-BE49-F238E27FC236}">
                    <a16:creationId xmlns:a16="http://schemas.microsoft.com/office/drawing/2014/main" id="{74D903A3-CC45-1B08-A1D0-96CE6EB8EBE0}"/>
                  </a:ext>
                </a:extLst>
              </p:cNvPr>
              <p:cNvSpPr/>
              <p:nvPr/>
            </p:nvSpPr>
            <p:spPr>
              <a:xfrm>
                <a:off x="1603084" y="2680856"/>
                <a:ext cx="1196178" cy="1196174"/>
              </a:xfrm>
              <a:prstGeom prst="donut">
                <a:avLst>
                  <a:gd name="adj" fmla="val 9978"/>
                </a:avLst>
              </a:prstGeom>
              <a:solidFill>
                <a:srgbClr val="27AA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8" name="Rectangle 27">
                <a:extLst>
                  <a:ext uri="{FF2B5EF4-FFF2-40B4-BE49-F238E27FC236}">
                    <a16:creationId xmlns:a16="http://schemas.microsoft.com/office/drawing/2014/main" id="{5D767081-DABC-1879-41A0-29F01A9E4F4D}"/>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27AAE1"/>
                    </a:solidFill>
                    <a:effectLst/>
                    <a:uLnTx/>
                    <a:uFillTx/>
                    <a:ea typeface="+mn-ea"/>
                    <a:cs typeface="+mn-cs"/>
                  </a:rPr>
                  <a:t>2</a:t>
                </a:r>
                <a:endParaRPr kumimoji="0" lang="en-US" sz="1000" b="1" i="0" u="none" strike="noStrike" kern="1200" cap="none" spc="0" normalizeH="0" baseline="0" noProof="0">
                  <a:ln>
                    <a:noFill/>
                  </a:ln>
                  <a:solidFill>
                    <a:srgbClr val="27AAE1"/>
                  </a:solidFill>
                  <a:effectLst/>
                  <a:uLnTx/>
                  <a:uFillTx/>
                  <a:ea typeface="+mn-ea"/>
                  <a:cs typeface="Arial" panose="020B0604020202020204" pitchFamily="34" charset="0"/>
                </a:endParaRPr>
              </a:p>
            </p:txBody>
          </p:sp>
        </p:grpSp>
        <p:grpSp>
          <p:nvGrpSpPr>
            <p:cNvPr id="9" name="Groupe 11">
              <a:extLst>
                <a:ext uri="{FF2B5EF4-FFF2-40B4-BE49-F238E27FC236}">
                  <a16:creationId xmlns:a16="http://schemas.microsoft.com/office/drawing/2014/main" id="{E0179006-77C8-1A3A-539B-F3FE7FB16653}"/>
                </a:ext>
              </a:extLst>
            </p:cNvPr>
            <p:cNvGrpSpPr/>
            <p:nvPr/>
          </p:nvGrpSpPr>
          <p:grpSpPr>
            <a:xfrm>
              <a:off x="4694789" y="3104287"/>
              <a:ext cx="879121" cy="879118"/>
              <a:chOff x="1472110" y="2549882"/>
              <a:chExt cx="1458126" cy="1458121"/>
            </a:xfrm>
          </p:grpSpPr>
          <p:sp>
            <p:nvSpPr>
              <p:cNvPr id="23" name="Ellipse 12">
                <a:extLst>
                  <a:ext uri="{FF2B5EF4-FFF2-40B4-BE49-F238E27FC236}">
                    <a16:creationId xmlns:a16="http://schemas.microsoft.com/office/drawing/2014/main" id="{6A302774-713A-3C07-31F3-BD7E6DF6A3AC}"/>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4" name="Cercle : creux 13">
                <a:extLst>
                  <a:ext uri="{FF2B5EF4-FFF2-40B4-BE49-F238E27FC236}">
                    <a16:creationId xmlns:a16="http://schemas.microsoft.com/office/drawing/2014/main" id="{F9B9B018-A4C4-E309-AE95-560B16BB367D}"/>
                  </a:ext>
                </a:extLst>
              </p:cNvPr>
              <p:cNvSpPr/>
              <p:nvPr/>
            </p:nvSpPr>
            <p:spPr>
              <a:xfrm>
                <a:off x="1603084" y="2680856"/>
                <a:ext cx="1196178" cy="1196174"/>
              </a:xfrm>
              <a:prstGeom prst="donut">
                <a:avLst>
                  <a:gd name="adj" fmla="val 9978"/>
                </a:avLst>
              </a:prstGeom>
              <a:solidFill>
                <a:srgbClr val="5573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5" name="Rectangle 24">
                <a:extLst>
                  <a:ext uri="{FF2B5EF4-FFF2-40B4-BE49-F238E27FC236}">
                    <a16:creationId xmlns:a16="http://schemas.microsoft.com/office/drawing/2014/main" id="{AB9B763F-9B7B-577D-0996-1EAFC20C6889}"/>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5573B1"/>
                    </a:solidFill>
                    <a:effectLst/>
                    <a:uLnTx/>
                    <a:uFillTx/>
                    <a:ea typeface="+mn-ea"/>
                    <a:cs typeface="+mn-cs"/>
                  </a:rPr>
                  <a:t>3</a:t>
                </a:r>
                <a:endParaRPr kumimoji="0" lang="en-US" sz="1000" b="1" i="0" u="none" strike="noStrike" kern="1200" cap="none" spc="0" normalizeH="0" baseline="0" noProof="0">
                  <a:ln>
                    <a:noFill/>
                  </a:ln>
                  <a:solidFill>
                    <a:srgbClr val="5573B1"/>
                  </a:solidFill>
                  <a:effectLst/>
                  <a:uLnTx/>
                  <a:uFillTx/>
                  <a:ea typeface="+mn-ea"/>
                  <a:cs typeface="Arial" panose="020B0604020202020204" pitchFamily="34" charset="0"/>
                </a:endParaRPr>
              </a:p>
            </p:txBody>
          </p:sp>
        </p:grpSp>
        <p:grpSp>
          <p:nvGrpSpPr>
            <p:cNvPr id="10" name="Groupe 15">
              <a:extLst>
                <a:ext uri="{FF2B5EF4-FFF2-40B4-BE49-F238E27FC236}">
                  <a16:creationId xmlns:a16="http://schemas.microsoft.com/office/drawing/2014/main" id="{CDD30C09-1AB4-C399-50DD-E4D82155324D}"/>
                </a:ext>
              </a:extLst>
            </p:cNvPr>
            <p:cNvGrpSpPr/>
            <p:nvPr/>
          </p:nvGrpSpPr>
          <p:grpSpPr>
            <a:xfrm>
              <a:off x="3957237" y="3961811"/>
              <a:ext cx="879121" cy="879118"/>
              <a:chOff x="1472110" y="2549882"/>
              <a:chExt cx="1458126" cy="1458121"/>
            </a:xfrm>
          </p:grpSpPr>
          <p:sp>
            <p:nvSpPr>
              <p:cNvPr id="20" name="Ellipse 16">
                <a:extLst>
                  <a:ext uri="{FF2B5EF4-FFF2-40B4-BE49-F238E27FC236}">
                    <a16:creationId xmlns:a16="http://schemas.microsoft.com/office/drawing/2014/main" id="{9E0366DD-55E0-3170-F450-5495C4223E79}"/>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1" name="Cercle : creux 17">
                <a:extLst>
                  <a:ext uri="{FF2B5EF4-FFF2-40B4-BE49-F238E27FC236}">
                    <a16:creationId xmlns:a16="http://schemas.microsoft.com/office/drawing/2014/main" id="{F379314A-6CF1-F93D-59DE-5ED67C395D51}"/>
                  </a:ext>
                </a:extLst>
              </p:cNvPr>
              <p:cNvSpPr/>
              <p:nvPr/>
            </p:nvSpPr>
            <p:spPr>
              <a:xfrm>
                <a:off x="1603084" y="2680856"/>
                <a:ext cx="1196178" cy="1196174"/>
              </a:xfrm>
              <a:prstGeom prst="donut">
                <a:avLst>
                  <a:gd name="adj" fmla="val 9978"/>
                </a:avLst>
              </a:prstGeom>
              <a:solidFill>
                <a:srgbClr val="B98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2" name="Rectangle 21">
                <a:extLst>
                  <a:ext uri="{FF2B5EF4-FFF2-40B4-BE49-F238E27FC236}">
                    <a16:creationId xmlns:a16="http://schemas.microsoft.com/office/drawing/2014/main" id="{5E8544B2-5EA2-E9BA-457D-D49745E7ADF6}"/>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B98FFF"/>
                    </a:solidFill>
                    <a:effectLst/>
                    <a:uLnTx/>
                    <a:uFillTx/>
                    <a:ea typeface="+mn-ea"/>
                    <a:cs typeface="+mn-cs"/>
                  </a:rPr>
                  <a:t>4</a:t>
                </a:r>
                <a:endParaRPr kumimoji="0" lang="en-US" sz="1000" b="1" i="0" u="none" strike="noStrike" kern="1200" cap="none" spc="0" normalizeH="0" baseline="0" noProof="0">
                  <a:ln>
                    <a:noFill/>
                  </a:ln>
                  <a:solidFill>
                    <a:srgbClr val="B98FFF"/>
                  </a:solidFill>
                  <a:effectLst/>
                  <a:uLnTx/>
                  <a:uFillTx/>
                  <a:ea typeface="+mn-ea"/>
                  <a:cs typeface="Arial" panose="020B0604020202020204" pitchFamily="34" charset="0"/>
                </a:endParaRPr>
              </a:p>
            </p:txBody>
          </p:sp>
        </p:grpSp>
        <p:grpSp>
          <p:nvGrpSpPr>
            <p:cNvPr id="11" name="Groupe 19">
              <a:extLst>
                <a:ext uri="{FF2B5EF4-FFF2-40B4-BE49-F238E27FC236}">
                  <a16:creationId xmlns:a16="http://schemas.microsoft.com/office/drawing/2014/main" id="{0C460BC5-6309-4DE7-6E1D-AE16F5446B07}"/>
                </a:ext>
              </a:extLst>
            </p:cNvPr>
            <p:cNvGrpSpPr/>
            <p:nvPr/>
          </p:nvGrpSpPr>
          <p:grpSpPr>
            <a:xfrm>
              <a:off x="4696606" y="4819335"/>
              <a:ext cx="879121" cy="879118"/>
              <a:chOff x="1472110" y="2549882"/>
              <a:chExt cx="1458126" cy="1458121"/>
            </a:xfrm>
          </p:grpSpPr>
          <p:sp>
            <p:nvSpPr>
              <p:cNvPr id="16" name="Ellipse 20">
                <a:extLst>
                  <a:ext uri="{FF2B5EF4-FFF2-40B4-BE49-F238E27FC236}">
                    <a16:creationId xmlns:a16="http://schemas.microsoft.com/office/drawing/2014/main" id="{E6A88C23-4E2C-AFE9-AF89-28160DE43215}"/>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7" name="Cercle : creux 21">
                <a:extLst>
                  <a:ext uri="{FF2B5EF4-FFF2-40B4-BE49-F238E27FC236}">
                    <a16:creationId xmlns:a16="http://schemas.microsoft.com/office/drawing/2014/main" id="{60786A96-AA8F-F87A-9A89-0D508069E96A}"/>
                  </a:ext>
                </a:extLst>
              </p:cNvPr>
              <p:cNvSpPr/>
              <p:nvPr/>
            </p:nvSpPr>
            <p:spPr>
              <a:xfrm>
                <a:off x="1603084" y="2680856"/>
                <a:ext cx="1196178" cy="1196174"/>
              </a:xfrm>
              <a:prstGeom prst="donut">
                <a:avLst>
                  <a:gd name="adj" fmla="val 9978"/>
                </a:avLst>
              </a:prstGeom>
              <a:solidFill>
                <a:srgbClr val="4E2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9" name="Rectangle 18">
                <a:extLst>
                  <a:ext uri="{FF2B5EF4-FFF2-40B4-BE49-F238E27FC236}">
                    <a16:creationId xmlns:a16="http://schemas.microsoft.com/office/drawing/2014/main" id="{29490D09-6B26-A0DF-D613-3A2ED6FDB034}"/>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4E2198"/>
                    </a:solidFill>
                    <a:effectLst/>
                    <a:uLnTx/>
                    <a:uFillTx/>
                    <a:ea typeface="+mn-ea"/>
                    <a:cs typeface="+mn-cs"/>
                  </a:rPr>
                  <a:t>5</a:t>
                </a:r>
                <a:endParaRPr kumimoji="0" lang="en-US" sz="1000" b="1" i="0" u="none" strike="noStrike" kern="1200" cap="none" spc="0" normalizeH="0" baseline="0" noProof="0">
                  <a:ln>
                    <a:noFill/>
                  </a:ln>
                  <a:solidFill>
                    <a:srgbClr val="4E2198"/>
                  </a:solidFill>
                  <a:effectLst/>
                  <a:uLnTx/>
                  <a:uFillTx/>
                  <a:ea typeface="+mn-ea"/>
                  <a:cs typeface="Arial" panose="020B0604020202020204" pitchFamily="34" charset="0"/>
                </a:endParaRPr>
              </a:p>
            </p:txBody>
          </p:sp>
        </p:grpSp>
        <p:grpSp>
          <p:nvGrpSpPr>
            <p:cNvPr id="12" name="Groupe 28">
              <a:extLst>
                <a:ext uri="{FF2B5EF4-FFF2-40B4-BE49-F238E27FC236}">
                  <a16:creationId xmlns:a16="http://schemas.microsoft.com/office/drawing/2014/main" id="{5154E988-9169-412C-C5CC-82F810B5F6D3}"/>
                </a:ext>
              </a:extLst>
            </p:cNvPr>
            <p:cNvGrpSpPr/>
            <p:nvPr/>
          </p:nvGrpSpPr>
          <p:grpSpPr>
            <a:xfrm>
              <a:off x="5296152" y="5676860"/>
              <a:ext cx="879121" cy="879118"/>
              <a:chOff x="1472110" y="2549882"/>
              <a:chExt cx="1458126" cy="1458121"/>
            </a:xfrm>
          </p:grpSpPr>
          <p:sp>
            <p:nvSpPr>
              <p:cNvPr id="13" name="Ellipse 29">
                <a:extLst>
                  <a:ext uri="{FF2B5EF4-FFF2-40B4-BE49-F238E27FC236}">
                    <a16:creationId xmlns:a16="http://schemas.microsoft.com/office/drawing/2014/main" id="{04D98D82-01E0-E040-EBAA-43D99042084F}"/>
                  </a:ext>
                </a:extLst>
              </p:cNvPr>
              <p:cNvSpPr/>
              <p:nvPr/>
            </p:nvSpPr>
            <p:spPr>
              <a:xfrm>
                <a:off x="1472110" y="2549882"/>
                <a:ext cx="1458126" cy="145812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4" name="Cercle : creux 30">
                <a:extLst>
                  <a:ext uri="{FF2B5EF4-FFF2-40B4-BE49-F238E27FC236}">
                    <a16:creationId xmlns:a16="http://schemas.microsoft.com/office/drawing/2014/main" id="{2F0D0431-EFD6-F296-A6D5-6CB454235193}"/>
                  </a:ext>
                </a:extLst>
              </p:cNvPr>
              <p:cNvSpPr/>
              <p:nvPr/>
            </p:nvSpPr>
            <p:spPr>
              <a:xfrm>
                <a:off x="1603084" y="2680856"/>
                <a:ext cx="1196178" cy="1196174"/>
              </a:xfrm>
              <a:prstGeom prst="donut">
                <a:avLst>
                  <a:gd name="adj" fmla="val 9978"/>
                </a:avLst>
              </a:prstGeom>
              <a:solidFill>
                <a:srgbClr val="172B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 name="Rectangle 1">
                <a:extLst>
                  <a:ext uri="{FF2B5EF4-FFF2-40B4-BE49-F238E27FC236}">
                    <a16:creationId xmlns:a16="http://schemas.microsoft.com/office/drawing/2014/main" id="{5340B74F-2A42-328C-B2EC-7F9D13CB44C0}"/>
                  </a:ext>
                </a:extLst>
              </p:cNvPr>
              <p:cNvSpPr/>
              <p:nvPr/>
            </p:nvSpPr>
            <p:spPr>
              <a:xfrm flipH="1">
                <a:off x="1843524" y="2930431"/>
                <a:ext cx="715297" cy="697032"/>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a:solidFill>
                      <a:srgbClr val="172B3C"/>
                    </a:solidFill>
                  </a:rPr>
                  <a:t>6</a:t>
                </a:r>
                <a:endParaRPr kumimoji="0" lang="en-US" sz="1000" b="1" i="0" u="none" strike="noStrike" kern="1200" cap="none" spc="0" normalizeH="0" baseline="0" noProof="0">
                  <a:ln>
                    <a:noFill/>
                  </a:ln>
                  <a:solidFill>
                    <a:srgbClr val="172B3C"/>
                  </a:solidFill>
                  <a:effectLst/>
                  <a:uLnTx/>
                  <a:uFillTx/>
                  <a:ea typeface="+mn-ea"/>
                  <a:cs typeface="Arial" panose="020B0604020202020204" pitchFamily="34" charset="0"/>
                </a:endParaRPr>
              </a:p>
            </p:txBody>
          </p:sp>
        </p:grpSp>
      </p:grpSp>
      <p:cxnSp>
        <p:nvCxnSpPr>
          <p:cNvPr id="32" name="Connecteur droit 34">
            <a:extLst>
              <a:ext uri="{FF2B5EF4-FFF2-40B4-BE49-F238E27FC236}">
                <a16:creationId xmlns:a16="http://schemas.microsoft.com/office/drawing/2014/main" id="{4EDF3E9B-23BB-398D-53F7-C04BD1AA6121}"/>
              </a:ext>
            </a:extLst>
          </p:cNvPr>
          <p:cNvCxnSpPr>
            <a:cxnSpLocks/>
          </p:cNvCxnSpPr>
          <p:nvPr/>
        </p:nvCxnSpPr>
        <p:spPr>
          <a:xfrm>
            <a:off x="4308367" y="1757699"/>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3" name="TextBox 82">
            <a:extLst>
              <a:ext uri="{FF2B5EF4-FFF2-40B4-BE49-F238E27FC236}">
                <a16:creationId xmlns:a16="http://schemas.microsoft.com/office/drawing/2014/main" id="{E9B7DC85-A637-FBA7-352E-307514469C0B}"/>
              </a:ext>
            </a:extLst>
          </p:cNvPr>
          <p:cNvSpPr txBox="1"/>
          <p:nvPr/>
        </p:nvSpPr>
        <p:spPr>
          <a:xfrm>
            <a:off x="724922" y="1436496"/>
            <a:ext cx="3582456" cy="584775"/>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C5DA7"/>
                </a:solidFill>
                <a:effectLst/>
                <a:uLnTx/>
                <a:uFillTx/>
                <a:ea typeface="+mn-ea"/>
                <a:cs typeface="+mn-cs"/>
              </a:rPr>
              <a:t>TERRA 3.8</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cxnSp>
        <p:nvCxnSpPr>
          <p:cNvPr id="34" name="Connecteur droit 37">
            <a:extLst>
              <a:ext uri="{FF2B5EF4-FFF2-40B4-BE49-F238E27FC236}">
                <a16:creationId xmlns:a16="http://schemas.microsoft.com/office/drawing/2014/main" id="{80A5151C-0E56-E2D9-C202-E566DB86A7BC}"/>
              </a:ext>
            </a:extLst>
          </p:cNvPr>
          <p:cNvCxnSpPr>
            <a:cxnSpLocks/>
          </p:cNvCxnSpPr>
          <p:nvPr/>
        </p:nvCxnSpPr>
        <p:spPr>
          <a:xfrm>
            <a:off x="4308367" y="3230777"/>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5" name="TextBox 82">
            <a:extLst>
              <a:ext uri="{FF2B5EF4-FFF2-40B4-BE49-F238E27FC236}">
                <a16:creationId xmlns:a16="http://schemas.microsoft.com/office/drawing/2014/main" id="{22192344-704C-0279-C0FE-0AC03A0447B6}"/>
              </a:ext>
            </a:extLst>
          </p:cNvPr>
          <p:cNvSpPr txBox="1"/>
          <p:nvPr/>
        </p:nvSpPr>
        <p:spPr>
          <a:xfrm>
            <a:off x="987314" y="2881248"/>
            <a:ext cx="3582456" cy="338554"/>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5573B1"/>
                </a:solidFill>
                <a:effectLst/>
                <a:uLnTx/>
                <a:uFillTx/>
                <a:ea typeface="+mn-ea"/>
                <a:cs typeface="+mn-cs"/>
              </a:rPr>
              <a:t>Automation : PMR</a:t>
            </a:r>
          </a:p>
        </p:txBody>
      </p:sp>
      <p:cxnSp>
        <p:nvCxnSpPr>
          <p:cNvPr id="36" name="Connecteur droit 39">
            <a:extLst>
              <a:ext uri="{FF2B5EF4-FFF2-40B4-BE49-F238E27FC236}">
                <a16:creationId xmlns:a16="http://schemas.microsoft.com/office/drawing/2014/main" id="{4FC5EB6A-226B-4435-E7DF-B3344FC741C5}"/>
              </a:ext>
            </a:extLst>
          </p:cNvPr>
          <p:cNvCxnSpPr>
            <a:cxnSpLocks/>
          </p:cNvCxnSpPr>
          <p:nvPr/>
        </p:nvCxnSpPr>
        <p:spPr>
          <a:xfrm>
            <a:off x="4308367" y="4815029"/>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7" name="TextBox 82">
            <a:extLst>
              <a:ext uri="{FF2B5EF4-FFF2-40B4-BE49-F238E27FC236}">
                <a16:creationId xmlns:a16="http://schemas.microsoft.com/office/drawing/2014/main" id="{2874E485-6500-5AA1-705F-828FA8D7D145}"/>
              </a:ext>
            </a:extLst>
          </p:cNvPr>
          <p:cNvSpPr txBox="1"/>
          <p:nvPr/>
        </p:nvSpPr>
        <p:spPr>
          <a:xfrm>
            <a:off x="746339" y="4458952"/>
            <a:ext cx="3582456" cy="338554"/>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E2198"/>
                </a:solidFill>
                <a:effectLst/>
                <a:uLnTx/>
                <a:uFillTx/>
                <a:ea typeface="+mn-ea"/>
                <a:cs typeface="+mn-cs"/>
              </a:rPr>
              <a:t>TERRA Upgrades – 9 Customers</a:t>
            </a:r>
          </a:p>
        </p:txBody>
      </p:sp>
      <p:cxnSp>
        <p:nvCxnSpPr>
          <p:cNvPr id="38" name="Connecteur droit 41">
            <a:extLst>
              <a:ext uri="{FF2B5EF4-FFF2-40B4-BE49-F238E27FC236}">
                <a16:creationId xmlns:a16="http://schemas.microsoft.com/office/drawing/2014/main" id="{8823E247-7739-0689-2EBC-2B398D8F619A}"/>
              </a:ext>
            </a:extLst>
          </p:cNvPr>
          <p:cNvCxnSpPr>
            <a:cxnSpLocks/>
          </p:cNvCxnSpPr>
          <p:nvPr/>
        </p:nvCxnSpPr>
        <p:spPr>
          <a:xfrm flipH="1">
            <a:off x="6878051" y="2453356"/>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39" name="TextBox 82">
            <a:extLst>
              <a:ext uri="{FF2B5EF4-FFF2-40B4-BE49-F238E27FC236}">
                <a16:creationId xmlns:a16="http://schemas.microsoft.com/office/drawing/2014/main" id="{2C5E7BD7-04C0-7F04-57D7-C67D8C1368A4}"/>
              </a:ext>
            </a:extLst>
          </p:cNvPr>
          <p:cNvSpPr txBox="1"/>
          <p:nvPr/>
        </p:nvSpPr>
        <p:spPr>
          <a:xfrm>
            <a:off x="7938501" y="5169110"/>
            <a:ext cx="3582456" cy="338554"/>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2B3C"/>
                </a:solidFill>
                <a:effectLst/>
                <a:uLnTx/>
                <a:uFillTx/>
                <a:ea typeface="+mn-ea"/>
                <a:cs typeface="+mn-cs"/>
              </a:rPr>
              <a:t>Automation </a:t>
            </a:r>
            <a:r>
              <a:rPr lang="en-US" sz="1600" b="1" dirty="0">
                <a:solidFill>
                  <a:srgbClr val="172B3C"/>
                </a:solidFill>
              </a:rPr>
              <a:t>: ELSN POC</a:t>
            </a:r>
            <a:endParaRPr kumimoji="0" lang="en-US" sz="1600" b="1" i="0" u="none" strike="noStrike" kern="1200" cap="none" spc="0" normalizeH="0" baseline="0" noProof="0" dirty="0">
              <a:ln>
                <a:noFill/>
              </a:ln>
              <a:solidFill>
                <a:srgbClr val="172B3C"/>
              </a:solidFill>
              <a:effectLst/>
              <a:uLnTx/>
              <a:uFillTx/>
              <a:ea typeface="+mn-ea"/>
              <a:cs typeface="+mn-cs"/>
            </a:endParaRPr>
          </a:p>
        </p:txBody>
      </p:sp>
      <p:cxnSp>
        <p:nvCxnSpPr>
          <p:cNvPr id="40" name="Connecteur droit 43">
            <a:extLst>
              <a:ext uri="{FF2B5EF4-FFF2-40B4-BE49-F238E27FC236}">
                <a16:creationId xmlns:a16="http://schemas.microsoft.com/office/drawing/2014/main" id="{517B3EC5-34AE-FC5D-CA48-1988A41C6951}"/>
              </a:ext>
            </a:extLst>
          </p:cNvPr>
          <p:cNvCxnSpPr>
            <a:cxnSpLocks/>
          </p:cNvCxnSpPr>
          <p:nvPr/>
        </p:nvCxnSpPr>
        <p:spPr>
          <a:xfrm flipH="1">
            <a:off x="5692205" y="4013339"/>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41" name="TextBox 82">
            <a:extLst>
              <a:ext uri="{FF2B5EF4-FFF2-40B4-BE49-F238E27FC236}">
                <a16:creationId xmlns:a16="http://schemas.microsoft.com/office/drawing/2014/main" id="{4B513869-7FAD-9033-73F5-5C37A2EB40AE}"/>
              </a:ext>
            </a:extLst>
          </p:cNvPr>
          <p:cNvSpPr txBox="1"/>
          <p:nvPr/>
        </p:nvSpPr>
        <p:spPr>
          <a:xfrm>
            <a:off x="6569052" y="3628048"/>
            <a:ext cx="4258031" cy="338554"/>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B98FFF"/>
                </a:solidFill>
                <a:effectLst/>
                <a:uLnTx/>
                <a:uFillTx/>
                <a:ea typeface="+mn-ea"/>
                <a:cs typeface="+mn-cs"/>
              </a:rPr>
              <a:t>CI Automation Platform</a:t>
            </a:r>
          </a:p>
        </p:txBody>
      </p:sp>
      <p:cxnSp>
        <p:nvCxnSpPr>
          <p:cNvPr id="42" name="Connecteur droit 45">
            <a:extLst>
              <a:ext uri="{FF2B5EF4-FFF2-40B4-BE49-F238E27FC236}">
                <a16:creationId xmlns:a16="http://schemas.microsoft.com/office/drawing/2014/main" id="{EFD79D8F-D76A-CF03-A594-F6FB761671FC}"/>
              </a:ext>
            </a:extLst>
          </p:cNvPr>
          <p:cNvCxnSpPr>
            <a:cxnSpLocks/>
          </p:cNvCxnSpPr>
          <p:nvPr/>
        </p:nvCxnSpPr>
        <p:spPr>
          <a:xfrm flipH="1">
            <a:off x="6878051" y="5511274"/>
            <a:ext cx="1060450" cy="0"/>
          </a:xfrm>
          <a:prstGeom prst="line">
            <a:avLst/>
          </a:prstGeom>
          <a:ln>
            <a:solidFill>
              <a:schemeClr val="bg1">
                <a:lumMod val="75000"/>
              </a:schemeClr>
            </a:solidFill>
            <a:prstDash val="sysDash"/>
            <a:tailEnd type="oval"/>
          </a:ln>
        </p:spPr>
        <p:style>
          <a:lnRef idx="1">
            <a:schemeClr val="accent1"/>
          </a:lnRef>
          <a:fillRef idx="0">
            <a:schemeClr val="accent1"/>
          </a:fillRef>
          <a:effectRef idx="0">
            <a:schemeClr val="accent1"/>
          </a:effectRef>
          <a:fontRef idx="minor">
            <a:schemeClr val="tx1"/>
          </a:fontRef>
        </p:style>
      </p:cxnSp>
      <p:sp>
        <p:nvSpPr>
          <p:cNvPr id="43" name="TextBox 82">
            <a:extLst>
              <a:ext uri="{FF2B5EF4-FFF2-40B4-BE49-F238E27FC236}">
                <a16:creationId xmlns:a16="http://schemas.microsoft.com/office/drawing/2014/main" id="{E883444D-266B-0AEC-1024-1322CCB6CCE9}"/>
              </a:ext>
            </a:extLst>
          </p:cNvPr>
          <p:cNvSpPr txBox="1"/>
          <p:nvPr/>
        </p:nvSpPr>
        <p:spPr>
          <a:xfrm>
            <a:off x="8165346" y="2099132"/>
            <a:ext cx="3582456" cy="338554"/>
          </a:xfrm>
          <a:prstGeom prst="rect">
            <a:avLst/>
          </a:prstGeom>
          <a:noFill/>
        </p:spPr>
        <p:txBody>
          <a:bodyPr wrap="square" lIns="0" r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7AAE1"/>
                </a:solidFill>
                <a:effectLst/>
                <a:uLnTx/>
                <a:uFillTx/>
                <a:ea typeface="+mn-ea"/>
                <a:cs typeface="+mn-cs"/>
              </a:rPr>
              <a:t>IRIS – Bausch, NBA Integration </a:t>
            </a:r>
          </a:p>
        </p:txBody>
      </p:sp>
      <p:cxnSp>
        <p:nvCxnSpPr>
          <p:cNvPr id="45" name="Straight Connector 44">
            <a:extLst>
              <a:ext uri="{FF2B5EF4-FFF2-40B4-BE49-F238E27FC236}">
                <a16:creationId xmlns:a16="http://schemas.microsoft.com/office/drawing/2014/main" id="{D57B6C2E-E1BE-43C7-F81F-9A71DA125FA0}"/>
              </a:ext>
            </a:extLst>
          </p:cNvPr>
          <p:cNvCxnSpPr>
            <a:cxnSpLocks/>
          </p:cNvCxnSpPr>
          <p:nvPr/>
        </p:nvCxnSpPr>
        <p:spPr>
          <a:xfrm flipH="1">
            <a:off x="1687286" y="1757699"/>
            <a:ext cx="1632857" cy="5395"/>
          </a:xfrm>
          <a:prstGeom prst="line">
            <a:avLst/>
          </a:prstGeom>
          <a:ln w="28575">
            <a:solidFill>
              <a:srgbClr val="5C5DA7"/>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6636352-45F1-3EFC-72E6-315498E84581}"/>
              </a:ext>
            </a:extLst>
          </p:cNvPr>
          <p:cNvCxnSpPr>
            <a:cxnSpLocks/>
          </p:cNvCxnSpPr>
          <p:nvPr/>
        </p:nvCxnSpPr>
        <p:spPr>
          <a:xfrm flipH="1">
            <a:off x="8321089" y="2449831"/>
            <a:ext cx="3270971" cy="0"/>
          </a:xfrm>
          <a:prstGeom prst="line">
            <a:avLst/>
          </a:prstGeom>
          <a:ln w="28575">
            <a:solidFill>
              <a:srgbClr val="27AAE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7DE9E3B-45F6-05D7-35B1-AD2EF3EE9534}"/>
              </a:ext>
            </a:extLst>
          </p:cNvPr>
          <p:cNvCxnSpPr>
            <a:cxnSpLocks/>
          </p:cNvCxnSpPr>
          <p:nvPr/>
        </p:nvCxnSpPr>
        <p:spPr>
          <a:xfrm flipH="1">
            <a:off x="1295400" y="3225026"/>
            <a:ext cx="2901167" cy="5751"/>
          </a:xfrm>
          <a:prstGeom prst="line">
            <a:avLst/>
          </a:prstGeom>
          <a:ln w="28575">
            <a:solidFill>
              <a:srgbClr val="5573B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0A7091A-9611-7039-895E-0DC4F9F6944B}"/>
              </a:ext>
            </a:extLst>
          </p:cNvPr>
          <p:cNvCxnSpPr>
            <a:cxnSpLocks/>
          </p:cNvCxnSpPr>
          <p:nvPr/>
        </p:nvCxnSpPr>
        <p:spPr>
          <a:xfrm flipH="1">
            <a:off x="7033793" y="4013339"/>
            <a:ext cx="3270971" cy="0"/>
          </a:xfrm>
          <a:prstGeom prst="line">
            <a:avLst/>
          </a:prstGeom>
          <a:ln w="28575">
            <a:solidFill>
              <a:srgbClr val="B98FFF"/>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E12DBFE7-67E9-BD70-0453-6DD0FCC9C1F4}"/>
              </a:ext>
            </a:extLst>
          </p:cNvPr>
          <p:cNvCxnSpPr>
            <a:cxnSpLocks/>
          </p:cNvCxnSpPr>
          <p:nvPr/>
        </p:nvCxnSpPr>
        <p:spPr>
          <a:xfrm flipH="1">
            <a:off x="945282" y="4807954"/>
            <a:ext cx="3270971" cy="0"/>
          </a:xfrm>
          <a:prstGeom prst="line">
            <a:avLst/>
          </a:prstGeom>
          <a:ln w="28575">
            <a:solidFill>
              <a:srgbClr val="4E2198"/>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BB9B7482-03EC-4DBC-274B-3C9F831F4E3A}"/>
              </a:ext>
            </a:extLst>
          </p:cNvPr>
          <p:cNvCxnSpPr>
            <a:cxnSpLocks/>
          </p:cNvCxnSpPr>
          <p:nvPr/>
        </p:nvCxnSpPr>
        <p:spPr>
          <a:xfrm flipH="1">
            <a:off x="8096785" y="5494615"/>
            <a:ext cx="3270971" cy="0"/>
          </a:xfrm>
          <a:prstGeom prst="line">
            <a:avLst/>
          </a:prstGeom>
          <a:ln w="28575">
            <a:solidFill>
              <a:srgbClr val="172B3C"/>
            </a:solidFill>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59667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IN" dirty="0" err="1"/>
              <a:t>Vercel</a:t>
            </a:r>
            <a:r>
              <a:rPr lang="en-IN" dirty="0"/>
              <a:t> for Quick Client Demo</a:t>
            </a:r>
            <a:endParaRPr lang="en-US" dirty="0"/>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What </a:t>
            </a:r>
            <a:r>
              <a:rPr lang="en-IN"/>
              <a:t>is </a:t>
            </a:r>
            <a:r>
              <a:rPr lang="en-IN" err="1"/>
              <a:t>Vercel</a:t>
            </a:r>
            <a:r>
              <a:rPr lang="en-IN"/>
              <a:t>?</a:t>
            </a:r>
            <a:endParaRPr lang="en-US"/>
          </a:p>
        </p:txBody>
      </p:sp>
      <p:sp>
        <p:nvSpPr>
          <p:cNvPr id="4" name="Text Placeholder 3"/>
          <p:cNvSpPr>
            <a:spLocks noGrp="1"/>
          </p:cNvSpPr>
          <p:nvPr>
            <p:ph type="body" sz="quarter" idx="15"/>
          </p:nvPr>
        </p:nvSpPr>
        <p:spPr/>
        <p:txBody>
          <a:bodyPr/>
          <a:lstStyle/>
          <a:p>
            <a:r>
              <a:rPr lang="en-GB" err="1"/>
              <a:t>Vercel</a:t>
            </a:r>
            <a:r>
              <a:rPr lang="en-GB"/>
              <a:t> is a platform for deploying the fastest Angular sites. You can deploy your site with zero configuration to the best frontend infrastructure.</a:t>
            </a:r>
          </a:p>
          <a:p>
            <a:pPr lvl="1"/>
            <a:r>
              <a:rPr lang="en-GB"/>
              <a:t>Develop: Build Angular sites that connect to your APIs, databases, and content management systems.</a:t>
            </a:r>
          </a:p>
          <a:p>
            <a:pPr lvl="1"/>
            <a:r>
              <a:rPr lang="en-GB"/>
              <a:t>Preview: Integrate with any GitHub, GitLab, or Bitbucket repository for instant continuous deployment.</a:t>
            </a:r>
            <a:endParaRPr lang="en-IN"/>
          </a:p>
          <a:p>
            <a:pPr lvl="1"/>
            <a:r>
              <a:rPr lang="en-GB"/>
              <a:t>Ship: Deploy your site to every edge node worldwide for the fastest Angular sites. Static files, Serverless and Edge Functions, and more.</a:t>
            </a:r>
          </a:p>
          <a:p>
            <a:r>
              <a:rPr lang="en-US"/>
              <a:t>Key Features</a:t>
            </a:r>
            <a:endParaRPr lang="en-US" b="1"/>
          </a:p>
          <a:p>
            <a:pPr lvl="1"/>
            <a:r>
              <a:rPr lang="en-GB"/>
              <a:t>Optimized for front-end frameworks (e.g., Angular, React, Next.js)</a:t>
            </a:r>
          </a:p>
          <a:p>
            <a:pPr lvl="1"/>
            <a:r>
              <a:rPr lang="en-IN"/>
              <a:t>Automatic deployments	</a:t>
            </a:r>
          </a:p>
          <a:p>
            <a:pPr lvl="1"/>
            <a:r>
              <a:rPr lang="en-IN"/>
              <a:t>Global CDN</a:t>
            </a:r>
          </a:p>
          <a:p>
            <a:pPr lvl="1"/>
            <a:r>
              <a:rPr lang="en-GB"/>
              <a:t>Easy integration with GitHub, GitLab, and Bitbucket</a:t>
            </a:r>
            <a:endParaRPr lang="en-GB" dirty="0"/>
          </a:p>
          <a:p>
            <a:pPr lvl="1"/>
            <a:r>
              <a:rPr lang="en-GB" dirty="0"/>
              <a:t>Serverless functions</a:t>
            </a:r>
            <a:endParaRPr lang="en-GB"/>
          </a:p>
          <a:p>
            <a:pPr marL="188913" lvl="1" indent="0">
              <a:buNone/>
            </a:pPr>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pic>
        <p:nvPicPr>
          <p:cNvPr id="1026" name="Picture 2">
            <a:extLst>
              <a:ext uri="{FF2B5EF4-FFF2-40B4-BE49-F238E27FC236}">
                <a16:creationId xmlns:a16="http://schemas.microsoft.com/office/drawing/2014/main" id="{31DF0790-3209-5528-4962-620B5158AF0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14032" y="3419599"/>
            <a:ext cx="3838575" cy="2725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2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IN"/>
              <a:t>Why Consider </a:t>
            </a:r>
            <a:r>
              <a:rPr lang="en-IN" err="1"/>
              <a:t>Vercel</a:t>
            </a:r>
            <a:r>
              <a:rPr lang="en-IN"/>
              <a:t> for Demos?</a:t>
            </a:r>
            <a:endParaRPr lang="en-US"/>
          </a:p>
        </p:txBody>
      </p:sp>
      <p:sp>
        <p:nvSpPr>
          <p:cNvPr id="4" name="Text Placeholder 3"/>
          <p:cNvSpPr>
            <a:spLocks noGrp="1"/>
          </p:cNvSpPr>
          <p:nvPr>
            <p:ph type="body" sz="quarter" idx="15"/>
          </p:nvPr>
        </p:nvSpPr>
        <p:spPr/>
        <p:txBody>
          <a:bodyPr/>
          <a:lstStyle/>
          <a:p>
            <a:r>
              <a:rPr lang="en-IN"/>
              <a:t>Speed and Simplicity</a:t>
            </a:r>
          </a:p>
          <a:p>
            <a:pPr lvl="1"/>
            <a:r>
              <a:rPr lang="en-GB"/>
              <a:t>Faster deployment process for front-end applications</a:t>
            </a:r>
          </a:p>
          <a:p>
            <a:pPr lvl="1"/>
            <a:r>
              <a:rPr lang="en-IN"/>
              <a:t>Minimal configuration required</a:t>
            </a:r>
          </a:p>
          <a:p>
            <a:pPr lvl="1"/>
            <a:r>
              <a:rPr lang="en-GB" err="1"/>
              <a:t>Vercel</a:t>
            </a:r>
            <a:r>
              <a:rPr lang="en-GB"/>
              <a:t> automatically detects the framework</a:t>
            </a:r>
            <a:endParaRPr lang="en-IN"/>
          </a:p>
          <a:p>
            <a:pPr lvl="1"/>
            <a:r>
              <a:rPr lang="en-GB" err="1"/>
              <a:t>Vercel</a:t>
            </a:r>
            <a:r>
              <a:rPr lang="en-GB"/>
              <a:t> uses its global edge network to serve your content, providing fast load </a:t>
            </a:r>
            <a:endParaRPr lang="en-IN"/>
          </a:p>
          <a:p>
            <a:r>
              <a:rPr lang="en-IN"/>
              <a:t>Performance</a:t>
            </a:r>
          </a:p>
          <a:p>
            <a:pPr lvl="1"/>
            <a:r>
              <a:rPr lang="en-GB" err="1"/>
              <a:t>Vercel’s</a:t>
            </a:r>
            <a:r>
              <a:rPr lang="en-GB"/>
              <a:t> global CDN ensures fast load times</a:t>
            </a:r>
          </a:p>
          <a:p>
            <a:r>
              <a:rPr lang="en-IN"/>
              <a:t>Ease of Use</a:t>
            </a:r>
          </a:p>
          <a:p>
            <a:pPr lvl="1"/>
            <a:r>
              <a:rPr lang="en-GB"/>
              <a:t>Intuitive interface and CLI for quick setup</a:t>
            </a:r>
            <a:endParaRPr lang="en-IN"/>
          </a:p>
          <a:p>
            <a:pPr marL="188913" lvl="1" indent="0">
              <a:buNone/>
            </a:pPr>
            <a:endParaRPr lang="en-IN"/>
          </a:p>
          <a:p>
            <a:pPr marL="188913" lvl="1" indent="0">
              <a:buNone/>
            </a:pPr>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pic>
        <p:nvPicPr>
          <p:cNvPr id="2052" name="Picture 4" descr="Environment Variables UI – Vercel">
            <a:extLst>
              <a:ext uri="{FF2B5EF4-FFF2-40B4-BE49-F238E27FC236}">
                <a16:creationId xmlns:a16="http://schemas.microsoft.com/office/drawing/2014/main" id="{DD0C1379-264E-8ABF-DF09-031553B5BEB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97368" y="550905"/>
            <a:ext cx="3805656" cy="30304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AD528F0-A307-A065-BD29-F5E9427175A1}"/>
              </a:ext>
            </a:extLst>
          </p:cNvPr>
          <p:cNvSpPr txBox="1"/>
          <p:nvPr/>
        </p:nvSpPr>
        <p:spPr>
          <a:xfrm>
            <a:off x="8171688" y="3252619"/>
            <a:ext cx="3605784" cy="320420"/>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1200" b="0" i="0" u="none" strike="noStrike" kern="1200" cap="none" spc="0" normalizeH="0" baseline="0" noProof="0">
                <a:ln>
                  <a:noFill/>
                </a:ln>
                <a:solidFill>
                  <a:srgbClr val="304659"/>
                </a:solidFill>
                <a:effectLst/>
                <a:uLnTx/>
                <a:uFillTx/>
                <a:latin typeface="Calibri" panose="020F0502020204030204"/>
                <a:ea typeface="+mn-ea"/>
                <a:cs typeface="+mn-cs"/>
              </a:rPr>
              <a:t>Managing Environment Variables for Client Demos</a:t>
            </a:r>
            <a:endParaRPr kumimoji="0" lang="en-IN" sz="12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AutoShape 8" descr="Dashboard redesign – Vercel">
            <a:extLst>
              <a:ext uri="{FF2B5EF4-FFF2-40B4-BE49-F238E27FC236}">
                <a16:creationId xmlns:a16="http://schemas.microsoft.com/office/drawing/2014/main" id="{0683B813-DFD4-5E3D-8547-D03621F5B5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304659"/>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CB66818-333F-2777-A5D1-3BC2168CADD4}"/>
              </a:ext>
            </a:extLst>
          </p:cNvPr>
          <p:cNvSpPr txBox="1"/>
          <p:nvPr/>
        </p:nvSpPr>
        <p:spPr>
          <a:xfrm>
            <a:off x="5293501" y="6111331"/>
            <a:ext cx="3605784" cy="320420"/>
          </a:xfrm>
          <a:prstGeom prst="rect">
            <a:avLst/>
          </a:prstGeom>
          <a:noFill/>
        </p:spPr>
        <p:txBody>
          <a:bodyPr wrap="square" rtlCol="0">
            <a:noAutofit/>
          </a:bodyPr>
          <a:lstStyle/>
          <a:p>
            <a:pPr marL="3175" marR="0" lvl="0" indent="0" algn="ctr"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1200" b="0" i="0" u="none" strike="noStrike" kern="1200" cap="none" spc="0" normalizeH="0" baseline="0" noProof="0" err="1">
                <a:ln>
                  <a:noFill/>
                </a:ln>
                <a:solidFill>
                  <a:srgbClr val="002240"/>
                </a:solidFill>
                <a:effectLst/>
                <a:uLnTx/>
                <a:uFillTx/>
                <a:latin typeface="Calibri" panose="020F0502020204030204"/>
                <a:ea typeface="+mn-ea"/>
                <a:cs typeface="Tahoma" pitchFamily="34" charset="0"/>
              </a:rPr>
              <a:t>Vercel</a:t>
            </a:r>
            <a:r>
              <a:rPr kumimoji="0" lang="en-IN" sz="1200" b="0" i="0" u="none" strike="noStrike" kern="1200" cap="none" spc="0" normalizeH="0" baseline="0" noProof="0">
                <a:ln>
                  <a:noFill/>
                </a:ln>
                <a:solidFill>
                  <a:srgbClr val="002240"/>
                </a:solidFill>
                <a:effectLst/>
                <a:uLnTx/>
                <a:uFillTx/>
                <a:latin typeface="Calibri" panose="020F0502020204030204"/>
                <a:ea typeface="+mn-ea"/>
                <a:cs typeface="Tahoma" pitchFamily="34" charset="0"/>
              </a:rPr>
              <a:t> Interface for deploying and managing the applications</a:t>
            </a:r>
          </a:p>
        </p:txBody>
      </p:sp>
      <p:pic>
        <p:nvPicPr>
          <p:cNvPr id="2060" name="Picture 12">
            <a:extLst>
              <a:ext uri="{FF2B5EF4-FFF2-40B4-BE49-F238E27FC236}">
                <a16:creationId xmlns:a16="http://schemas.microsoft.com/office/drawing/2014/main" id="{993DF20F-28BD-D720-E059-EE8EEE59222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0050"/>
          <a:stretch/>
        </p:blipFill>
        <p:spPr bwMode="auto">
          <a:xfrm>
            <a:off x="4796408" y="4008348"/>
            <a:ext cx="5450494" cy="2046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13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462A7B4-3D12-40C8-4E43-BB6A080CC4C4}"/>
              </a:ext>
            </a:extLst>
          </p:cNvPr>
          <p:cNvSpPr txBox="1"/>
          <p:nvPr/>
        </p:nvSpPr>
        <p:spPr>
          <a:xfrm>
            <a:off x="1007364" y="448056"/>
            <a:ext cx="10177272" cy="617883"/>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2000" b="0" i="0" u="none" strike="noStrike" kern="1200" cap="none" spc="0" normalizeH="0" baseline="0" noProof="0" dirty="0">
                <a:ln>
                  <a:noFill/>
                </a:ln>
                <a:solidFill>
                  <a:srgbClr val="304659"/>
                </a:solidFill>
                <a:effectLst/>
                <a:uLnTx/>
                <a:uFillTx/>
                <a:latin typeface="Calibri" panose="020F0502020204030204"/>
                <a:ea typeface="+mn-ea"/>
                <a:cs typeface="+mn-cs"/>
              </a:rPr>
              <a:t>Key Features Comparison: </a:t>
            </a:r>
            <a:r>
              <a:rPr kumimoji="0" lang="en-IN" sz="2000" b="0" i="0" u="none" strike="noStrike" kern="1200" cap="none" spc="0" normalizeH="0" baseline="0" noProof="0" dirty="0" err="1">
                <a:ln>
                  <a:noFill/>
                </a:ln>
                <a:solidFill>
                  <a:srgbClr val="304659"/>
                </a:solidFill>
                <a:effectLst/>
                <a:uLnTx/>
                <a:uFillTx/>
                <a:latin typeface="Calibri" panose="020F0502020204030204"/>
                <a:ea typeface="+mn-ea"/>
                <a:cs typeface="+mn-cs"/>
              </a:rPr>
              <a:t>Vercel</a:t>
            </a:r>
            <a:r>
              <a:rPr kumimoji="0" lang="en-IN" sz="2000" b="0" i="0" u="none" strike="noStrike" kern="1200" cap="none" spc="0" normalizeH="0" baseline="0" noProof="0" dirty="0">
                <a:ln>
                  <a:noFill/>
                </a:ln>
                <a:solidFill>
                  <a:srgbClr val="304659"/>
                </a:solidFill>
                <a:effectLst/>
                <a:uLnTx/>
                <a:uFillTx/>
                <a:latin typeface="Calibri" panose="020F0502020204030204"/>
                <a:ea typeface="+mn-ea"/>
                <a:cs typeface="+mn-cs"/>
              </a:rPr>
              <a:t> vs. Azure App Services for Quick Client Demos</a:t>
            </a:r>
            <a:endPar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pic>
        <p:nvPicPr>
          <p:cNvPr id="12" name="Picture 11">
            <a:extLst>
              <a:ext uri="{FF2B5EF4-FFF2-40B4-BE49-F238E27FC236}">
                <a16:creationId xmlns:a16="http://schemas.microsoft.com/office/drawing/2014/main" id="{D382B791-26B8-1318-7974-31FACAF0E596}"/>
              </a:ext>
            </a:extLst>
          </p:cNvPr>
          <p:cNvPicPr>
            <a:picLocks noChangeAspect="1"/>
          </p:cNvPicPr>
          <p:nvPr/>
        </p:nvPicPr>
        <p:blipFill>
          <a:blip r:embed="rId2"/>
          <a:stretch>
            <a:fillRect/>
          </a:stretch>
        </p:blipFill>
        <p:spPr>
          <a:xfrm>
            <a:off x="1188687" y="1065939"/>
            <a:ext cx="9814625" cy="5062179"/>
          </a:xfrm>
          <a:prstGeom prst="rect">
            <a:avLst/>
          </a:prstGeom>
        </p:spPr>
      </p:pic>
    </p:spTree>
    <p:extLst>
      <p:ext uri="{BB962C8B-B14F-4D97-AF65-F5344CB8AC3E}">
        <p14:creationId xmlns:p14="http://schemas.microsoft.com/office/powerpoint/2010/main" val="1703783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IN"/>
              <a:t>Deployment Workflow on </a:t>
            </a:r>
            <a:r>
              <a:rPr lang="en-IN" err="1"/>
              <a:t>Vercel</a:t>
            </a:r>
            <a:endParaRPr lang="en-US"/>
          </a:p>
        </p:txBody>
      </p:sp>
      <p:sp>
        <p:nvSpPr>
          <p:cNvPr id="4" name="Text Placeholder 3"/>
          <p:cNvSpPr>
            <a:spLocks noGrp="1"/>
          </p:cNvSpPr>
          <p:nvPr>
            <p:ph type="body" sz="quarter" idx="15"/>
          </p:nvPr>
        </p:nvSpPr>
        <p:spPr/>
        <p:txBody>
          <a:bodyPr/>
          <a:lstStyle/>
          <a:p>
            <a:r>
              <a:rPr lang="en-IN"/>
              <a:t>Frontend (Angular on </a:t>
            </a:r>
            <a:r>
              <a:rPr lang="en-IN" err="1"/>
              <a:t>Vercel</a:t>
            </a:r>
            <a:r>
              <a:rPr lang="en-IN"/>
              <a:t>)</a:t>
            </a:r>
          </a:p>
          <a:p>
            <a:pPr lvl="1"/>
            <a:r>
              <a:rPr lang="en-GB"/>
              <a:t>Build Angular app: ng build –prod</a:t>
            </a:r>
          </a:p>
          <a:p>
            <a:pPr lvl="1"/>
            <a:r>
              <a:rPr lang="en-GB"/>
              <a:t>Deploy to </a:t>
            </a:r>
            <a:r>
              <a:rPr lang="en-GB" err="1"/>
              <a:t>Vercel</a:t>
            </a:r>
            <a:r>
              <a:rPr lang="en-GB"/>
              <a:t> using </a:t>
            </a:r>
            <a:r>
              <a:rPr lang="en-GB" err="1"/>
              <a:t>Vercel</a:t>
            </a:r>
            <a:r>
              <a:rPr lang="en-GB"/>
              <a:t> CLI or Git integration</a:t>
            </a:r>
          </a:p>
          <a:p>
            <a:pPr lvl="1"/>
            <a:r>
              <a:rPr lang="en-GB"/>
              <a:t>Log in to </a:t>
            </a:r>
            <a:r>
              <a:rPr lang="en-GB" err="1"/>
              <a:t>Vercel</a:t>
            </a:r>
            <a:r>
              <a:rPr lang="en-GB"/>
              <a:t> and connect your GitHub account.</a:t>
            </a:r>
          </a:p>
          <a:p>
            <a:pPr lvl="1"/>
            <a:r>
              <a:rPr lang="en-GB"/>
              <a:t>Import your </a:t>
            </a:r>
            <a:r>
              <a:rPr lang="en-GB" dirty="0"/>
              <a:t>angular</a:t>
            </a:r>
            <a:r>
              <a:rPr lang="en-GB"/>
              <a:t> repository.</a:t>
            </a:r>
          </a:p>
          <a:p>
            <a:pPr lvl="1"/>
            <a:r>
              <a:rPr lang="en-GB" err="1"/>
              <a:t>Vercel</a:t>
            </a:r>
            <a:r>
              <a:rPr lang="en-GB"/>
              <a:t> detects it’s an Angular app and sets up the build command </a:t>
            </a:r>
          </a:p>
          <a:p>
            <a:pPr lvl="1"/>
            <a:r>
              <a:rPr lang="en-GB"/>
              <a:t>Click "Deploy".</a:t>
            </a:r>
            <a:endParaRPr lang="en-IN"/>
          </a:p>
          <a:p>
            <a:pPr marL="188913" lvl="1" indent="0">
              <a:buNone/>
            </a:pPr>
            <a:r>
              <a:rPr lang="en-IN"/>
              <a:t>	</a:t>
            </a:r>
          </a:p>
          <a:p>
            <a:r>
              <a:rPr lang="en-GB"/>
              <a:t>Backend APIs on Azure App Services</a:t>
            </a:r>
            <a:endParaRPr lang="en-IN"/>
          </a:p>
          <a:p>
            <a:pPr lvl="1"/>
            <a:r>
              <a:rPr lang="en-GB"/>
              <a:t>Keep backend as-is on Azure</a:t>
            </a:r>
          </a:p>
          <a:p>
            <a:pPr lvl="1"/>
            <a:r>
              <a:rPr lang="en-IN"/>
              <a:t>Configure CORS for frontend integration</a:t>
            </a:r>
          </a:p>
          <a:p>
            <a:pPr marL="188913" lvl="1" indent="0">
              <a:buNone/>
            </a:pPr>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pic>
        <p:nvPicPr>
          <p:cNvPr id="10" name="Picture 9">
            <a:extLst>
              <a:ext uri="{FF2B5EF4-FFF2-40B4-BE49-F238E27FC236}">
                <a16:creationId xmlns:a16="http://schemas.microsoft.com/office/drawing/2014/main" id="{464C2F27-0BCC-B528-9327-C58221777D93}"/>
              </a:ext>
            </a:extLst>
          </p:cNvPr>
          <p:cNvPicPr>
            <a:picLocks noChangeAspect="1"/>
          </p:cNvPicPr>
          <p:nvPr/>
        </p:nvPicPr>
        <p:blipFill>
          <a:blip r:embed="rId5"/>
          <a:stretch>
            <a:fillRect/>
          </a:stretch>
        </p:blipFill>
        <p:spPr>
          <a:xfrm>
            <a:off x="6822512" y="3527400"/>
            <a:ext cx="4133955" cy="1969499"/>
          </a:xfrm>
          <a:prstGeom prst="rect">
            <a:avLst/>
          </a:prstGeom>
        </p:spPr>
      </p:pic>
      <p:sp>
        <p:nvSpPr>
          <p:cNvPr id="11" name="TextBox 10">
            <a:extLst>
              <a:ext uri="{FF2B5EF4-FFF2-40B4-BE49-F238E27FC236}">
                <a16:creationId xmlns:a16="http://schemas.microsoft.com/office/drawing/2014/main" id="{DA2BD0C6-EA7B-2F50-8C3F-5B66171B3738}"/>
              </a:ext>
            </a:extLst>
          </p:cNvPr>
          <p:cNvSpPr txBox="1"/>
          <p:nvPr/>
        </p:nvSpPr>
        <p:spPr>
          <a:xfrm>
            <a:off x="7571233" y="5581291"/>
            <a:ext cx="2816351" cy="323871"/>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1400" b="0" i="0" u="none" strike="noStrike" kern="1200" cap="none" spc="0" normalizeH="0" baseline="0" noProof="0">
                <a:ln>
                  <a:noFill/>
                </a:ln>
                <a:solidFill>
                  <a:srgbClr val="002240"/>
                </a:solidFill>
                <a:effectLst/>
                <a:uLnTx/>
                <a:uFillTx/>
                <a:latin typeface="Calibri" panose="020F0502020204030204"/>
                <a:ea typeface="+mn-ea"/>
                <a:cs typeface="Tahoma" pitchFamily="34" charset="0"/>
              </a:rPr>
              <a:t>Deployment through GIT integration</a:t>
            </a:r>
          </a:p>
        </p:txBody>
      </p:sp>
      <p:pic>
        <p:nvPicPr>
          <p:cNvPr id="3076" name="Picture 4" descr="Vercel CLI v28 is now available – Vercel">
            <a:extLst>
              <a:ext uri="{FF2B5EF4-FFF2-40B4-BE49-F238E27FC236}">
                <a16:creationId xmlns:a16="http://schemas.microsoft.com/office/drawing/2014/main" id="{E4A65942-9DF8-E233-77DF-A8972990891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58356" y="850386"/>
            <a:ext cx="4642103" cy="196949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9E2D4DE-6353-480C-C4CA-196BFE5D6AE6}"/>
              </a:ext>
            </a:extLst>
          </p:cNvPr>
          <p:cNvSpPr txBox="1"/>
          <p:nvPr/>
        </p:nvSpPr>
        <p:spPr>
          <a:xfrm>
            <a:off x="7481315" y="2904277"/>
            <a:ext cx="2816351" cy="323871"/>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1400" b="0" i="0" u="none" strike="noStrike" kern="1200" cap="none" spc="0" normalizeH="0" baseline="0" noProof="0">
                <a:ln>
                  <a:noFill/>
                </a:ln>
                <a:solidFill>
                  <a:srgbClr val="002240"/>
                </a:solidFill>
                <a:effectLst/>
                <a:uLnTx/>
                <a:uFillTx/>
                <a:latin typeface="Calibri" panose="020F0502020204030204"/>
                <a:ea typeface="+mn-ea"/>
                <a:cs typeface="Tahoma" pitchFamily="34" charset="0"/>
              </a:rPr>
              <a:t>Deployment through </a:t>
            </a:r>
            <a:r>
              <a:rPr kumimoji="0" lang="en-IN" sz="1400" b="0" i="0" u="none" strike="noStrike" kern="1200" cap="none" spc="0" normalizeH="0" baseline="0" noProof="0" err="1">
                <a:ln>
                  <a:noFill/>
                </a:ln>
                <a:solidFill>
                  <a:srgbClr val="002240"/>
                </a:solidFill>
                <a:effectLst/>
                <a:uLnTx/>
                <a:uFillTx/>
                <a:latin typeface="Calibri" panose="020F0502020204030204"/>
                <a:ea typeface="+mn-ea"/>
                <a:cs typeface="Tahoma" pitchFamily="34" charset="0"/>
              </a:rPr>
              <a:t>Vercel</a:t>
            </a:r>
            <a:r>
              <a:rPr kumimoji="0" lang="en-IN" sz="1400" b="0" i="0" u="none" strike="noStrike" kern="1200" cap="none" spc="0" normalizeH="0" baseline="0" noProof="0">
                <a:ln>
                  <a:noFill/>
                </a:ln>
                <a:solidFill>
                  <a:srgbClr val="002240"/>
                </a:solidFill>
                <a:effectLst/>
                <a:uLnTx/>
                <a:uFillTx/>
                <a:latin typeface="Calibri" panose="020F0502020204030204"/>
                <a:ea typeface="+mn-ea"/>
                <a:cs typeface="Tahoma" pitchFamily="34" charset="0"/>
              </a:rPr>
              <a:t> CLI</a:t>
            </a:r>
          </a:p>
        </p:txBody>
      </p:sp>
    </p:spTree>
    <p:extLst>
      <p:ext uri="{BB962C8B-B14F-4D97-AF65-F5344CB8AC3E}">
        <p14:creationId xmlns:p14="http://schemas.microsoft.com/office/powerpoint/2010/main" val="1488024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462A7B4-3D12-40C8-4E43-BB6A080CC4C4}"/>
              </a:ext>
            </a:extLst>
          </p:cNvPr>
          <p:cNvSpPr txBox="1"/>
          <p:nvPr/>
        </p:nvSpPr>
        <p:spPr>
          <a:xfrm>
            <a:off x="1748028" y="601483"/>
            <a:ext cx="10177272" cy="617883"/>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2000" b="0" i="0" u="none" strike="noStrike" kern="1200" cap="none" spc="0" normalizeH="0" baseline="0" noProof="0" dirty="0" err="1">
                <a:ln>
                  <a:noFill/>
                </a:ln>
                <a:solidFill>
                  <a:srgbClr val="304659"/>
                </a:solidFill>
                <a:effectLst/>
                <a:uLnTx/>
                <a:uFillTx/>
                <a:latin typeface="Calibri" panose="020F0502020204030204"/>
                <a:ea typeface="+mn-ea"/>
                <a:cs typeface="+mn-cs"/>
              </a:rPr>
              <a:t>Vercel</a:t>
            </a:r>
            <a:r>
              <a:rPr kumimoji="0" lang="en-IN" sz="2000" b="0" i="0" u="none" strike="noStrike" kern="1200" cap="none" spc="0" normalizeH="0" baseline="0" noProof="0" dirty="0">
                <a:ln>
                  <a:noFill/>
                </a:ln>
                <a:solidFill>
                  <a:srgbClr val="304659"/>
                </a:solidFill>
                <a:effectLst/>
                <a:uLnTx/>
                <a:uFillTx/>
                <a:latin typeface="Calibri" panose="020F0502020204030204"/>
                <a:ea typeface="+mn-ea"/>
                <a:cs typeface="+mn-cs"/>
              </a:rPr>
              <a:t> Pricing Overview</a:t>
            </a:r>
            <a:endPar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pic>
        <p:nvPicPr>
          <p:cNvPr id="3" name="Picture 2">
            <a:extLst>
              <a:ext uri="{FF2B5EF4-FFF2-40B4-BE49-F238E27FC236}">
                <a16:creationId xmlns:a16="http://schemas.microsoft.com/office/drawing/2014/main" id="{A5FE315D-8847-6012-A067-B1377DE516E0}"/>
              </a:ext>
            </a:extLst>
          </p:cNvPr>
          <p:cNvPicPr>
            <a:picLocks noChangeAspect="1"/>
          </p:cNvPicPr>
          <p:nvPr/>
        </p:nvPicPr>
        <p:blipFill>
          <a:blip r:embed="rId2"/>
          <a:stretch>
            <a:fillRect/>
          </a:stretch>
        </p:blipFill>
        <p:spPr>
          <a:xfrm>
            <a:off x="2214372" y="1065939"/>
            <a:ext cx="7395972" cy="4881636"/>
          </a:xfrm>
          <a:prstGeom prst="rect">
            <a:avLst/>
          </a:prstGeom>
        </p:spPr>
      </p:pic>
    </p:spTree>
    <p:extLst>
      <p:ext uri="{BB962C8B-B14F-4D97-AF65-F5344CB8AC3E}">
        <p14:creationId xmlns:p14="http://schemas.microsoft.com/office/powerpoint/2010/main" val="3627722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462A7B4-3D12-40C8-4E43-BB6A080CC4C4}"/>
              </a:ext>
            </a:extLst>
          </p:cNvPr>
          <p:cNvSpPr txBox="1"/>
          <p:nvPr/>
        </p:nvSpPr>
        <p:spPr>
          <a:xfrm>
            <a:off x="1748028" y="601483"/>
            <a:ext cx="10177272" cy="617883"/>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2000" b="0" i="0" u="none" strike="noStrike" kern="1200" cap="none" spc="0" normalizeH="0" baseline="0" noProof="0" dirty="0" err="1">
                <a:ln>
                  <a:noFill/>
                </a:ln>
                <a:solidFill>
                  <a:srgbClr val="304659"/>
                </a:solidFill>
                <a:effectLst/>
                <a:uLnTx/>
                <a:uFillTx/>
                <a:latin typeface="Calibri" panose="020F0502020204030204"/>
                <a:ea typeface="+mn-ea"/>
                <a:cs typeface="+mn-cs"/>
              </a:rPr>
              <a:t>Vercel</a:t>
            </a:r>
            <a:r>
              <a:rPr kumimoji="0" lang="en-IN" sz="2000" b="0" i="0" u="none" strike="noStrike" kern="1200" cap="none" spc="0" normalizeH="0" baseline="0" noProof="0" dirty="0">
                <a:ln>
                  <a:noFill/>
                </a:ln>
                <a:solidFill>
                  <a:srgbClr val="304659"/>
                </a:solidFill>
                <a:effectLst/>
                <a:uLnTx/>
                <a:uFillTx/>
                <a:latin typeface="Calibri" panose="020F0502020204030204"/>
                <a:ea typeface="+mn-ea"/>
                <a:cs typeface="+mn-cs"/>
              </a:rPr>
              <a:t> Pricing vs Azure Pricing</a:t>
            </a:r>
            <a:endPar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pic>
        <p:nvPicPr>
          <p:cNvPr id="4" name="Picture 3">
            <a:extLst>
              <a:ext uri="{FF2B5EF4-FFF2-40B4-BE49-F238E27FC236}">
                <a16:creationId xmlns:a16="http://schemas.microsoft.com/office/drawing/2014/main" id="{74F6B0E2-9DB4-A7FF-1F0D-D7CC2DBFA213}"/>
              </a:ext>
            </a:extLst>
          </p:cNvPr>
          <p:cNvPicPr>
            <a:picLocks noChangeAspect="1"/>
          </p:cNvPicPr>
          <p:nvPr/>
        </p:nvPicPr>
        <p:blipFill>
          <a:blip r:embed="rId2"/>
          <a:stretch>
            <a:fillRect/>
          </a:stretch>
        </p:blipFill>
        <p:spPr>
          <a:xfrm>
            <a:off x="1679149" y="1243104"/>
            <a:ext cx="8623726" cy="5013413"/>
          </a:xfrm>
          <a:prstGeom prst="rect">
            <a:avLst/>
          </a:prstGeom>
        </p:spPr>
      </p:pic>
    </p:spTree>
    <p:extLst>
      <p:ext uri="{BB962C8B-B14F-4D97-AF65-F5344CB8AC3E}">
        <p14:creationId xmlns:p14="http://schemas.microsoft.com/office/powerpoint/2010/main" val="2259568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648E80-9F07-499A-4272-BB66AE817981}"/>
              </a:ext>
            </a:extLst>
          </p:cNvPr>
          <p:cNvSpPr>
            <a:spLocks noGrp="1"/>
          </p:cNvSpPr>
          <p:nvPr>
            <p:ph sz="quarter" idx="15"/>
          </p:nvPr>
        </p:nvSpPr>
        <p:spPr/>
        <p:txBody>
          <a:bodyPr/>
          <a:lstStyle/>
          <a:p>
            <a:endParaRPr lang="en-US"/>
          </a:p>
        </p:txBody>
      </p:sp>
      <p:sp>
        <p:nvSpPr>
          <p:cNvPr id="3" name="Title 2">
            <a:extLst>
              <a:ext uri="{FF2B5EF4-FFF2-40B4-BE49-F238E27FC236}">
                <a16:creationId xmlns:a16="http://schemas.microsoft.com/office/drawing/2014/main" id="{55DB3340-3AB4-3666-32A3-991DCBBBC6A9}"/>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7528348-26DC-548B-9491-8C36878BC697}"/>
              </a:ext>
            </a:extLst>
          </p:cNvPr>
          <p:cNvSpPr>
            <a:spLocks noGrp="1"/>
          </p:cNvSpPr>
          <p:nvPr>
            <p:ph sz="quarter" idx="16"/>
          </p:nvPr>
        </p:nvSpPr>
        <p:spPr/>
        <p:txBody>
          <a:bodyPr/>
          <a:lstStyle/>
          <a:p>
            <a:endParaRPr lang="en-US"/>
          </a:p>
        </p:txBody>
      </p:sp>
      <p:sp>
        <p:nvSpPr>
          <p:cNvPr id="5" name="Text Placeholder 4">
            <a:extLst>
              <a:ext uri="{FF2B5EF4-FFF2-40B4-BE49-F238E27FC236}">
                <a16:creationId xmlns:a16="http://schemas.microsoft.com/office/drawing/2014/main" id="{200FCFB5-AE7D-BC88-2EE1-9EC5ADC390B6}"/>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07709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GENERATIVE AI</a:t>
            </a:r>
          </a:p>
        </p:txBody>
      </p:sp>
      <p:sp>
        <p:nvSpPr>
          <p:cNvPr id="4" name="Text Placeholder 3"/>
          <p:cNvSpPr>
            <a:spLocks noGrp="1"/>
          </p:cNvSpPr>
          <p:nvPr>
            <p:ph type="body" sz="quarter" idx="13"/>
          </p:nvPr>
        </p:nvSpPr>
        <p:spPr>
          <a:xfrm>
            <a:off x="1993392" y="5406888"/>
            <a:ext cx="4876800" cy="304800"/>
          </a:xfrm>
        </p:spPr>
        <p:txBody>
          <a:bodyPr/>
          <a:lstStyle/>
          <a:p>
            <a:r>
              <a:rPr lang="en-US" dirty="0"/>
              <a:t>July, 2024</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961005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D79626-A4E3-B241-A51C-FDA1C09B28DC}"/>
              </a:ext>
            </a:extLst>
          </p:cNvPr>
          <p:cNvSpPr>
            <a:spLocks noGrp="1"/>
          </p:cNvSpPr>
          <p:nvPr>
            <p:ph type="body" sz="quarter" idx="10"/>
          </p:nvPr>
        </p:nvSpPr>
        <p:spPr>
          <a:xfrm>
            <a:off x="609600" y="1097280"/>
            <a:ext cx="11414760" cy="5227320"/>
          </a:xfrm>
        </p:spPr>
        <p:txBody>
          <a:bodyPr/>
          <a:lstStyle/>
          <a:p>
            <a:pPr marL="460375" indent="-457200">
              <a:buFont typeface="+mj-lt"/>
              <a:buAutoNum type="arabicPeriod"/>
            </a:pPr>
            <a:r>
              <a:rPr lang="en-US" b="1" dirty="0"/>
              <a:t>GPT-4                                                                      KEY CONCEPTS USED</a:t>
            </a:r>
          </a:p>
          <a:p>
            <a:pPr marL="460375" indent="-457200">
              <a:buFont typeface="+mj-lt"/>
              <a:buAutoNum type="arabicPeriod"/>
            </a:pPr>
            <a:r>
              <a:rPr lang="en-US" b="1" dirty="0"/>
              <a:t>ChatGPT</a:t>
            </a:r>
          </a:p>
          <a:p>
            <a:pPr marL="460375" indent="-457200">
              <a:buFont typeface="+mj-lt"/>
              <a:buAutoNum type="arabicPeriod"/>
            </a:pPr>
            <a:r>
              <a:rPr lang="en-US" b="1" dirty="0"/>
              <a:t>Alpha Code                                                             </a:t>
            </a:r>
          </a:p>
          <a:p>
            <a:pPr marL="460375" indent="-457200">
              <a:buFont typeface="+mj-lt"/>
              <a:buAutoNum type="arabicPeriod"/>
            </a:pPr>
            <a:r>
              <a:rPr lang="en-US" b="1" dirty="0"/>
              <a:t>GitHub Copilot                                                         </a:t>
            </a:r>
          </a:p>
          <a:p>
            <a:pPr marL="460375" indent="-457200">
              <a:buFont typeface="+mj-lt"/>
              <a:buAutoNum type="arabicPeriod"/>
            </a:pPr>
            <a:r>
              <a:rPr lang="en-US" b="1" dirty="0"/>
              <a:t>Bard(GEMINI AI)</a:t>
            </a:r>
          </a:p>
          <a:p>
            <a:pPr marL="460375" indent="-457200">
              <a:buFont typeface="+mj-lt"/>
              <a:buAutoNum type="arabicPeriod"/>
            </a:pPr>
            <a:r>
              <a:rPr lang="en-US" b="1" dirty="0"/>
              <a:t>Claude</a:t>
            </a:r>
          </a:p>
          <a:p>
            <a:pPr marL="460375" indent="-457200">
              <a:buFont typeface="+mj-lt"/>
              <a:buAutoNum type="arabicPeriod"/>
            </a:pPr>
            <a:r>
              <a:rPr lang="en-US" b="1" dirty="0"/>
              <a:t>Perplexity.ai</a:t>
            </a:r>
          </a:p>
          <a:p>
            <a:pPr marL="460375" indent="-457200">
              <a:buFont typeface="+mj-lt"/>
              <a:buAutoNum type="arabicPeriod"/>
            </a:pPr>
            <a:r>
              <a:rPr lang="en-US" b="1" dirty="0"/>
              <a:t>DALL – E2</a:t>
            </a:r>
          </a:p>
          <a:p>
            <a:pPr marL="3175" indent="0">
              <a:buNone/>
            </a:pPr>
            <a:r>
              <a:rPr lang="en-US" b="1" dirty="0"/>
              <a:t>**(</a:t>
            </a:r>
            <a:r>
              <a:rPr lang="en-US" b="1" dirty="0" err="1"/>
              <a:t>Phind</a:t>
            </a:r>
            <a:r>
              <a:rPr lang="en-US" b="1" dirty="0"/>
              <a:t> AI) – Used for coding</a:t>
            </a:r>
          </a:p>
        </p:txBody>
      </p:sp>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sz="2000" b="1" dirty="0">
                <a:solidFill>
                  <a:schemeClr val="bg2">
                    <a:lumMod val="10000"/>
                  </a:schemeClr>
                </a:solidFill>
              </a:rPr>
              <a:t>FEW TOP GENERATIVE AI TOOLS</a:t>
            </a:r>
          </a:p>
        </p:txBody>
      </p:sp>
      <p:sp>
        <p:nvSpPr>
          <p:cNvPr id="9" name="Callout: Right Arrow 8">
            <a:extLst>
              <a:ext uri="{FF2B5EF4-FFF2-40B4-BE49-F238E27FC236}">
                <a16:creationId xmlns:a16="http://schemas.microsoft.com/office/drawing/2014/main" id="{F897FE1D-D165-730A-365C-E4F5ADC696B9}"/>
              </a:ext>
            </a:extLst>
          </p:cNvPr>
          <p:cNvSpPr/>
          <p:nvPr/>
        </p:nvSpPr>
        <p:spPr>
          <a:xfrm>
            <a:off x="4140708" y="1243584"/>
            <a:ext cx="832104" cy="4937760"/>
          </a:xfrm>
          <a:prstGeom prst="rightArrowCallou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CEE0C2A-226C-91C5-A610-F3AD4DE2ECA2}"/>
              </a:ext>
            </a:extLst>
          </p:cNvPr>
          <p:cNvSpPr txBox="1"/>
          <p:nvPr/>
        </p:nvSpPr>
        <p:spPr>
          <a:xfrm>
            <a:off x="5554980" y="1920240"/>
            <a:ext cx="4128516" cy="1435608"/>
          </a:xfrm>
          <a:prstGeom prst="rect">
            <a:avLst/>
          </a:prstGeom>
          <a:noFill/>
        </p:spPr>
        <p:txBody>
          <a:bodyPr wrap="square" rtlCol="0">
            <a:noAutofit/>
          </a:bodyPr>
          <a:lstStyle/>
          <a:p>
            <a:pPr marL="346075" marR="0" lvl="0" indent="-342900"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1" i="0" u="none" strike="noStrike" kern="1200" cap="none" spc="0" normalizeH="0" baseline="0" noProof="0" dirty="0">
                <a:ln>
                  <a:noFill/>
                </a:ln>
                <a:solidFill>
                  <a:srgbClr val="0070C0"/>
                </a:solidFill>
                <a:effectLst/>
                <a:uLnTx/>
                <a:uFillTx/>
                <a:latin typeface="Calibri" panose="020F0502020204030204"/>
                <a:ea typeface="+mn-ea"/>
                <a:cs typeface="Tahoma" pitchFamily="34" charset="0"/>
              </a:rPr>
              <a:t>LARGE LANGUAGE MODEL(LLM)</a:t>
            </a:r>
          </a:p>
          <a:p>
            <a:pPr marL="346075" marR="0" lvl="0" indent="-342900"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1" i="0" u="none" strike="noStrike" kern="1200" cap="none" spc="0" normalizeH="0" baseline="0" noProof="0" dirty="0">
                <a:ln>
                  <a:noFill/>
                </a:ln>
                <a:solidFill>
                  <a:srgbClr val="0070C0"/>
                </a:solidFill>
                <a:effectLst/>
                <a:uLnTx/>
                <a:uFillTx/>
                <a:latin typeface="Calibri" panose="020F0502020204030204"/>
                <a:ea typeface="+mn-ea"/>
                <a:cs typeface="Tahoma" pitchFamily="34" charset="0"/>
              </a:rPr>
              <a:t>PROMPT ENGINEERING</a:t>
            </a:r>
          </a:p>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endParaRPr kumimoji="0" lang="en-GB"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cxnSp>
        <p:nvCxnSpPr>
          <p:cNvPr id="12" name="Straight Arrow Connector 11">
            <a:extLst>
              <a:ext uri="{FF2B5EF4-FFF2-40B4-BE49-F238E27FC236}">
                <a16:creationId xmlns:a16="http://schemas.microsoft.com/office/drawing/2014/main" id="{75E88921-D9B4-7D8E-CC28-8D16304572BA}"/>
              </a:ext>
            </a:extLst>
          </p:cNvPr>
          <p:cNvCxnSpPr/>
          <p:nvPr/>
        </p:nvCxnSpPr>
        <p:spPr>
          <a:xfrm>
            <a:off x="8924544" y="2249424"/>
            <a:ext cx="0" cy="130759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312672C-3093-9D5A-54BE-CE9A8AB34C6B}"/>
              </a:ext>
            </a:extLst>
          </p:cNvPr>
          <p:cNvSpPr txBox="1"/>
          <p:nvPr/>
        </p:nvSpPr>
        <p:spPr>
          <a:xfrm>
            <a:off x="8503919" y="3776472"/>
            <a:ext cx="3438141" cy="484632"/>
          </a:xfrm>
          <a:prstGeom prst="rect">
            <a:avLst/>
          </a:prstGeom>
          <a:noFill/>
        </p:spPr>
        <p:txBody>
          <a:bodyPr wrap="squar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rPr>
              <a:t>Large training dataset</a:t>
            </a:r>
          </a:p>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rPr>
              <a:t>Large number of parameters </a:t>
            </a:r>
            <a:endParaRPr kumimoji="0" lang="en-GB"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9C2FED13-B393-5882-02D8-3ADAF8F6777A}"/>
              </a:ext>
            </a:extLst>
          </p:cNvPr>
          <p:cNvCxnSpPr>
            <a:cxnSpLocks/>
          </p:cNvCxnSpPr>
          <p:nvPr/>
        </p:nvCxnSpPr>
        <p:spPr>
          <a:xfrm>
            <a:off x="10704576" y="4440936"/>
            <a:ext cx="0" cy="771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AEA4886-C1FD-AA86-5BE5-B4FA7B9754AC}"/>
              </a:ext>
            </a:extLst>
          </p:cNvPr>
          <p:cNvSpPr txBox="1"/>
          <p:nvPr/>
        </p:nvSpPr>
        <p:spPr>
          <a:xfrm>
            <a:off x="9134856" y="5276087"/>
            <a:ext cx="2651760" cy="845079"/>
          </a:xfrm>
          <a:prstGeom prst="rect">
            <a:avLst/>
          </a:prstGeom>
          <a:noFill/>
        </p:spPr>
        <p:txBody>
          <a:bodyPr wrap="squar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rPr>
              <a:t>Knowledge</a:t>
            </a:r>
          </a:p>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rPr>
              <a:t>Memory</a:t>
            </a:r>
            <a:endParaRPr kumimoji="0" lang="en-GB"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cxnSp>
        <p:nvCxnSpPr>
          <p:cNvPr id="18" name="Connector: Elbow 17">
            <a:extLst>
              <a:ext uri="{FF2B5EF4-FFF2-40B4-BE49-F238E27FC236}">
                <a16:creationId xmlns:a16="http://schemas.microsoft.com/office/drawing/2014/main" id="{45FDB87D-B39D-412E-D786-F3DA371495B1}"/>
              </a:ext>
            </a:extLst>
          </p:cNvPr>
          <p:cNvCxnSpPr/>
          <p:nvPr/>
        </p:nvCxnSpPr>
        <p:spPr>
          <a:xfrm rot="16200000" flipV="1">
            <a:off x="8627364" y="1659636"/>
            <a:ext cx="411480" cy="384048"/>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BD28D2D-CBE7-2C0F-6065-DAC384521943}"/>
              </a:ext>
            </a:extLst>
          </p:cNvPr>
          <p:cNvSpPr txBox="1"/>
          <p:nvPr/>
        </p:nvSpPr>
        <p:spPr>
          <a:xfrm>
            <a:off x="8503919" y="1243584"/>
            <a:ext cx="2359153" cy="402336"/>
          </a:xfrm>
          <a:prstGeom prst="rect">
            <a:avLst/>
          </a:prstGeom>
          <a:noFill/>
        </p:spPr>
        <p:txBody>
          <a:bodyPr wrap="square" rtlCol="0">
            <a:noAutofit/>
          </a:bodyPr>
          <a:lstStyle/>
          <a:p>
            <a:pPr marL="3175" marR="0" lvl="0" indent="0" algn="l" defTabSz="914400" rtl="0" eaLnBrk="1" fontAlgn="auto" latinLnBrk="0" hangingPunct="1">
              <a:lnSpc>
                <a:spcPct val="100000"/>
              </a:lnSpc>
              <a:spcBef>
                <a:spcPts val="600"/>
              </a:spcBef>
              <a:spcAft>
                <a:spcPts val="600"/>
              </a:spcAft>
              <a:buClr>
                <a:srgbClr val="303030">
                  <a:lumMod val="50000"/>
                  <a:lumOff val="50000"/>
                </a:srgbClr>
              </a:buClr>
              <a:buSzTx/>
              <a:buFontTx/>
              <a:buNone/>
              <a:tabLst/>
              <a:defRPr/>
            </a:pPr>
            <a:r>
              <a:rPr kumimoji="0" lang="en-IN"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rPr>
              <a:t>General purpose</a:t>
            </a:r>
            <a:endParaRPr kumimoji="0" lang="en-GB"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Tree>
    <p:extLst>
      <p:ext uri="{BB962C8B-B14F-4D97-AF65-F5344CB8AC3E}">
        <p14:creationId xmlns:p14="http://schemas.microsoft.com/office/powerpoint/2010/main" val="241222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solidFill>
                  <a:schemeClr val="bg2">
                    <a:lumMod val="10000"/>
                  </a:schemeClr>
                </a:solidFill>
              </a:rPr>
              <a:t>WHAT IS LLM? HOW DOES IT WORK..?</a:t>
            </a:r>
          </a:p>
        </p:txBody>
      </p:sp>
      <p:sp>
        <p:nvSpPr>
          <p:cNvPr id="3" name="Text Placeholder 2">
            <a:extLst>
              <a:ext uri="{FF2B5EF4-FFF2-40B4-BE49-F238E27FC236}">
                <a16:creationId xmlns:a16="http://schemas.microsoft.com/office/drawing/2014/main" id="{9E874020-07D6-45A8-8ECF-8D10E54BE566}"/>
              </a:ext>
            </a:extLst>
          </p:cNvPr>
          <p:cNvSpPr>
            <a:spLocks noGrp="1"/>
          </p:cNvSpPr>
          <p:nvPr>
            <p:ph type="body" sz="quarter" idx="14"/>
          </p:nvPr>
        </p:nvSpPr>
        <p:spPr/>
        <p:txBody>
          <a:bodyPr/>
          <a:lstStyle/>
          <a:p>
            <a:r>
              <a:rPr lang="en-US" dirty="0"/>
              <a:t>https://masterofcode.com/blog/llms-for-enterprise</a:t>
            </a:r>
          </a:p>
        </p:txBody>
      </p:sp>
      <p:sp>
        <p:nvSpPr>
          <p:cNvPr id="4" name="Text Placeholder 3"/>
          <p:cNvSpPr>
            <a:spLocks noGrp="1"/>
          </p:cNvSpPr>
          <p:nvPr>
            <p:ph type="body" sz="quarter" idx="15"/>
          </p:nvPr>
        </p:nvSpPr>
        <p:spPr>
          <a:xfrm>
            <a:off x="368968" y="1190202"/>
            <a:ext cx="10972800" cy="5098692"/>
          </a:xfrm>
        </p:spPr>
        <p:txBody>
          <a:bodyPr/>
          <a:lstStyle/>
          <a:p>
            <a:r>
              <a:rPr lang="en-US" dirty="0">
                <a:solidFill>
                  <a:srgbClr val="394F73"/>
                </a:solidFill>
              </a:rPr>
              <a:t>LLM – Specific domain computer model. </a:t>
            </a:r>
          </a:p>
          <a:p>
            <a:r>
              <a:rPr lang="en-US" dirty="0">
                <a:solidFill>
                  <a:srgbClr val="394F73"/>
                </a:solidFill>
              </a:rPr>
              <a:t>Example: Entertainment, Retail, Finance</a:t>
            </a:r>
          </a:p>
          <a:p>
            <a:pPr marL="660400" lvl="3" indent="0">
              <a:buNone/>
            </a:pPr>
            <a:endParaRPr lang="en-US" sz="1800" dirty="0">
              <a:solidFill>
                <a:schemeClr val="accent6"/>
              </a:solidFill>
            </a:endParaRPr>
          </a:p>
          <a:p>
            <a:pPr marL="17462" indent="0">
              <a:buNone/>
            </a:pPr>
            <a:r>
              <a:rPr lang="en-US" sz="2400" dirty="0">
                <a:solidFill>
                  <a:schemeClr val="accent6"/>
                </a:solidFill>
              </a:rPr>
              <a:t>	</a:t>
            </a:r>
          </a:p>
        </p:txBody>
      </p:sp>
      <p:pic>
        <p:nvPicPr>
          <p:cNvPr id="7" name="Picture 6">
            <a:extLst>
              <a:ext uri="{FF2B5EF4-FFF2-40B4-BE49-F238E27FC236}">
                <a16:creationId xmlns:a16="http://schemas.microsoft.com/office/drawing/2014/main" id="{BB614DEE-DF96-21BF-C484-40843AD12AC9}"/>
              </a:ext>
            </a:extLst>
          </p:cNvPr>
          <p:cNvPicPr>
            <a:picLocks noChangeAspect="1"/>
          </p:cNvPicPr>
          <p:nvPr/>
        </p:nvPicPr>
        <p:blipFill>
          <a:blip r:embed="rId2"/>
          <a:stretch>
            <a:fillRect/>
          </a:stretch>
        </p:blipFill>
        <p:spPr>
          <a:xfrm>
            <a:off x="182880" y="2148840"/>
            <a:ext cx="5806440" cy="3081528"/>
          </a:xfrm>
          <a:prstGeom prst="rect">
            <a:avLst/>
          </a:prstGeom>
        </p:spPr>
      </p:pic>
      <p:pic>
        <p:nvPicPr>
          <p:cNvPr id="9" name="Picture 8">
            <a:extLst>
              <a:ext uri="{FF2B5EF4-FFF2-40B4-BE49-F238E27FC236}">
                <a16:creationId xmlns:a16="http://schemas.microsoft.com/office/drawing/2014/main" id="{2ED63C2F-8F4A-F3DF-7F87-BAD67BE24893}"/>
              </a:ext>
            </a:extLst>
          </p:cNvPr>
          <p:cNvPicPr>
            <a:picLocks noChangeAspect="1"/>
          </p:cNvPicPr>
          <p:nvPr/>
        </p:nvPicPr>
        <p:blipFill>
          <a:blip r:embed="rId3"/>
          <a:stretch>
            <a:fillRect/>
          </a:stretch>
        </p:blipFill>
        <p:spPr>
          <a:xfrm>
            <a:off x="6096000" y="283464"/>
            <a:ext cx="5806440" cy="3145536"/>
          </a:xfrm>
          <a:prstGeom prst="rect">
            <a:avLst/>
          </a:prstGeom>
        </p:spPr>
      </p:pic>
      <p:pic>
        <p:nvPicPr>
          <p:cNvPr id="2050" name="Picture 2">
            <a:extLst>
              <a:ext uri="{FF2B5EF4-FFF2-40B4-BE49-F238E27FC236}">
                <a16:creationId xmlns:a16="http://schemas.microsoft.com/office/drawing/2014/main" id="{066E7939-80F0-20D7-D411-9FBFE40576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2682" y="3608049"/>
            <a:ext cx="5715000" cy="256489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535F5D5-5A0E-F327-8FE6-97AEC873B609}"/>
              </a:ext>
            </a:extLst>
          </p:cNvPr>
          <p:cNvSpPr txBox="1"/>
          <p:nvPr/>
        </p:nvSpPr>
        <p:spPr>
          <a:xfrm>
            <a:off x="182880" y="5505651"/>
            <a:ext cx="5913120" cy="667290"/>
          </a:xfrm>
          <a:prstGeom prst="rect">
            <a:avLst/>
          </a:prstGeom>
          <a:noFill/>
        </p:spPr>
        <p:txBody>
          <a:bodyPr wrap="squar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r>
              <a:rPr kumimoji="0" lang="en-GB" sz="2000" b="1" i="0" u="none" strike="noStrike" kern="1200" cap="none" spc="0" normalizeH="0" baseline="0" noProof="0" dirty="0">
                <a:ln>
                  <a:noFill/>
                </a:ln>
                <a:solidFill>
                  <a:srgbClr val="304659"/>
                </a:solidFill>
                <a:effectLst/>
                <a:uLnTx/>
                <a:uFillTx/>
                <a:latin typeface="Calibri" panose="020F0502020204030204"/>
                <a:ea typeface="+mn-ea"/>
                <a:cs typeface="+mn-cs"/>
              </a:rPr>
              <a:t>LLMs like GPT are built upon transformer architecture</a:t>
            </a:r>
            <a:endParaRPr kumimoji="0" lang="en-GB" sz="2000" b="1"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Tree>
    <p:extLst>
      <p:ext uri="{BB962C8B-B14F-4D97-AF65-F5344CB8AC3E}">
        <p14:creationId xmlns:p14="http://schemas.microsoft.com/office/powerpoint/2010/main" val="209949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DECED0-B6BF-398E-87C7-22F511ED0DE7}"/>
              </a:ext>
            </a:extLst>
          </p:cNvPr>
          <p:cNvPicPr>
            <a:picLocks noChangeAspect="1"/>
          </p:cNvPicPr>
          <p:nvPr/>
        </p:nvPicPr>
        <p:blipFill>
          <a:blip r:embed="rId2"/>
          <a:stretch>
            <a:fillRect/>
          </a:stretch>
        </p:blipFill>
        <p:spPr>
          <a:xfrm>
            <a:off x="5940172" y="397680"/>
            <a:ext cx="6280473" cy="5814757"/>
          </a:xfrm>
          <a:prstGeom prst="rect">
            <a:avLst/>
          </a:prstGeom>
        </p:spPr>
      </p:pic>
      <p:pic>
        <p:nvPicPr>
          <p:cNvPr id="2" name="Picture 1" descr="A diagram of a problem&#10;&#10;Description automatically generated">
            <a:extLst>
              <a:ext uri="{FF2B5EF4-FFF2-40B4-BE49-F238E27FC236}">
                <a16:creationId xmlns:a16="http://schemas.microsoft.com/office/drawing/2014/main" id="{37E01FCC-51FD-CF0C-C4F4-E0F6E7998595}"/>
              </a:ext>
            </a:extLst>
          </p:cNvPr>
          <p:cNvPicPr>
            <a:picLocks noChangeAspect="1"/>
          </p:cNvPicPr>
          <p:nvPr/>
        </p:nvPicPr>
        <p:blipFill>
          <a:blip r:embed="rId3"/>
          <a:stretch>
            <a:fillRect/>
          </a:stretch>
        </p:blipFill>
        <p:spPr>
          <a:xfrm>
            <a:off x="976" y="397698"/>
            <a:ext cx="5937977" cy="5814725"/>
          </a:xfrm>
          <a:prstGeom prst="rect">
            <a:avLst/>
          </a:prstGeom>
        </p:spPr>
      </p:pic>
    </p:spTree>
    <p:extLst>
      <p:ext uri="{BB962C8B-B14F-4D97-AF65-F5344CB8AC3E}">
        <p14:creationId xmlns:p14="http://schemas.microsoft.com/office/powerpoint/2010/main" val="2539858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9" name="Object 28" hidden="1"/>
                      <p:cNvPicPr/>
                      <p:nvPr/>
                    </p:nvPicPr>
                    <p:blipFill>
                      <a:blip r:embed="rId4"/>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CCA8752-D866-75B8-BC10-2BF230E6AC7E}"/>
              </a:ext>
            </a:extLst>
          </p:cNvPr>
          <p:cNvSpPr>
            <a:spLocks noGrp="1"/>
          </p:cNvSpPr>
          <p:nvPr>
            <p:ph type="title"/>
          </p:nvPr>
        </p:nvSpPr>
        <p:spPr/>
        <p:txBody>
          <a:bodyPr/>
          <a:lstStyle/>
          <a:p>
            <a:r>
              <a:rPr lang="en-IN" b="1" dirty="0"/>
              <a:t>PROMPT ENGINEERING</a:t>
            </a:r>
          </a:p>
        </p:txBody>
      </p:sp>
      <p:sp>
        <p:nvSpPr>
          <p:cNvPr id="32" name="Text Placeholder 5"/>
          <p:cNvSpPr>
            <a:spLocks noGrp="1"/>
          </p:cNvSpPr>
          <p:nvPr>
            <p:ph type="body" sz="quarter" idx="14"/>
          </p:nvPr>
        </p:nvSpPr>
        <p:spPr/>
        <p:txBody>
          <a:bodyPr/>
          <a:lstStyle/>
          <a:p>
            <a:r>
              <a:rPr lang="en-US" dirty="0"/>
              <a:t>https://www.youtube.com/watch?v=NOdDPIcar78</a:t>
            </a:r>
          </a:p>
        </p:txBody>
      </p:sp>
      <p:pic>
        <p:nvPicPr>
          <p:cNvPr id="5" name="Picture 4">
            <a:extLst>
              <a:ext uri="{FF2B5EF4-FFF2-40B4-BE49-F238E27FC236}">
                <a16:creationId xmlns:a16="http://schemas.microsoft.com/office/drawing/2014/main" id="{BFDE295D-546E-5A0F-E493-8D983C51E3A6}"/>
              </a:ext>
            </a:extLst>
          </p:cNvPr>
          <p:cNvPicPr>
            <a:picLocks noChangeAspect="1"/>
          </p:cNvPicPr>
          <p:nvPr/>
        </p:nvPicPr>
        <p:blipFill rotWithShape="1">
          <a:blip r:embed="rId5"/>
          <a:srcRect t="14403"/>
          <a:stretch/>
        </p:blipFill>
        <p:spPr>
          <a:xfrm>
            <a:off x="0" y="1399032"/>
            <a:ext cx="11777472" cy="2264717"/>
          </a:xfrm>
          <a:prstGeom prst="rect">
            <a:avLst/>
          </a:prstGeom>
        </p:spPr>
      </p:pic>
      <p:sp>
        <p:nvSpPr>
          <p:cNvPr id="7" name="TextBox 6">
            <a:extLst>
              <a:ext uri="{FF2B5EF4-FFF2-40B4-BE49-F238E27FC236}">
                <a16:creationId xmlns:a16="http://schemas.microsoft.com/office/drawing/2014/main" id="{9BAE42AE-9899-3477-5FE1-E30C797E139A}"/>
              </a:ext>
            </a:extLst>
          </p:cNvPr>
          <p:cNvSpPr txBox="1"/>
          <p:nvPr/>
        </p:nvSpPr>
        <p:spPr>
          <a:xfrm>
            <a:off x="121158" y="4051628"/>
            <a:ext cx="10760202"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304659"/>
                </a:solidFill>
                <a:effectLst/>
                <a:uLnTx/>
                <a:uFillTx/>
                <a:latin typeface="Calibri" panose="020F0502020204030204"/>
                <a:ea typeface="+mn-ea"/>
                <a:cs typeface="+mn-cs"/>
              </a:rPr>
              <a:t>Prompt:</a:t>
            </a: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 "Write a short story about a futuristic city where robots and humans coexist peacefully.“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In this prompt, you're providing a clear direction for the AI to generate creative content—a short story set in a specific setting (a futuristic city), with a particular theme (coexistence of robots and humans peacefully).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Generative AI tools use prompts like this to understand the context and generate text that follows the given theme and style.</a:t>
            </a:r>
          </a:p>
        </p:txBody>
      </p:sp>
    </p:spTree>
    <p:extLst>
      <p:ext uri="{BB962C8B-B14F-4D97-AF65-F5344CB8AC3E}">
        <p14:creationId xmlns:p14="http://schemas.microsoft.com/office/powerpoint/2010/main" val="1041159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0268C-E99C-C889-7D7A-A52A6677094D}"/>
              </a:ext>
            </a:extLst>
          </p:cNvPr>
          <p:cNvSpPr>
            <a:spLocks noGrp="1"/>
          </p:cNvSpPr>
          <p:nvPr>
            <p:ph type="title"/>
          </p:nvPr>
        </p:nvSpPr>
        <p:spPr/>
        <p:txBody>
          <a:bodyPr/>
          <a:lstStyle/>
          <a:p>
            <a:r>
              <a:rPr lang="en-IN" b="1" dirty="0"/>
              <a:t>Disadvantage &amp; Advantage</a:t>
            </a:r>
            <a:endParaRPr lang="en-GB" b="1" dirty="0"/>
          </a:p>
        </p:txBody>
      </p:sp>
      <p:sp>
        <p:nvSpPr>
          <p:cNvPr id="3" name="Text Placeholder 2">
            <a:extLst>
              <a:ext uri="{FF2B5EF4-FFF2-40B4-BE49-F238E27FC236}">
                <a16:creationId xmlns:a16="http://schemas.microsoft.com/office/drawing/2014/main" id="{F31FE6BE-405F-A5DC-E3F9-397953656090}"/>
              </a:ext>
            </a:extLst>
          </p:cNvPr>
          <p:cNvSpPr>
            <a:spLocks noGrp="1"/>
          </p:cNvSpPr>
          <p:nvPr>
            <p:ph type="body" sz="quarter" idx="14"/>
          </p:nvPr>
        </p:nvSpPr>
        <p:spPr/>
        <p:txBody>
          <a:bodyPr/>
          <a:lstStyle/>
          <a:p>
            <a:endParaRPr lang="en-GB"/>
          </a:p>
        </p:txBody>
      </p:sp>
      <p:sp>
        <p:nvSpPr>
          <p:cNvPr id="5" name="TextBox 4">
            <a:extLst>
              <a:ext uri="{FF2B5EF4-FFF2-40B4-BE49-F238E27FC236}">
                <a16:creationId xmlns:a16="http://schemas.microsoft.com/office/drawing/2014/main" id="{8DEB935F-3E6B-4E9A-951F-CD7E13815AD0}"/>
              </a:ext>
            </a:extLst>
          </p:cNvPr>
          <p:cNvSpPr txBox="1"/>
          <p:nvPr/>
        </p:nvSpPr>
        <p:spPr>
          <a:xfrm>
            <a:off x="514350" y="1401818"/>
            <a:ext cx="10888218"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304659"/>
                </a:solidFill>
                <a:effectLst/>
                <a:uLnTx/>
                <a:uFillTx/>
                <a:latin typeface="Calibri" panose="020F0502020204030204"/>
                <a:ea typeface="+mn-ea"/>
                <a:cs typeface="+mn-cs"/>
              </a:rPr>
              <a:t>Disadvantages: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1</a:t>
            </a:r>
            <a:r>
              <a:rPr kumimoji="0" lang="en-GB" sz="2000" b="0" i="0" u="none" strike="noStrike" kern="1200" cap="none" spc="0" normalizeH="0" baseline="0" noProof="0" dirty="0">
                <a:ln>
                  <a:noFill/>
                </a:ln>
                <a:solidFill>
                  <a:srgbClr val="304659"/>
                </a:solidFill>
                <a:effectLst/>
                <a:uLnTx/>
                <a:uFillTx/>
                <a:latin typeface="Calibri" panose="020F0502020204030204"/>
                <a:ea typeface="+mn-ea"/>
                <a:cs typeface="+mn-cs"/>
              </a:rPr>
              <a:t>. Hallucination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	- Enhanced Training Data Quality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2. Bias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	- Ensure training datasets are diverse and representative of the population or domain being </a:t>
            </a:r>
            <a:r>
              <a:rPr kumimoji="0" lang="en-GB" sz="1800" b="0" i="0" u="none" strike="noStrike" kern="1200" cap="none" spc="0" normalizeH="0" baseline="0" noProof="0" dirty="0" err="1">
                <a:ln>
                  <a:noFill/>
                </a:ln>
                <a:solidFill>
                  <a:srgbClr val="304659"/>
                </a:solidFill>
                <a:effectLst/>
                <a:uLnTx/>
                <a:uFillTx/>
                <a:latin typeface="Calibri" panose="020F0502020204030204"/>
                <a:ea typeface="+mn-ea"/>
                <a:cs typeface="+mn-cs"/>
              </a:rPr>
              <a:t>modeled</a:t>
            </a: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304659"/>
                </a:solidFill>
                <a:effectLst/>
                <a:uLnTx/>
                <a:uFillTx/>
                <a:latin typeface="Calibri" panose="020F0502020204030204"/>
                <a:ea typeface="+mn-ea"/>
                <a:cs typeface="+mn-cs"/>
              </a:rPr>
              <a:t>Advantages: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Versatility</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Adaptability</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rPr>
              <a:t>Time saving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0465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0387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ED503-ACF3-1B7D-043A-369D75D823EF}"/>
              </a:ext>
            </a:extLst>
          </p:cNvPr>
          <p:cNvSpPr>
            <a:spLocks noGrp="1"/>
          </p:cNvSpPr>
          <p:nvPr>
            <p:ph type="title"/>
          </p:nvPr>
        </p:nvSpPr>
        <p:spPr/>
        <p:txBody>
          <a:bodyPr/>
          <a:lstStyle/>
          <a:p>
            <a:endParaRPr lang="en-GB" dirty="0"/>
          </a:p>
        </p:txBody>
      </p:sp>
      <p:sp>
        <p:nvSpPr>
          <p:cNvPr id="3" name="Text Placeholder 2">
            <a:extLst>
              <a:ext uri="{FF2B5EF4-FFF2-40B4-BE49-F238E27FC236}">
                <a16:creationId xmlns:a16="http://schemas.microsoft.com/office/drawing/2014/main" id="{0860676A-704B-5E0B-0EDF-65A3C0250525}"/>
              </a:ext>
            </a:extLst>
          </p:cNvPr>
          <p:cNvSpPr>
            <a:spLocks noGrp="1"/>
          </p:cNvSpPr>
          <p:nvPr>
            <p:ph type="body" sz="quarter" idx="14"/>
          </p:nvPr>
        </p:nvSpPr>
        <p:spPr/>
        <p:txBody>
          <a:bodyPr/>
          <a:lstStyle/>
          <a:p>
            <a:endParaRPr lang="en-GB"/>
          </a:p>
        </p:txBody>
      </p:sp>
      <p:pic>
        <p:nvPicPr>
          <p:cNvPr id="5" name="Picture 4">
            <a:extLst>
              <a:ext uri="{FF2B5EF4-FFF2-40B4-BE49-F238E27FC236}">
                <a16:creationId xmlns:a16="http://schemas.microsoft.com/office/drawing/2014/main" id="{2F089E87-1EC1-6BFE-D058-CC3142ABDFE4}"/>
              </a:ext>
            </a:extLst>
          </p:cNvPr>
          <p:cNvPicPr>
            <a:picLocks noChangeAspect="1"/>
          </p:cNvPicPr>
          <p:nvPr/>
        </p:nvPicPr>
        <p:blipFill>
          <a:blip r:embed="rId2"/>
          <a:stretch>
            <a:fillRect/>
          </a:stretch>
        </p:blipFill>
        <p:spPr>
          <a:xfrm>
            <a:off x="308755" y="28100"/>
            <a:ext cx="11574490" cy="6801799"/>
          </a:xfrm>
          <a:prstGeom prst="rect">
            <a:avLst/>
          </a:prstGeom>
        </p:spPr>
      </p:pic>
    </p:spTree>
    <p:extLst>
      <p:ext uri="{BB962C8B-B14F-4D97-AF65-F5344CB8AC3E}">
        <p14:creationId xmlns:p14="http://schemas.microsoft.com/office/powerpoint/2010/main" val="849957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1D757-B58B-C7C9-DDA9-38A441B9749B}"/>
              </a:ext>
            </a:extLst>
          </p:cNvPr>
          <p:cNvSpPr>
            <a:spLocks noGrp="1"/>
          </p:cNvSpPr>
          <p:nvPr>
            <p:ph type="title"/>
          </p:nvPr>
        </p:nvSpPr>
        <p:spPr/>
        <p:txBody>
          <a:bodyPr/>
          <a:lstStyle/>
          <a:p>
            <a:r>
              <a:rPr lang="en-GB" b="1" dirty="0"/>
              <a:t>AI In Pharmaceutical Industry Statistics In 2024</a:t>
            </a:r>
          </a:p>
        </p:txBody>
      </p:sp>
      <p:sp>
        <p:nvSpPr>
          <p:cNvPr id="3" name="Text Placeholder 2">
            <a:extLst>
              <a:ext uri="{FF2B5EF4-FFF2-40B4-BE49-F238E27FC236}">
                <a16:creationId xmlns:a16="http://schemas.microsoft.com/office/drawing/2014/main" id="{4044A301-4701-AB4F-5B1D-72A3E47DA26B}"/>
              </a:ext>
            </a:extLst>
          </p:cNvPr>
          <p:cNvSpPr>
            <a:spLocks noGrp="1"/>
          </p:cNvSpPr>
          <p:nvPr>
            <p:ph type="body" sz="quarter" idx="14"/>
          </p:nvPr>
        </p:nvSpPr>
        <p:spPr>
          <a:xfrm>
            <a:off x="347472" y="6451960"/>
            <a:ext cx="10972800" cy="301625"/>
          </a:xfrm>
        </p:spPr>
        <p:txBody>
          <a:bodyPr/>
          <a:lstStyle/>
          <a:p>
            <a:r>
              <a:rPr lang="en-GB" dirty="0"/>
              <a:t>https://www.scilife.io/blog/ai-pharma-innovation-challenges#:~:text=AI's%20most%20significant%20impact%20in,time%20from%20laboratory%20to%20market.</a:t>
            </a:r>
          </a:p>
        </p:txBody>
      </p:sp>
      <p:sp>
        <p:nvSpPr>
          <p:cNvPr id="5" name="TextBox 4">
            <a:extLst>
              <a:ext uri="{FF2B5EF4-FFF2-40B4-BE49-F238E27FC236}">
                <a16:creationId xmlns:a16="http://schemas.microsoft.com/office/drawing/2014/main" id="{065063E9-EEC8-4A3A-1B28-CB095A1CBC8C}"/>
              </a:ext>
            </a:extLst>
          </p:cNvPr>
          <p:cNvSpPr txBox="1"/>
          <p:nvPr/>
        </p:nvSpPr>
        <p:spPr>
          <a:xfrm>
            <a:off x="822960" y="1081082"/>
            <a:ext cx="10021824"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A survey found that </a:t>
            </a:r>
            <a:r>
              <a:rPr kumimoji="0" lang="en-GB" sz="1800" b="0" i="0" u="none" strike="noStrike" kern="1200" cap="none" spc="0" normalizeH="0" baseline="0" noProof="0" dirty="0">
                <a:ln>
                  <a:noFill/>
                </a:ln>
                <a:solidFill>
                  <a:srgbClr val="FF0000"/>
                </a:solidFill>
                <a:effectLst/>
                <a:uLnTx/>
                <a:uFillTx/>
                <a:latin typeface="Garnett"/>
                <a:ea typeface="+mn-ea"/>
                <a:cs typeface="+mn-cs"/>
              </a:rPr>
              <a:t>80%</a:t>
            </a:r>
            <a:r>
              <a:rPr kumimoji="0" lang="en-GB" sz="1800" b="0" i="0" u="none" strike="noStrike" kern="1200" cap="none" spc="0" normalizeH="0" baseline="0" noProof="0" dirty="0">
                <a:ln>
                  <a:noFill/>
                </a:ln>
                <a:solidFill>
                  <a:srgbClr val="09103D"/>
                </a:solidFill>
                <a:effectLst/>
                <a:uLnTx/>
                <a:uFillTx/>
                <a:latin typeface="Garnett"/>
                <a:ea typeface="+mn-ea"/>
                <a:cs typeface="+mn-cs"/>
              </a:rPr>
              <a:t> of pharmaceutical and life sciences professionals are </a:t>
            </a:r>
            <a:r>
              <a:rPr kumimoji="0" lang="en-GB" sz="1800" b="0" i="0" u="none" strike="noStrike" kern="1200" cap="none" spc="0" normalizeH="0" baseline="0" noProof="0" dirty="0">
                <a:ln>
                  <a:noFill/>
                </a:ln>
                <a:solidFill>
                  <a:srgbClr val="FF0000"/>
                </a:solidFill>
                <a:effectLst/>
                <a:uLnTx/>
                <a:uFillTx/>
                <a:latin typeface="Garnett"/>
                <a:ea typeface="+mn-ea"/>
                <a:cs typeface="+mn-cs"/>
              </a:rPr>
              <a:t>currently using AI </a:t>
            </a:r>
            <a:r>
              <a:rPr kumimoji="0" lang="en-GB" sz="1800" b="0" i="0" u="none" strike="noStrike" kern="1200" cap="none" spc="0" normalizeH="0" baseline="0" noProof="0" dirty="0">
                <a:ln>
                  <a:noFill/>
                </a:ln>
                <a:solidFill>
                  <a:srgbClr val="09103D"/>
                </a:solidFill>
                <a:effectLst/>
                <a:uLnTx/>
                <a:uFillTx/>
                <a:latin typeface="Garnett"/>
                <a:ea typeface="+mn-ea"/>
                <a:cs typeface="+mn-cs"/>
              </a:rPr>
              <a:t>for drug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9103D"/>
              </a:solidFill>
              <a:effectLst/>
              <a:uLnTx/>
              <a:uFillTx/>
              <a:latin typeface="Garnet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 </a:t>
            </a:r>
            <a:r>
              <a:rPr kumimoji="0" lang="en-GB" sz="1800" b="0" i="0" u="none" strike="noStrike" kern="1200" cap="none" spc="0" normalizeH="0" baseline="0" noProof="0" dirty="0">
                <a:ln>
                  <a:noFill/>
                </a:ln>
                <a:solidFill>
                  <a:srgbClr val="FF0000"/>
                </a:solidFill>
                <a:effectLst/>
                <a:uLnTx/>
                <a:uFillTx/>
                <a:latin typeface="Garnett"/>
                <a:ea typeface="+mn-ea"/>
                <a:cs typeface="+mn-cs"/>
              </a:rPr>
              <a:t>95%</a:t>
            </a:r>
            <a:r>
              <a:rPr kumimoji="0" lang="en-GB" sz="1800" b="0" i="0" u="none" strike="noStrike" kern="1200" cap="none" spc="0" normalizeH="0" baseline="0" noProof="0" dirty="0">
                <a:ln>
                  <a:noFill/>
                </a:ln>
                <a:solidFill>
                  <a:srgbClr val="09103D"/>
                </a:solidFill>
                <a:effectLst/>
                <a:uLnTx/>
                <a:uFillTx/>
                <a:latin typeface="Garnett"/>
                <a:ea typeface="+mn-ea"/>
                <a:cs typeface="+mn-cs"/>
              </a:rPr>
              <a:t> of pharmaceutical companies reported that they are </a:t>
            </a:r>
            <a:r>
              <a:rPr kumimoji="0" lang="en-GB" sz="1800" b="0" i="0" u="none" strike="noStrike" kern="1200" cap="none" spc="0" normalizeH="0" baseline="0" noProof="0" dirty="0">
                <a:ln>
                  <a:noFill/>
                </a:ln>
                <a:solidFill>
                  <a:srgbClr val="FF0000"/>
                </a:solidFill>
                <a:effectLst/>
                <a:uLnTx/>
                <a:uFillTx/>
                <a:latin typeface="Garnett"/>
                <a:ea typeface="+mn-ea"/>
                <a:cs typeface="+mn-cs"/>
              </a:rPr>
              <a:t>investing in AI </a:t>
            </a:r>
            <a:r>
              <a:rPr kumimoji="0" lang="en-GB" sz="1800" b="0" i="0" u="none" strike="noStrike" kern="1200" cap="none" spc="0" normalizeH="0" baseline="0" noProof="0" dirty="0">
                <a:ln>
                  <a:noFill/>
                </a:ln>
                <a:solidFill>
                  <a:srgbClr val="09103D"/>
                </a:solidFill>
                <a:effectLst/>
                <a:uLnTx/>
                <a:uFillTx/>
                <a:latin typeface="Garnett"/>
                <a:ea typeface="+mn-ea"/>
                <a:cs typeface="+mn-cs"/>
              </a:rPr>
              <a:t>capabilities.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9103D"/>
              </a:solidFill>
              <a:effectLst/>
              <a:uLnTx/>
              <a:uFillTx/>
              <a:latin typeface="Garnet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AI technology is helping pharmaceutical companies to shorten the drug discovery process </a:t>
            </a:r>
            <a:r>
              <a:rPr kumimoji="0" lang="en-GB" sz="1800" b="0" i="0" u="none" strike="noStrike" kern="1200" cap="none" spc="0" normalizeH="0" baseline="0" noProof="0" dirty="0">
                <a:ln>
                  <a:noFill/>
                </a:ln>
                <a:solidFill>
                  <a:srgbClr val="FF0000"/>
                </a:solidFill>
                <a:effectLst/>
                <a:uLnTx/>
                <a:uFillTx/>
                <a:latin typeface="Garnett"/>
                <a:ea typeface="+mn-ea"/>
                <a:cs typeface="+mn-cs"/>
              </a:rPr>
              <a:t>from 5-6 years to just one year.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9103D"/>
              </a:solidFill>
              <a:effectLst/>
              <a:uLnTx/>
              <a:uFillTx/>
              <a:latin typeface="Garnet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AI applications can potentially create between </a:t>
            </a:r>
            <a:r>
              <a:rPr kumimoji="0" lang="en-GB" sz="1800" b="0" i="0" u="none" strike="noStrike" kern="1200" cap="none" spc="0" normalizeH="0" baseline="0" noProof="0" dirty="0">
                <a:ln>
                  <a:noFill/>
                </a:ln>
                <a:solidFill>
                  <a:srgbClr val="FF0000"/>
                </a:solidFill>
                <a:effectLst/>
                <a:uLnTx/>
                <a:uFillTx/>
                <a:latin typeface="Garnett"/>
                <a:ea typeface="+mn-ea"/>
                <a:cs typeface="+mn-cs"/>
              </a:rPr>
              <a:t>$350 billion and $410 billion </a:t>
            </a:r>
            <a:r>
              <a:rPr kumimoji="0" lang="en-GB" sz="1800" b="0" i="0" u="none" strike="noStrike" kern="1200" cap="none" spc="0" normalizeH="0" baseline="0" noProof="0" dirty="0">
                <a:ln>
                  <a:noFill/>
                </a:ln>
                <a:solidFill>
                  <a:srgbClr val="09103D"/>
                </a:solidFill>
                <a:effectLst/>
                <a:uLnTx/>
                <a:uFillTx/>
                <a:latin typeface="Garnett"/>
                <a:ea typeface="+mn-ea"/>
                <a:cs typeface="+mn-cs"/>
              </a:rPr>
              <a:t>in annual value for pharmaceutical companies by </a:t>
            </a:r>
            <a:r>
              <a:rPr kumimoji="0" lang="en-GB" sz="1800" b="0" i="0" u="none" strike="noStrike" kern="1200" cap="none" spc="0" normalizeH="0" baseline="0" noProof="0" dirty="0">
                <a:ln>
                  <a:noFill/>
                </a:ln>
                <a:solidFill>
                  <a:srgbClr val="FF0000"/>
                </a:solidFill>
                <a:effectLst/>
                <a:uLnTx/>
                <a:uFillTx/>
                <a:latin typeface="Garnett"/>
                <a:ea typeface="+mn-ea"/>
                <a:cs typeface="+mn-cs"/>
              </a:rPr>
              <a:t>2025</a:t>
            </a:r>
            <a:r>
              <a:rPr kumimoji="0" lang="en-GB" sz="1800" b="0" i="0" u="none" strike="noStrike" kern="1200" cap="none" spc="0" normalizeH="0" baseline="0" noProof="0" dirty="0">
                <a:ln>
                  <a:noFill/>
                </a:ln>
                <a:solidFill>
                  <a:srgbClr val="09103D"/>
                </a:solidFill>
                <a:effectLst/>
                <a:uLnTx/>
                <a:uFillTx/>
                <a:latin typeface="Garnett"/>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9103D"/>
              </a:solidFill>
              <a:effectLst/>
              <a:uLnTx/>
              <a:uFillTx/>
              <a:latin typeface="Garnet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Using AI in clinical trials could lead to </a:t>
            </a:r>
            <a:r>
              <a:rPr kumimoji="0" lang="en-GB" sz="1800" b="0" i="0" u="none" strike="noStrike" kern="1200" cap="none" spc="0" normalizeH="0" baseline="0" noProof="0" dirty="0">
                <a:ln>
                  <a:noFill/>
                </a:ln>
                <a:solidFill>
                  <a:srgbClr val="FF0000"/>
                </a:solidFill>
                <a:effectLst/>
                <a:uLnTx/>
                <a:uFillTx/>
                <a:latin typeface="Garnett"/>
                <a:ea typeface="+mn-ea"/>
                <a:cs typeface="+mn-cs"/>
              </a:rPr>
              <a:t>cost savings of 70% </a:t>
            </a:r>
            <a:r>
              <a:rPr kumimoji="0" lang="en-GB" sz="1800" b="0" i="0" u="none" strike="noStrike" kern="1200" cap="none" spc="0" normalizeH="0" baseline="0" noProof="0" dirty="0">
                <a:ln>
                  <a:noFill/>
                </a:ln>
                <a:solidFill>
                  <a:srgbClr val="09103D"/>
                </a:solidFill>
                <a:effectLst/>
                <a:uLnTx/>
                <a:uFillTx/>
                <a:latin typeface="Garnett"/>
                <a:ea typeface="+mn-ea"/>
                <a:cs typeface="+mn-cs"/>
              </a:rPr>
              <a:t>per trial and </a:t>
            </a:r>
            <a:r>
              <a:rPr kumimoji="0" lang="en-GB" sz="1800" b="0" i="0" u="none" strike="noStrike" kern="1200" cap="none" spc="0" normalizeH="0" baseline="0" noProof="0" dirty="0">
                <a:ln>
                  <a:noFill/>
                </a:ln>
                <a:solidFill>
                  <a:srgbClr val="FF0000"/>
                </a:solidFill>
                <a:effectLst/>
                <a:uLnTx/>
                <a:uFillTx/>
                <a:latin typeface="Garnett"/>
                <a:ea typeface="+mn-ea"/>
                <a:cs typeface="+mn-cs"/>
              </a:rPr>
              <a:t>timeline reductions </a:t>
            </a:r>
            <a:r>
              <a:rPr kumimoji="0" lang="en-GB" sz="1800" b="0" i="0" u="none" strike="noStrike" kern="1200" cap="none" spc="0" normalizeH="0" baseline="0" noProof="0" dirty="0">
                <a:ln>
                  <a:noFill/>
                </a:ln>
                <a:solidFill>
                  <a:srgbClr val="09103D"/>
                </a:solidFill>
                <a:effectLst/>
                <a:uLnTx/>
                <a:uFillTx/>
                <a:latin typeface="Garnett"/>
                <a:ea typeface="+mn-ea"/>
                <a:cs typeface="+mn-cs"/>
              </a:rPr>
              <a:t>of </a:t>
            </a:r>
            <a:r>
              <a:rPr kumimoji="0" lang="en-GB" sz="1800" b="0" i="0" u="none" strike="noStrike" kern="1200" cap="none" spc="0" normalizeH="0" baseline="0" noProof="0" dirty="0">
                <a:ln>
                  <a:noFill/>
                </a:ln>
                <a:solidFill>
                  <a:srgbClr val="FF0000"/>
                </a:solidFill>
                <a:effectLst/>
                <a:uLnTx/>
                <a:uFillTx/>
                <a:latin typeface="Garnett"/>
                <a:ea typeface="+mn-ea"/>
                <a:cs typeface="+mn-cs"/>
              </a:rPr>
              <a:t>80%</a:t>
            </a:r>
            <a:r>
              <a:rPr kumimoji="0" lang="en-GB" sz="1800" b="0" i="0" u="none" strike="noStrike" kern="1200" cap="none" spc="0" normalizeH="0" baseline="0" noProof="0" dirty="0">
                <a:ln>
                  <a:noFill/>
                </a:ln>
                <a:solidFill>
                  <a:srgbClr val="09103D"/>
                </a:solidFill>
                <a:effectLst/>
                <a:uLnTx/>
                <a:uFillTx/>
                <a:latin typeface="Garnet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9103D"/>
              </a:solidFill>
              <a:effectLst/>
              <a:uLnTx/>
              <a:uFillTx/>
              <a:latin typeface="Garnet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9103D"/>
                </a:solidFill>
                <a:effectLst/>
                <a:uLnTx/>
                <a:uFillTx/>
                <a:latin typeface="Garnett"/>
                <a:ea typeface="+mn-ea"/>
                <a:cs typeface="+mn-cs"/>
              </a:rPr>
              <a:t>A study found that AI could reduce the time to develop a drug by </a:t>
            </a:r>
            <a:r>
              <a:rPr kumimoji="0" lang="en-GB" sz="1800" b="0" i="0" u="none" strike="noStrike" kern="1200" cap="none" spc="0" normalizeH="0" baseline="0" noProof="0" dirty="0">
                <a:ln>
                  <a:noFill/>
                </a:ln>
                <a:solidFill>
                  <a:srgbClr val="FF0000"/>
                </a:solidFill>
                <a:effectLst/>
                <a:uLnTx/>
                <a:uFillTx/>
                <a:latin typeface="Garnett"/>
                <a:ea typeface="+mn-ea"/>
                <a:cs typeface="+mn-cs"/>
              </a:rPr>
              <a:t>four years </a:t>
            </a:r>
            <a:r>
              <a:rPr kumimoji="0" lang="en-GB" sz="1800" b="0" i="0" u="none" strike="noStrike" kern="1200" cap="none" spc="0" normalizeH="0" baseline="0" noProof="0" dirty="0">
                <a:ln>
                  <a:noFill/>
                </a:ln>
                <a:solidFill>
                  <a:srgbClr val="09103D"/>
                </a:solidFill>
                <a:effectLst/>
                <a:uLnTx/>
                <a:uFillTx/>
                <a:latin typeface="Garnett"/>
                <a:ea typeface="+mn-ea"/>
                <a:cs typeface="+mn-cs"/>
              </a:rPr>
              <a:t>and </a:t>
            </a:r>
            <a:r>
              <a:rPr kumimoji="0" lang="en-GB" sz="1800" b="0" i="0" u="none" strike="noStrike" kern="1200" cap="none" spc="0" normalizeH="0" baseline="0" noProof="0" dirty="0">
                <a:ln>
                  <a:noFill/>
                </a:ln>
                <a:solidFill>
                  <a:srgbClr val="FF0000"/>
                </a:solidFill>
                <a:effectLst/>
                <a:uLnTx/>
                <a:uFillTx/>
                <a:latin typeface="Garnett"/>
                <a:ea typeface="+mn-ea"/>
                <a:cs typeface="+mn-cs"/>
              </a:rPr>
              <a:t>save $26 billion</a:t>
            </a:r>
            <a:r>
              <a:rPr kumimoji="0" lang="en-GB" sz="1800" b="0" i="0" u="none" strike="noStrike" kern="1200" cap="none" spc="0" normalizeH="0" baseline="0" noProof="0" dirty="0">
                <a:ln>
                  <a:noFill/>
                </a:ln>
                <a:solidFill>
                  <a:srgbClr val="09103D"/>
                </a:solidFill>
                <a:effectLst/>
                <a:uLnTx/>
                <a:uFillTx/>
                <a:latin typeface="Garnett"/>
                <a:ea typeface="+mn-ea"/>
                <a:cs typeface="+mn-cs"/>
              </a:rPr>
              <a:t>.</a:t>
            </a:r>
          </a:p>
        </p:txBody>
      </p:sp>
    </p:spTree>
    <p:extLst>
      <p:ext uri="{BB962C8B-B14F-4D97-AF65-F5344CB8AC3E}">
        <p14:creationId xmlns:p14="http://schemas.microsoft.com/office/powerpoint/2010/main" val="243987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88A8D-E547-0245-F8E3-D08B505F62C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7A9FB2B-4A20-7114-7EE3-406DE00A7D89}"/>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426188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sz="3600" b="1" dirty="0"/>
              <a:t>Shift-Left Testing</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2182882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dirty="0"/>
              <a:t>Traditional Testing:</a:t>
            </a:r>
          </a:p>
        </p:txBody>
      </p:sp>
      <p:sp>
        <p:nvSpPr>
          <p:cNvPr id="4" name="Text Placeholder 3"/>
          <p:cNvSpPr>
            <a:spLocks noGrp="1"/>
          </p:cNvSpPr>
          <p:nvPr>
            <p:ph type="body" sz="quarter" idx="15"/>
          </p:nvPr>
        </p:nvSpPr>
        <p:spPr/>
        <p:txBody>
          <a:bodyPr vert="horz" lIns="91440" tIns="45720" rIns="91440" bIns="45720" rtlCol="0" anchor="t">
            <a:noAutofit/>
          </a:bodyPr>
          <a:lstStyle/>
          <a:p>
            <a:pPr algn="l" fontAlgn="base"/>
            <a:r>
              <a:rPr lang="en-US" b="1" i="0" dirty="0">
                <a:effectLst/>
                <a:highlight>
                  <a:srgbClr val="FFFFFF"/>
                </a:highlight>
              </a:rPr>
              <a:t>In the old model, testing only came into play on the far right of the line. </a:t>
            </a:r>
          </a:p>
          <a:p>
            <a:pPr algn="l" fontAlgn="base"/>
            <a:r>
              <a:rPr lang="en-US" b="1" i="0" dirty="0">
                <a:effectLst/>
                <a:highlight>
                  <a:srgbClr val="FFFFFF"/>
                </a:highlight>
              </a:rPr>
              <a:t>In the traditional software development model, requirements are kept on the left side of the plan, and the delivery and testing requirements on the right. The problem is that these practices can’t handle changing expectations and requirements, resulting in negative outcomes</a:t>
            </a:r>
          </a:p>
          <a:p>
            <a:pPr marL="3175" indent="0">
              <a:buNone/>
            </a:pPr>
            <a:endParaRPr lang="en-US" dirty="0"/>
          </a:p>
        </p:txBody>
      </p:sp>
      <p:sp>
        <p:nvSpPr>
          <p:cNvPr id="5" name="Speech Bubble: Rectangle 4"/>
          <p:cNvSpPr/>
          <p:nvPr/>
        </p:nvSpPr>
        <p:spPr>
          <a:xfrm>
            <a:off x="687979" y="2422710"/>
            <a:ext cx="70974" cy="45719"/>
          </a:xfrm>
          <a:prstGeom prst="wedgeRectCallout">
            <a:avLst>
              <a:gd name="adj1" fmla="val -17611"/>
              <a:gd name="adj2" fmla="val -76761"/>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1" u="none" strike="noStrike" kern="1200" cap="none" spc="0" normalizeH="0" baseline="0" noProof="0" dirty="0">
              <a:ln>
                <a:noFill/>
              </a:ln>
              <a:solidFill>
                <a:srgbClr val="304659"/>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pic>
        <p:nvPicPr>
          <p:cNvPr id="6" name="Picture 5" descr="A diagram of a process">
            <a:extLst>
              <a:ext uri="{FF2B5EF4-FFF2-40B4-BE49-F238E27FC236}">
                <a16:creationId xmlns:a16="http://schemas.microsoft.com/office/drawing/2014/main" id="{C035DFBF-F3AF-4C30-00D0-4B9503EE4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965" y="2807208"/>
            <a:ext cx="5408676" cy="2810209"/>
          </a:xfrm>
          <a:prstGeom prst="rect">
            <a:avLst/>
          </a:prstGeom>
          <a:noFill/>
        </p:spPr>
      </p:pic>
      <p:pic>
        <p:nvPicPr>
          <p:cNvPr id="10" name="Picture 9">
            <a:extLst>
              <a:ext uri="{FF2B5EF4-FFF2-40B4-BE49-F238E27FC236}">
                <a16:creationId xmlns:a16="http://schemas.microsoft.com/office/drawing/2014/main" id="{5198D309-3240-8FE0-2DBF-5E13D971D38D}"/>
              </a:ext>
            </a:extLst>
          </p:cNvPr>
          <p:cNvPicPr>
            <a:picLocks noChangeAspect="1"/>
          </p:cNvPicPr>
          <p:nvPr/>
        </p:nvPicPr>
        <p:blipFill>
          <a:blip r:embed="rId6"/>
          <a:stretch>
            <a:fillRect/>
          </a:stretch>
        </p:blipFill>
        <p:spPr>
          <a:xfrm>
            <a:off x="6418365" y="2706625"/>
            <a:ext cx="5419725" cy="3340214"/>
          </a:xfrm>
          <a:prstGeom prst="rect">
            <a:avLst/>
          </a:prstGeom>
        </p:spPr>
      </p:pic>
    </p:spTree>
    <p:extLst>
      <p:ext uri="{BB962C8B-B14F-4D97-AF65-F5344CB8AC3E}">
        <p14:creationId xmlns:p14="http://schemas.microsoft.com/office/powerpoint/2010/main" val="1928199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Shift-Left Testing:</a:t>
            </a:r>
            <a:endParaRPr lang="en-US" sz="2800" dirty="0"/>
          </a:p>
        </p:txBody>
      </p:sp>
      <p:sp>
        <p:nvSpPr>
          <p:cNvPr id="4" name="Text Placeholder 3"/>
          <p:cNvSpPr>
            <a:spLocks noGrp="1"/>
          </p:cNvSpPr>
          <p:nvPr>
            <p:ph type="body" sz="quarter" idx="15"/>
          </p:nvPr>
        </p:nvSpPr>
        <p:spPr>
          <a:xfrm>
            <a:off x="609600" y="1011153"/>
            <a:ext cx="11503742" cy="5364248"/>
          </a:xfrm>
        </p:spPr>
        <p:txBody>
          <a:bodyPr vert="horz" lIns="91440" tIns="45720" rIns="91440" bIns="45720" rtlCol="0" anchor="t">
            <a:noAutofit/>
          </a:bodyPr>
          <a:lstStyle/>
          <a:p>
            <a:r>
              <a:rPr lang="en-US" sz="2000" b="1" dirty="0">
                <a:ea typeface="Calibri" panose="020F0502020204030204" pitchFamily="34" charset="0"/>
                <a:cs typeface="Calibri" panose="020F0502020204030204" pitchFamily="34" charset="0"/>
              </a:rPr>
              <a:t>Shift Left Testing is an approach to software testing that involves moving testing activities earlier in the development cycle. </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Speech Bubble: Rectangle 4"/>
          <p:cNvSpPr/>
          <p:nvPr/>
        </p:nvSpPr>
        <p:spPr>
          <a:xfrm>
            <a:off x="6251276" y="1040306"/>
            <a:ext cx="729627" cy="55428"/>
          </a:xfrm>
          <a:prstGeom prst="wedgeRectCallout">
            <a:avLst>
              <a:gd name="adj1" fmla="val -33866"/>
              <a:gd name="adj2" fmla="val -9355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1" u="none" strike="noStrike" kern="1200" cap="none" spc="0" normalizeH="0" baseline="0" noProof="0" dirty="0">
              <a:ln>
                <a:noFill/>
              </a:ln>
              <a:solidFill>
                <a:srgbClr val="304659"/>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88E99F6B-E6BA-35E1-E598-FF748002DE02}"/>
              </a:ext>
            </a:extLst>
          </p:cNvPr>
          <p:cNvPicPr>
            <a:picLocks noChangeAspect="1"/>
          </p:cNvPicPr>
          <p:nvPr/>
        </p:nvPicPr>
        <p:blipFill>
          <a:blip r:embed="rId2"/>
          <a:stretch>
            <a:fillRect/>
          </a:stretch>
        </p:blipFill>
        <p:spPr>
          <a:xfrm>
            <a:off x="731521" y="3136392"/>
            <a:ext cx="5364479" cy="2608073"/>
          </a:xfrm>
          <a:prstGeom prst="rect">
            <a:avLst/>
          </a:prstGeom>
        </p:spPr>
      </p:pic>
      <p:pic>
        <p:nvPicPr>
          <p:cNvPr id="8" name="Picture 4">
            <a:extLst>
              <a:ext uri="{FF2B5EF4-FFF2-40B4-BE49-F238E27FC236}">
                <a16:creationId xmlns:a16="http://schemas.microsoft.com/office/drawing/2014/main" id="{7956BC46-6CB3-EC41-BF7D-FEAC7F36D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452" y="3790964"/>
            <a:ext cx="4944027" cy="205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598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sz="2800" b="1" dirty="0"/>
              <a:t>Why Shift-left testing matters in continuous testing:</a:t>
            </a:r>
            <a:endParaRPr lang="en-US" dirty="0"/>
          </a:p>
        </p:txBody>
      </p:sp>
      <p:pic>
        <p:nvPicPr>
          <p:cNvPr id="9" name="Picture 8">
            <a:extLst>
              <a:ext uri="{FF2B5EF4-FFF2-40B4-BE49-F238E27FC236}">
                <a16:creationId xmlns:a16="http://schemas.microsoft.com/office/drawing/2014/main" id="{61BD1D97-D416-845F-09E9-06A915D73DFB}"/>
              </a:ext>
            </a:extLst>
          </p:cNvPr>
          <p:cNvPicPr>
            <a:picLocks noChangeAspect="1"/>
          </p:cNvPicPr>
          <p:nvPr/>
        </p:nvPicPr>
        <p:blipFill>
          <a:blip r:embed="rId2"/>
          <a:stretch>
            <a:fillRect/>
          </a:stretch>
        </p:blipFill>
        <p:spPr>
          <a:xfrm>
            <a:off x="2335842" y="1529207"/>
            <a:ext cx="6963606" cy="3799585"/>
          </a:xfrm>
          <a:prstGeom prst="rect">
            <a:avLst/>
          </a:prstGeom>
        </p:spPr>
      </p:pic>
    </p:spTree>
    <p:extLst>
      <p:ext uri="{BB962C8B-B14F-4D97-AF65-F5344CB8AC3E}">
        <p14:creationId xmlns:p14="http://schemas.microsoft.com/office/powerpoint/2010/main" val="1431526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61B781-C621-6A90-FB92-26C379C30DF0}"/>
              </a:ext>
            </a:extLst>
          </p:cNvPr>
          <p:cNvSpPr>
            <a:spLocks noGrp="1"/>
          </p:cNvSpPr>
          <p:nvPr>
            <p:ph type="body" sz="quarter" idx="10"/>
          </p:nvPr>
        </p:nvSpPr>
        <p:spPr>
          <a:xfrm>
            <a:off x="609600" y="1011152"/>
            <a:ext cx="9906000" cy="5742433"/>
          </a:xfrm>
        </p:spPr>
        <p:txBody>
          <a:bodyPr/>
          <a:lstStyle/>
          <a:p>
            <a:r>
              <a:rPr lang="en-US" i="1" dirty="0"/>
              <a:t>Unit testing</a:t>
            </a:r>
          </a:p>
          <a:p>
            <a:r>
              <a:rPr lang="en-US" i="1" dirty="0"/>
              <a:t>Integration Testing</a:t>
            </a:r>
          </a:p>
          <a:p>
            <a:r>
              <a:rPr lang="en-US" i="1" dirty="0"/>
              <a:t>API Testing</a:t>
            </a:r>
          </a:p>
          <a:p>
            <a:r>
              <a:rPr lang="en-US" i="1" dirty="0"/>
              <a:t>Component Testing</a:t>
            </a:r>
          </a:p>
          <a:p>
            <a:r>
              <a:rPr lang="en-US" i="1" dirty="0"/>
              <a:t>Service Virtualization</a:t>
            </a:r>
            <a:endParaRPr lang="en-US" sz="1800" i="1" dirty="0"/>
          </a:p>
          <a:p>
            <a:endParaRPr lang="en-US" sz="1800" dirty="0"/>
          </a:p>
          <a:p>
            <a:endParaRPr lang="en-US" sz="1800" dirty="0"/>
          </a:p>
          <a:p>
            <a:endParaRPr kumimoji="0" lang="en-US" altLang="en-US" sz="1800" i="0" u="none" strike="noStrike" cap="none" normalizeH="0" baseline="0" dirty="0">
              <a:ln>
                <a:noFill/>
              </a:ln>
              <a:solidFill>
                <a:schemeClr val="tx1"/>
              </a:solidFill>
              <a:effectLst/>
              <a:latin typeface="Arial" panose="020B0604020202020204" pitchFamily="34" charset="0"/>
            </a:endParaRPr>
          </a:p>
          <a:p>
            <a:endParaRPr lang="en-US" sz="1800" dirty="0"/>
          </a:p>
          <a:p>
            <a:endParaRPr lang="en-US" sz="1800" dirty="0"/>
          </a:p>
        </p:txBody>
      </p:sp>
      <p:sp>
        <p:nvSpPr>
          <p:cNvPr id="4" name="Title 3">
            <a:extLst>
              <a:ext uri="{FF2B5EF4-FFF2-40B4-BE49-F238E27FC236}">
                <a16:creationId xmlns:a16="http://schemas.microsoft.com/office/drawing/2014/main" id="{01EAE3CE-D09C-B571-940C-F0C6AC2CB61F}"/>
              </a:ext>
            </a:extLst>
          </p:cNvPr>
          <p:cNvSpPr>
            <a:spLocks noGrp="1"/>
          </p:cNvSpPr>
          <p:nvPr>
            <p:ph type="title"/>
          </p:nvPr>
        </p:nvSpPr>
        <p:spPr/>
        <p:txBody>
          <a:bodyPr/>
          <a:lstStyle/>
          <a:p>
            <a:r>
              <a:rPr lang="en-US" b="1" dirty="0"/>
              <a:t>Common types of shift-left testing</a:t>
            </a:r>
          </a:p>
        </p:txBody>
      </p:sp>
    </p:spTree>
    <p:extLst>
      <p:ext uri="{BB962C8B-B14F-4D97-AF65-F5344CB8AC3E}">
        <p14:creationId xmlns:p14="http://schemas.microsoft.com/office/powerpoint/2010/main" val="2049682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9C7C08-37ED-6A71-3200-05BBCA275D9E}"/>
              </a:ext>
            </a:extLst>
          </p:cNvPr>
          <p:cNvSpPr>
            <a:spLocks noGrp="1"/>
          </p:cNvSpPr>
          <p:nvPr>
            <p:ph type="title"/>
          </p:nvPr>
        </p:nvSpPr>
        <p:spPr>
          <a:xfrm>
            <a:off x="609600" y="104415"/>
            <a:ext cx="10972800" cy="906738"/>
          </a:xfrm>
        </p:spPr>
        <p:txBody>
          <a:bodyPr anchor="ctr">
            <a:normAutofit/>
          </a:bodyPr>
          <a:lstStyle/>
          <a:p>
            <a:r>
              <a:rPr lang="en-US" b="1"/>
              <a:t>Benefits of shift-left testing</a:t>
            </a:r>
          </a:p>
        </p:txBody>
      </p:sp>
      <p:sp>
        <p:nvSpPr>
          <p:cNvPr id="2" name="Text Placeholder 1">
            <a:extLst>
              <a:ext uri="{FF2B5EF4-FFF2-40B4-BE49-F238E27FC236}">
                <a16:creationId xmlns:a16="http://schemas.microsoft.com/office/drawing/2014/main" id="{86C6BEAD-0A9F-570C-7932-FD8F3865CE2B}"/>
              </a:ext>
            </a:extLst>
          </p:cNvPr>
          <p:cNvSpPr>
            <a:spLocks noGrp="1"/>
          </p:cNvSpPr>
          <p:nvPr>
            <p:ph sz="quarter" idx="12"/>
          </p:nvPr>
        </p:nvSpPr>
        <p:spPr>
          <a:xfrm>
            <a:off x="609600" y="1399032"/>
            <a:ext cx="4785360" cy="5157343"/>
          </a:xfrm>
        </p:spPr>
        <p:txBody>
          <a:bodyPr>
            <a:normAutofit/>
          </a:bodyPr>
          <a:lstStyle/>
          <a:p>
            <a:pPr>
              <a:lnSpc>
                <a:spcPct val="90000"/>
              </a:lnSpc>
              <a:buFont typeface="Arial" panose="020B0604020202020204" pitchFamily="34" charset="0"/>
              <a:buChar char="•"/>
            </a:pPr>
            <a:r>
              <a:rPr lang="en-US" sz="1900" i="1" dirty="0">
                <a:effectLst/>
                <a:highlight>
                  <a:srgbClr val="FFFFFF"/>
                </a:highlight>
              </a:rPr>
              <a:t>Early detection</a:t>
            </a:r>
            <a:endParaRPr lang="en-US" i="1" dirty="0">
              <a:effectLst/>
              <a:highlight>
                <a:srgbClr val="FFFFFF"/>
              </a:highlight>
            </a:endParaRPr>
          </a:p>
          <a:p>
            <a:pPr>
              <a:lnSpc>
                <a:spcPct val="90000"/>
              </a:lnSpc>
              <a:buFont typeface="Arial" panose="020B0604020202020204" pitchFamily="34" charset="0"/>
              <a:buChar char="•"/>
            </a:pPr>
            <a:r>
              <a:rPr lang="en-US" sz="1900" i="1" dirty="0">
                <a:effectLst/>
                <a:highlight>
                  <a:srgbClr val="FFFFFF"/>
                </a:highlight>
              </a:rPr>
              <a:t>Cost savings</a:t>
            </a:r>
          </a:p>
          <a:p>
            <a:pPr>
              <a:lnSpc>
                <a:spcPct val="90000"/>
              </a:lnSpc>
              <a:buFont typeface="Arial" panose="020B0604020202020204" pitchFamily="34" charset="0"/>
              <a:buChar char="•"/>
            </a:pPr>
            <a:r>
              <a:rPr lang="en-US" sz="1900" i="1" dirty="0">
                <a:effectLst/>
                <a:highlight>
                  <a:srgbClr val="FFFFFF"/>
                </a:highlight>
              </a:rPr>
              <a:t>Reliable testing</a:t>
            </a:r>
          </a:p>
          <a:p>
            <a:pPr>
              <a:lnSpc>
                <a:spcPct val="90000"/>
              </a:lnSpc>
              <a:buFont typeface="Arial" panose="020B0604020202020204" pitchFamily="34" charset="0"/>
              <a:buChar char="•"/>
            </a:pPr>
            <a:r>
              <a:rPr lang="en-US" sz="1900" i="1" dirty="0">
                <a:effectLst/>
                <a:highlight>
                  <a:srgbClr val="FFFFFF"/>
                </a:highlight>
              </a:rPr>
              <a:t>Teamwork </a:t>
            </a:r>
          </a:p>
          <a:p>
            <a:pPr>
              <a:lnSpc>
                <a:spcPct val="90000"/>
              </a:lnSpc>
              <a:buFont typeface="Arial" panose="020B0604020202020204" pitchFamily="34" charset="0"/>
              <a:buChar char="•"/>
            </a:pPr>
            <a:r>
              <a:rPr lang="en-US" sz="1900" i="1" dirty="0">
                <a:effectLst/>
                <a:highlight>
                  <a:srgbClr val="FFFFFF"/>
                </a:highlight>
              </a:rPr>
              <a:t>Fast delivery</a:t>
            </a:r>
            <a:endParaRPr lang="en-US" i="1" dirty="0">
              <a:effectLst/>
              <a:highlight>
                <a:srgbClr val="FFFFFF"/>
              </a:highlight>
            </a:endParaRPr>
          </a:p>
          <a:p>
            <a:pPr>
              <a:lnSpc>
                <a:spcPct val="90000"/>
              </a:lnSpc>
              <a:buFont typeface="Arial" panose="020B0604020202020204" pitchFamily="34" charset="0"/>
              <a:buChar char="•"/>
            </a:pPr>
            <a:r>
              <a:rPr lang="en-US" sz="1900" i="1" dirty="0">
                <a:effectLst/>
                <a:highlight>
                  <a:srgbClr val="FFFFFF"/>
                </a:highlight>
              </a:rPr>
              <a:t>Development pipeline</a:t>
            </a:r>
            <a:endParaRPr lang="en-US" sz="1500" dirty="0"/>
          </a:p>
        </p:txBody>
      </p:sp>
      <p:pic>
        <p:nvPicPr>
          <p:cNvPr id="5" name="Picture 4" descr="A computer with icons and symbols&#10;&#10;Description automatically generated with medium confidence">
            <a:extLst>
              <a:ext uri="{FF2B5EF4-FFF2-40B4-BE49-F238E27FC236}">
                <a16:creationId xmlns:a16="http://schemas.microsoft.com/office/drawing/2014/main" id="{214DDF53-9081-0F0D-F5D8-EF79A07BCCB2}"/>
              </a:ext>
            </a:extLst>
          </p:cNvPr>
          <p:cNvPicPr>
            <a:picLocks noChangeAspect="1"/>
          </p:cNvPicPr>
          <p:nvPr/>
        </p:nvPicPr>
        <p:blipFill>
          <a:blip r:embed="rId2"/>
          <a:stretch>
            <a:fillRect/>
          </a:stretch>
        </p:blipFill>
        <p:spPr>
          <a:xfrm>
            <a:off x="4645152" y="1207008"/>
            <a:ext cx="5879592" cy="3474719"/>
          </a:xfrm>
          <a:prstGeom prst="rect">
            <a:avLst/>
          </a:prstGeom>
          <a:noFill/>
        </p:spPr>
      </p:pic>
      <p:sp>
        <p:nvSpPr>
          <p:cNvPr id="15" name="Text Placeholder 5">
            <a:extLst>
              <a:ext uri="{FF2B5EF4-FFF2-40B4-BE49-F238E27FC236}">
                <a16:creationId xmlns:a16="http://schemas.microsoft.com/office/drawing/2014/main" id="{FD011A73-6826-B066-B7CF-D024DDADA2A8}"/>
              </a:ext>
            </a:extLst>
          </p:cNvPr>
          <p:cNvSpPr>
            <a:spLocks noGrp="1"/>
          </p:cNvSpPr>
          <p:nvPr>
            <p:ph type="body" sz="quarter" idx="18"/>
          </p:nvPr>
        </p:nvSpPr>
        <p:spPr>
          <a:xfrm>
            <a:off x="609600" y="6556376"/>
            <a:ext cx="10972800" cy="301625"/>
          </a:xfrm>
        </p:spPr>
        <p:txBody>
          <a:bodyPr/>
          <a:lstStyle/>
          <a:p>
            <a:endParaRPr lang="en-US" dirty="0"/>
          </a:p>
        </p:txBody>
      </p:sp>
    </p:spTree>
    <p:extLst>
      <p:ext uri="{BB962C8B-B14F-4D97-AF65-F5344CB8AC3E}">
        <p14:creationId xmlns:p14="http://schemas.microsoft.com/office/powerpoint/2010/main" val="295698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E03E-49A6-4645-AE1B-E96223DC56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5BAA8D-A5D2-5771-C719-11098A7E0852}"/>
              </a:ext>
            </a:extLst>
          </p:cNvPr>
          <p:cNvSpPr>
            <a:spLocks noGrp="1"/>
          </p:cNvSpPr>
          <p:nvPr>
            <p:ph sz="quarter" idx="12"/>
          </p:nvPr>
        </p:nvSpPr>
        <p:spPr/>
        <p:txBody>
          <a:bodyPr/>
          <a:lstStyle/>
          <a:p>
            <a:endParaRPr lang="en-US"/>
          </a:p>
        </p:txBody>
      </p:sp>
      <p:sp>
        <p:nvSpPr>
          <p:cNvPr id="4" name="Content Placeholder 3">
            <a:extLst>
              <a:ext uri="{FF2B5EF4-FFF2-40B4-BE49-F238E27FC236}">
                <a16:creationId xmlns:a16="http://schemas.microsoft.com/office/drawing/2014/main" id="{2F3A2479-5BE8-238C-77B9-729EBA3401BE}"/>
              </a:ext>
            </a:extLst>
          </p:cNvPr>
          <p:cNvSpPr>
            <a:spLocks noGrp="1"/>
          </p:cNvSpPr>
          <p:nvPr>
            <p:ph sz="quarter" idx="14"/>
          </p:nvPr>
        </p:nvSpPr>
        <p:spPr/>
        <p:txBody>
          <a:bodyPr/>
          <a:lstStyle/>
          <a:p>
            <a:endParaRPr lang="en-US"/>
          </a:p>
        </p:txBody>
      </p:sp>
      <p:sp>
        <p:nvSpPr>
          <p:cNvPr id="5" name="Content Placeholder 4">
            <a:extLst>
              <a:ext uri="{FF2B5EF4-FFF2-40B4-BE49-F238E27FC236}">
                <a16:creationId xmlns:a16="http://schemas.microsoft.com/office/drawing/2014/main" id="{375D09AA-DE24-01FC-33D9-22B03EFC2DB5}"/>
              </a:ext>
            </a:extLst>
          </p:cNvPr>
          <p:cNvSpPr>
            <a:spLocks noGrp="1"/>
          </p:cNvSpPr>
          <p:nvPr>
            <p:ph sz="quarter" idx="17"/>
          </p:nvPr>
        </p:nvSpPr>
        <p:spPr/>
        <p:txBody>
          <a:bodyPr/>
          <a:lstStyle/>
          <a:p>
            <a:endParaRPr lang="en-US"/>
          </a:p>
        </p:txBody>
      </p:sp>
      <p:sp>
        <p:nvSpPr>
          <p:cNvPr id="6" name="Text Placeholder 5">
            <a:extLst>
              <a:ext uri="{FF2B5EF4-FFF2-40B4-BE49-F238E27FC236}">
                <a16:creationId xmlns:a16="http://schemas.microsoft.com/office/drawing/2014/main" id="{858D9C19-A0FF-BE8E-DAAE-F0877C688A68}"/>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4139453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1EA835-14B4-39AD-B3CF-1B39C4ED89F5}"/>
              </a:ext>
            </a:extLst>
          </p:cNvPr>
          <p:cNvSpPr>
            <a:spLocks noGrp="1"/>
          </p:cNvSpPr>
          <p:nvPr>
            <p:ph sz="quarter" idx="12"/>
          </p:nvPr>
        </p:nvSpPr>
        <p:spPr>
          <a:xfrm>
            <a:off x="609600" y="0"/>
            <a:ext cx="10972800" cy="6858000"/>
          </a:xfrm>
        </p:spPr>
        <p:txBody>
          <a:bodyPr/>
          <a:lstStyle/>
          <a:p>
            <a:pPr marL="3175" indent="0" algn="ctr">
              <a:buNone/>
            </a:pPr>
            <a:endParaRPr lang="en-US" sz="6000" dirty="0"/>
          </a:p>
          <a:p>
            <a:pPr marL="3175" indent="0" algn="ctr">
              <a:buNone/>
            </a:pPr>
            <a:endParaRPr lang="en-US" sz="6000" dirty="0"/>
          </a:p>
          <a:p>
            <a:pPr marL="3175" indent="0" algn="ctr">
              <a:buNone/>
            </a:pPr>
            <a:endParaRPr lang="en-US" sz="6000" b="1" dirty="0"/>
          </a:p>
          <a:p>
            <a:pPr marL="3175" indent="0" algn="ctr">
              <a:buNone/>
            </a:pPr>
            <a:r>
              <a:rPr lang="en-US" sz="6000" b="1" dirty="0"/>
              <a:t>Time for Team Collaboration</a:t>
            </a:r>
          </a:p>
        </p:txBody>
      </p:sp>
      <p:sp>
        <p:nvSpPr>
          <p:cNvPr id="6" name="Text Placeholder 5">
            <a:extLst>
              <a:ext uri="{FF2B5EF4-FFF2-40B4-BE49-F238E27FC236}">
                <a16:creationId xmlns:a16="http://schemas.microsoft.com/office/drawing/2014/main" id="{DFB77B39-6D82-D9BD-EA4F-5A628230651F}"/>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155568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POWER_USER_CONTEXTUAL_SHAPES_TAG" val="POWER_USER_CONTEXTUAL_SHAPES_DIAGRAMS_CIRCULAR"/>
</p:tagLst>
</file>

<file path=ppt/tags/tag1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
</p:tagLst>
</file>

<file path=ppt/tags/tag2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
</p:tagLst>
</file>

<file path=ppt/tags/tag2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
</p:tagLst>
</file>

<file path=ppt/tags/tag2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
</p:tagLst>
</file>

<file path=ppt/tags/tag2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5"/>
</p:tagLst>
</file>

<file path=ppt/tags/tag2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6"/>
</p:tagLst>
</file>

<file path=ppt/tags/tag2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7"/>
</p:tagLst>
</file>

<file path=ppt/tags/tag2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8"/>
</p:tagLst>
</file>

<file path=ppt/tags/tag2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9"/>
</p:tagLst>
</file>

<file path=ppt/tags/tag2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0"/>
</p:tagLst>
</file>

<file path=ppt/tags/tag2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1"/>
</p:tagLst>
</file>

<file path=ppt/tags/tag3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2"/>
</p:tagLst>
</file>

<file path=ppt/tags/tag3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3"/>
</p:tagLst>
</file>

<file path=ppt/tags/tag3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4"/>
</p:tagLst>
</file>

<file path=ppt/tags/tag3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5"/>
</p:tagLst>
</file>

<file path=ppt/tags/tag3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6"/>
</p:tagLst>
</file>

<file path=ppt/tags/tag3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7"/>
</p:tagLst>
</file>

<file path=ppt/tags/tag3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8"/>
</p:tagLst>
</file>

<file path=ppt/tags/tag3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9"/>
</p:tagLst>
</file>

<file path=ppt/tags/tag3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0"/>
</p:tagLst>
</file>

<file path=ppt/tags/tag3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1"/>
</p:tagLst>
</file>

<file path=ppt/tags/tag4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2"/>
</p:tagLst>
</file>

<file path=ppt/tags/tag4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3"/>
</p:tagLst>
</file>

<file path=ppt/tags/tag4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4"/>
</p:tagLst>
</file>

<file path=ppt/tags/tag4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5"/>
</p:tagLst>
</file>

<file path=ppt/tags/tag4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6"/>
</p:tagLst>
</file>

<file path=ppt/tags/tag4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7"/>
</p:tagLst>
</file>

<file path=ppt/tags/tag4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8"/>
</p:tagLst>
</file>

<file path=ppt/tags/tag4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9"/>
</p:tagLst>
</file>

<file path=ppt/tags/tag4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0"/>
</p:tagLst>
</file>

<file path=ppt/tags/tag4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1"/>
</p:tagLst>
</file>

<file path=ppt/tags/tag5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2"/>
</p:tagLst>
</file>

<file path=ppt/tags/tag5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3"/>
</p:tagLst>
</file>

<file path=ppt/tags/tag5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4"/>
</p:tagLst>
</file>

<file path=ppt/tags/tag5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5"/>
</p:tagLst>
</file>

<file path=ppt/tags/tag5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6"/>
</p:tagLst>
</file>

<file path=ppt/tags/tag5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7"/>
</p:tagLst>
</file>

<file path=ppt/tags/tag5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8"/>
</p:tagLst>
</file>

<file path=ppt/tags/tag5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9"/>
</p:tagLst>
</file>

<file path=ppt/tags/tag5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0"/>
</p:tagLst>
</file>

<file path=ppt/tags/tag5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1"/>
</p:tagLst>
</file>

<file path=ppt/tags/tag6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2"/>
</p:tagLst>
</file>

<file path=ppt/tags/tag6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3"/>
</p:tagLst>
</file>

<file path=ppt/tags/tag6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4"/>
</p:tagLst>
</file>

<file path=ppt/tags/tag6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5"/>
</p:tagLst>
</file>

<file path=ppt/tags/tag6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6"/>
</p:tagLst>
</file>

<file path=ppt/tags/tag6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7"/>
</p:tagLst>
</file>

<file path=ppt/tags/tag6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8"/>
</p:tagLst>
</file>

<file path=ppt/tags/tag6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9"/>
</p:tagLst>
</file>

<file path=ppt/tags/tag6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50"/>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DcR_SlideID>7b83c909-6373-41f0-b66e-c7373755b39d</DcR_SlideID>
</file>

<file path=customXml/item2.xml><?xml version="1.0" encoding="utf-8"?>
<DcR_SlideID>7b83c909-6373-41f0-b66e-c7373755b39d</DcR_SlideID>
</file>

<file path=customXml/itemProps1.xml><?xml version="1.0" encoding="utf-8"?>
<ds:datastoreItem xmlns:ds="http://schemas.openxmlformats.org/officeDocument/2006/customXml" ds:itemID="{1507EC88-518A-4880-BEDB-31DC1A8C0931}">
  <ds:schemaRefs/>
</ds:datastoreItem>
</file>

<file path=customXml/itemProps2.xml><?xml version="1.0" encoding="utf-8"?>
<ds:datastoreItem xmlns:ds="http://schemas.openxmlformats.org/officeDocument/2006/customXml" ds:itemID="{80AE6076-D9A5-4940-A26E-B4F10B93C6A5}">
  <ds:schemaRefs/>
</ds:datastoreItem>
</file>

<file path=docProps/app.xml><?xml version="1.0" encoding="utf-8"?>
<Properties xmlns="http://schemas.openxmlformats.org/officeDocument/2006/extended-properties" xmlns:vt="http://schemas.openxmlformats.org/officeDocument/2006/docPropsVTypes">
  <TotalTime>367</TotalTime>
  <Words>1134</Words>
  <Application>Microsoft Office PowerPoint</Application>
  <PresentationFormat>Widescreen</PresentationFormat>
  <Paragraphs>281</Paragraphs>
  <Slides>29</Slides>
  <Notes>7</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38" baseType="lpstr">
      <vt:lpstr>Aptos</vt:lpstr>
      <vt:lpstr>Aptos Display</vt:lpstr>
      <vt:lpstr>Arial</vt:lpstr>
      <vt:lpstr>Calibri</vt:lpstr>
      <vt:lpstr>Courier New</vt:lpstr>
      <vt:lpstr>Garnett</vt:lpstr>
      <vt:lpstr>Office Theme</vt:lpstr>
      <vt:lpstr>Trinity Template 3.0</vt:lpstr>
      <vt:lpstr>think-cell Slide</vt:lpstr>
      <vt:lpstr>Platform Team Monthly Connect</vt:lpstr>
      <vt:lpstr>Agenda</vt:lpstr>
      <vt:lpstr>Platform Team and Ongoing Projects</vt:lpstr>
      <vt:lpstr>Projects : Delivered</vt:lpstr>
      <vt:lpstr>Vercel for Quick Client Demo</vt:lpstr>
      <vt:lpstr>What is Vercel?</vt:lpstr>
      <vt:lpstr>Why Consider Vercel for Demos?</vt:lpstr>
      <vt:lpstr>PowerPoint Presentation</vt:lpstr>
      <vt:lpstr>Deployment Workflow on Vercel</vt:lpstr>
      <vt:lpstr>PowerPoint Presentation</vt:lpstr>
      <vt:lpstr>PowerPoint Presentation</vt:lpstr>
      <vt:lpstr>PowerPoint Presentation</vt:lpstr>
      <vt:lpstr>GENERATIVE AI</vt:lpstr>
      <vt:lpstr>FEW TOP GENERATIVE AI TOOLS</vt:lpstr>
      <vt:lpstr>WHAT IS LLM? HOW DOES IT WORK..?</vt:lpstr>
      <vt:lpstr>PowerPoint Presentation</vt:lpstr>
      <vt:lpstr>PROMPT ENGINEERING</vt:lpstr>
      <vt:lpstr>Disadvantage &amp; Advantage</vt:lpstr>
      <vt:lpstr>PowerPoint Presentation</vt:lpstr>
      <vt:lpstr>AI In Pharmaceutical Industry Statistics In 2024</vt:lpstr>
      <vt:lpstr>PowerPoint Presentation</vt:lpstr>
      <vt:lpstr>Shift-Left Testing</vt:lpstr>
      <vt:lpstr>Traditional Testing:</vt:lpstr>
      <vt:lpstr>Shift-Left Testing:</vt:lpstr>
      <vt:lpstr>Why Shift-left testing matters in continuous testing:</vt:lpstr>
      <vt:lpstr>Common types of shift-left testing</vt:lpstr>
      <vt:lpstr>Benefits of shift-left testing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Team Connect</dc:title>
  <dc:creator>Rishubh Rastogi</dc:creator>
  <cp:lastModifiedBy>Gowtham H</cp:lastModifiedBy>
  <cp:revision>2</cp:revision>
  <dcterms:created xsi:type="dcterms:W3CDTF">2024-06-10T03:07:35Z</dcterms:created>
  <dcterms:modified xsi:type="dcterms:W3CDTF">2024-07-16T11:56:47Z</dcterms:modified>
</cp:coreProperties>
</file>