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20"/>
    <p:restoredTop sz="94694"/>
  </p:normalViewPr>
  <p:slideViewPr>
    <p:cSldViewPr snapToGrid="0">
      <p:cViewPr varScale="1">
        <p:scale>
          <a:sx n="70" d="100"/>
          <a:sy n="70" d="100"/>
        </p:scale>
        <p:origin x="3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9239F-BA01-20C1-48A0-972F69EB7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CE65F-C874-B0F5-05B1-DDA054046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F9E48-E049-8591-CE09-7E95F3CE3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389E6-07BE-068B-E56A-634EEA99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D046D-69C2-7059-AD53-36DB16C6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795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BF1C-5C47-419E-E14A-012472A0D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DA160-26AD-031D-C193-157B405B7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23178-7684-59E6-2B32-4471F212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58FC9-CB35-377B-BD21-2923093E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9BC7F-6B2C-3F48-BE6B-956C73177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11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CFEA2-6D2D-CF42-29F4-8DEEA63DF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7E1AA-E457-3A3A-E580-4BCEC20E7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3B9DA-C8CD-E971-C09B-8E106D2B2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FFB97-22AA-BEAA-BCFD-DA7EF1D8C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FBE88-EEF4-B285-BFF1-530D1EE7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916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548F-DC5D-7656-8FC2-08CE16CB7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C73F7-A16E-CAEF-ED62-20739313CA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B89285-8C9B-C0C3-6371-83C8DDE98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7C2ED-0C56-390B-5640-BF54460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06C036-BDF8-08E5-454C-1A05DE95D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95A6C-E02D-5E50-8D6C-2DD9BC52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9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09A7F-3120-EE97-3825-BA1CC990A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A6FB2-060A-F897-167E-2FBDF63F0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2AF5CB-DF66-D762-AD4A-1BED9A390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36DF2C-43B3-7841-9602-1F0796433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84039-084E-03D5-A517-EA2D53DEC7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EDFC84-43C3-6B7F-AD24-AFE3FD15D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F99376-7E4B-C826-3158-80F6DCA8B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84421-1476-AA25-8EE8-EEC76BB1F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83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C80E-9A5C-230C-8F3C-BBE14D01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388A7-405E-764B-3426-D04701332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9183D4-3988-0D58-B5FD-9C0BFBEA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D6981-3ADE-9B03-BFEF-73729CCE5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4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654E90-0CAC-EA72-BD62-95DF8CFA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F2ABD-E243-B29D-9876-278EF4C0B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39938-4850-465E-92C9-0ED170D47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348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3E5D4-7B0B-87C1-731E-68CF0CAD5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6BF9E-0CB0-6D30-7412-42AE07D9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F100D-44B1-FBA1-A57E-E55A7B6DB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9F820-BB3A-74D5-6540-B32C89950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AAE70-7206-0826-A145-F35DCCF3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1D5C7-65A1-C3CC-CBB5-DA64C2A3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217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26243-B7D1-3A5F-FE22-F921B1E2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4E5E0-61F4-7F93-1371-7B1815C961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315548-33D3-2753-2776-C65509581C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2C5A5-C49E-5A5B-719F-4A9100C9C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59A7A-8F78-D9E3-D91C-4AE5CECC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E6969-D63D-714F-2004-D119B23D0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712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33EA-EE79-29AE-9C8C-CD7064B77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987685-CB1B-946C-17DB-97A038E7AE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DD26C-6B1D-08D7-6B82-5DE27D95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E87C4-8A2A-99AB-79F3-9656A055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BDB0E-FB15-78FB-6B6B-90FB92C84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70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D562E-C037-AC80-3C34-E9487F8C8C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3501D-A06E-2810-7184-789A434C3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44872-B078-AAA2-3FCD-61388473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BB916-94F0-E6A8-0EA5-84B1E4D6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9CA13-1819-6E65-689F-6CD6073E7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01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AF44C0-2A4D-F804-01C3-FBD90CD81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B5B64-01EF-5634-1594-56569089D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F8667-E15C-35F1-CD36-5C4116076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351A79-049C-3344-9C57-C1E175F0028A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1F8DC-2EC1-F1ED-B0E6-952FA9950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11E5A-36F9-49A1-E518-8C6DA30C6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BE5B2A-EB2D-F64A-B976-9298881A82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36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8864BC-BE4E-C12B-B546-26FD3729B9B3}"/>
              </a:ext>
            </a:extLst>
          </p:cNvPr>
          <p:cNvSpPr/>
          <p:nvPr/>
        </p:nvSpPr>
        <p:spPr>
          <a:xfrm>
            <a:off x="172568" y="669963"/>
            <a:ext cx="7342328" cy="4794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FD83F-1783-9419-E187-35235392C4D7}"/>
              </a:ext>
            </a:extLst>
          </p:cNvPr>
          <p:cNvSpPr txBox="1"/>
          <p:nvPr/>
        </p:nvSpPr>
        <p:spPr>
          <a:xfrm>
            <a:off x="472966" y="198962"/>
            <a:ext cx="536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Trinity Snowflake on Azure.   -- Symphony Customers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608E9-5C03-6DBF-D3B6-C0B1295EA952}"/>
              </a:ext>
            </a:extLst>
          </p:cNvPr>
          <p:cNvSpPr/>
          <p:nvPr/>
        </p:nvSpPr>
        <p:spPr>
          <a:xfrm>
            <a:off x="704193" y="1261241"/>
            <a:ext cx="1744717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Sym</a:t>
            </a:r>
            <a:r>
              <a:rPr lang="en-US" dirty="0"/>
              <a:t> Claims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A3CD2-FA78-7CBF-01EA-38B7C19C7287}"/>
              </a:ext>
            </a:extLst>
          </p:cNvPr>
          <p:cNvSpPr/>
          <p:nvPr/>
        </p:nvSpPr>
        <p:spPr>
          <a:xfrm>
            <a:off x="704193" y="2594208"/>
            <a:ext cx="1744717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Sym</a:t>
            </a:r>
            <a:r>
              <a:rPr lang="en-US" dirty="0"/>
              <a:t> Pres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C81CB4-8FC1-65A8-4A85-65F6BCE910CE}"/>
              </a:ext>
            </a:extLst>
          </p:cNvPr>
          <p:cNvSpPr/>
          <p:nvPr/>
        </p:nvSpPr>
        <p:spPr>
          <a:xfrm>
            <a:off x="704193" y="3927175"/>
            <a:ext cx="1744717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05737-CF2D-7E50-034D-FFD3AFD9BF8D}"/>
              </a:ext>
            </a:extLst>
          </p:cNvPr>
          <p:cNvSpPr/>
          <p:nvPr/>
        </p:nvSpPr>
        <p:spPr>
          <a:xfrm>
            <a:off x="3058510" y="2594207"/>
            <a:ext cx="1744717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Common Data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227D0E-B07A-CD10-92A7-EFBC20E98591}"/>
              </a:ext>
            </a:extLst>
          </p:cNvPr>
          <p:cNvSpPr/>
          <p:nvPr/>
        </p:nvSpPr>
        <p:spPr>
          <a:xfrm>
            <a:off x="5412827" y="2594207"/>
            <a:ext cx="1744717" cy="9459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Prepared Data L1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7A927-9787-4187-E5DA-136B03D586C4}"/>
              </a:ext>
            </a:extLst>
          </p:cNvPr>
          <p:cNvSpPr/>
          <p:nvPr/>
        </p:nvSpPr>
        <p:spPr>
          <a:xfrm>
            <a:off x="7924800" y="669963"/>
            <a:ext cx="3941379" cy="759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Snowflake on AWS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9AA8D-1237-47FB-8491-BFBFC6B89A04}"/>
              </a:ext>
            </a:extLst>
          </p:cNvPr>
          <p:cNvSpPr/>
          <p:nvPr/>
        </p:nvSpPr>
        <p:spPr>
          <a:xfrm>
            <a:off x="7977352" y="1834763"/>
            <a:ext cx="3941379" cy="759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Snowflake on Azure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0237A85-B9FD-210C-0E17-E0A7D84FCDA5}"/>
              </a:ext>
            </a:extLst>
          </p:cNvPr>
          <p:cNvSpPr/>
          <p:nvPr/>
        </p:nvSpPr>
        <p:spPr>
          <a:xfrm>
            <a:off x="7924799" y="3062624"/>
            <a:ext cx="3941379" cy="759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Snowflake on AWS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4EE895-ABA6-0B75-5F0B-4F29471233AB}"/>
              </a:ext>
            </a:extLst>
          </p:cNvPr>
          <p:cNvSpPr txBox="1"/>
          <p:nvPr/>
        </p:nvSpPr>
        <p:spPr>
          <a:xfrm>
            <a:off x="7924799" y="273579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3B219F-B1A2-157B-F554-05D910F04B60}"/>
              </a:ext>
            </a:extLst>
          </p:cNvPr>
          <p:cNvSpPr txBox="1"/>
          <p:nvPr/>
        </p:nvSpPr>
        <p:spPr>
          <a:xfrm>
            <a:off x="7924799" y="1498776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500B32-FDAA-AE3B-8215-2B33C5F6753B}"/>
              </a:ext>
            </a:extLst>
          </p:cNvPr>
          <p:cNvSpPr txBox="1"/>
          <p:nvPr/>
        </p:nvSpPr>
        <p:spPr>
          <a:xfrm>
            <a:off x="7977352" y="2643749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Client3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A4DE12-1270-2593-66D1-7C138B43097F}"/>
              </a:ext>
            </a:extLst>
          </p:cNvPr>
          <p:cNvSpPr/>
          <p:nvPr/>
        </p:nvSpPr>
        <p:spPr>
          <a:xfrm>
            <a:off x="172568" y="6055663"/>
            <a:ext cx="11829651" cy="714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Trinity Tools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1FD62B-8593-87D5-6CCD-1C7F7D770C18}"/>
              </a:ext>
            </a:extLst>
          </p:cNvPr>
          <p:cNvSpPr txBox="1"/>
          <p:nvPr/>
        </p:nvSpPr>
        <p:spPr>
          <a:xfrm>
            <a:off x="9304621" y="317304"/>
            <a:ext cx="2697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Tools for L2, L3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6E16350-20A6-C884-B3FC-8B18EFE15960}"/>
              </a:ext>
            </a:extLst>
          </p:cNvPr>
          <p:cNvCxnSpPr/>
          <p:nvPr/>
        </p:nvCxnSpPr>
        <p:spPr>
          <a:xfrm flipV="1">
            <a:off x="5160579" y="5464385"/>
            <a:ext cx="0" cy="5912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2BDE3C4-DF30-76E7-4928-0094D5FA4C1F}"/>
              </a:ext>
            </a:extLst>
          </p:cNvPr>
          <p:cNvCxnSpPr>
            <a:cxnSpLocks/>
          </p:cNvCxnSpPr>
          <p:nvPr/>
        </p:nvCxnSpPr>
        <p:spPr>
          <a:xfrm flipV="1">
            <a:off x="8150772" y="3822068"/>
            <a:ext cx="0" cy="22335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E8EAEF-1812-AB2A-C4BE-F714AA0BBF8B}"/>
              </a:ext>
            </a:extLst>
          </p:cNvPr>
          <p:cNvCxnSpPr>
            <a:cxnSpLocks/>
          </p:cNvCxnSpPr>
          <p:nvPr/>
        </p:nvCxnSpPr>
        <p:spPr>
          <a:xfrm flipV="1">
            <a:off x="9217572" y="2594207"/>
            <a:ext cx="0" cy="3461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CF223A-DB7C-0FAE-EC5C-06DB2A5718B2}"/>
              </a:ext>
            </a:extLst>
          </p:cNvPr>
          <p:cNvCxnSpPr>
            <a:cxnSpLocks/>
          </p:cNvCxnSpPr>
          <p:nvPr/>
        </p:nvCxnSpPr>
        <p:spPr>
          <a:xfrm flipV="1">
            <a:off x="10399986" y="1429407"/>
            <a:ext cx="0" cy="47014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297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C25C2E-73CF-E000-0D19-879EFEAF2A10}"/>
              </a:ext>
            </a:extLst>
          </p:cNvPr>
          <p:cNvSpPr/>
          <p:nvPr/>
        </p:nvSpPr>
        <p:spPr>
          <a:xfrm>
            <a:off x="172568" y="669963"/>
            <a:ext cx="3379929" cy="4794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00CFB7-FBF7-2929-9014-3CD733B39D42}"/>
              </a:ext>
            </a:extLst>
          </p:cNvPr>
          <p:cNvSpPr txBox="1"/>
          <p:nvPr/>
        </p:nvSpPr>
        <p:spPr>
          <a:xfrm>
            <a:off x="325128" y="-9191"/>
            <a:ext cx="11104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Trinity Snowflake on Azure.   -- Non – Symphony Customers. ( Reduce file drops, and push for Snowflake Share).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75E9EA-C88C-D7A2-70F4-E30DAE2A89D4}"/>
              </a:ext>
            </a:extLst>
          </p:cNvPr>
          <p:cNvSpPr/>
          <p:nvPr/>
        </p:nvSpPr>
        <p:spPr>
          <a:xfrm>
            <a:off x="172568" y="5759669"/>
            <a:ext cx="10922806" cy="714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Trinity Tools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AEBF539-80EE-BA63-9E93-6FCB9F17663C}"/>
              </a:ext>
            </a:extLst>
          </p:cNvPr>
          <p:cNvSpPr/>
          <p:nvPr/>
        </p:nvSpPr>
        <p:spPr>
          <a:xfrm>
            <a:off x="683172" y="1187669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05E17C-9853-7CEA-9E05-5ED93AD5F69C}"/>
              </a:ext>
            </a:extLst>
          </p:cNvPr>
          <p:cNvSpPr/>
          <p:nvPr/>
        </p:nvSpPr>
        <p:spPr>
          <a:xfrm>
            <a:off x="701138" y="1978670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Claims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80F75F1-7193-3189-9FD2-C5FDFF8BE26A}"/>
              </a:ext>
            </a:extLst>
          </p:cNvPr>
          <p:cNvSpPr/>
          <p:nvPr/>
        </p:nvSpPr>
        <p:spPr>
          <a:xfrm>
            <a:off x="701138" y="2781906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01BBE9-9CE3-D9D1-15C9-72C1C3E564CC}"/>
              </a:ext>
            </a:extLst>
          </p:cNvPr>
          <p:cNvSpPr/>
          <p:nvPr/>
        </p:nvSpPr>
        <p:spPr>
          <a:xfrm>
            <a:off x="3824913" y="665413"/>
            <a:ext cx="3379929" cy="4794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008E3-180C-1BD8-1363-B3B97982A134}"/>
              </a:ext>
            </a:extLst>
          </p:cNvPr>
          <p:cNvSpPr/>
          <p:nvPr/>
        </p:nvSpPr>
        <p:spPr>
          <a:xfrm>
            <a:off x="4335517" y="1183119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D755C4-3648-294D-FA8B-93E5C0855AAE}"/>
              </a:ext>
            </a:extLst>
          </p:cNvPr>
          <p:cNvSpPr/>
          <p:nvPr/>
        </p:nvSpPr>
        <p:spPr>
          <a:xfrm>
            <a:off x="4353483" y="1974120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Claims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3DBE7B-12B4-AC38-0117-B5AF7A131103}"/>
              </a:ext>
            </a:extLst>
          </p:cNvPr>
          <p:cNvSpPr/>
          <p:nvPr/>
        </p:nvSpPr>
        <p:spPr>
          <a:xfrm>
            <a:off x="4353483" y="2777356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5A255C-CB2D-39CE-A6FD-0B41D67CE27D}"/>
              </a:ext>
            </a:extLst>
          </p:cNvPr>
          <p:cNvSpPr/>
          <p:nvPr/>
        </p:nvSpPr>
        <p:spPr>
          <a:xfrm>
            <a:off x="7715445" y="665413"/>
            <a:ext cx="3379929" cy="47944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DDB82D-CA7F-014D-E229-E17A38D043F4}"/>
              </a:ext>
            </a:extLst>
          </p:cNvPr>
          <p:cNvSpPr/>
          <p:nvPr/>
        </p:nvSpPr>
        <p:spPr>
          <a:xfrm>
            <a:off x="8226049" y="1183119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MDM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769774-F9D1-39EE-90FA-91DD64AB09B6}"/>
              </a:ext>
            </a:extLst>
          </p:cNvPr>
          <p:cNvSpPr/>
          <p:nvPr/>
        </p:nvSpPr>
        <p:spPr>
          <a:xfrm>
            <a:off x="8244015" y="1974120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Claims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3177A5-4391-1E65-D1FC-3027F849AE74}"/>
              </a:ext>
            </a:extLst>
          </p:cNvPr>
          <p:cNvSpPr/>
          <p:nvPr/>
        </p:nvSpPr>
        <p:spPr>
          <a:xfrm>
            <a:off x="8244015" y="2777356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Sales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87483E9-0134-DCF9-E3CF-A7CBDF1153EE}"/>
              </a:ext>
            </a:extLst>
          </p:cNvPr>
          <p:cNvCxnSpPr>
            <a:cxnSpLocks/>
          </p:cNvCxnSpPr>
          <p:nvPr/>
        </p:nvCxnSpPr>
        <p:spPr>
          <a:xfrm flipH="1" flipV="1">
            <a:off x="3111062" y="5459835"/>
            <a:ext cx="630621" cy="299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9543610-3529-2F7D-2F6D-AFBC3337A258}"/>
              </a:ext>
            </a:extLst>
          </p:cNvPr>
          <p:cNvCxnSpPr>
            <a:cxnSpLocks/>
          </p:cNvCxnSpPr>
          <p:nvPr/>
        </p:nvCxnSpPr>
        <p:spPr>
          <a:xfrm flipV="1">
            <a:off x="4866288" y="5407037"/>
            <a:ext cx="0" cy="3480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6E321F4-243E-493C-3F32-94BE84B049E9}"/>
              </a:ext>
            </a:extLst>
          </p:cNvPr>
          <p:cNvCxnSpPr>
            <a:cxnSpLocks/>
          </p:cNvCxnSpPr>
          <p:nvPr/>
        </p:nvCxnSpPr>
        <p:spPr>
          <a:xfrm flipV="1">
            <a:off x="7472855" y="5407037"/>
            <a:ext cx="753193" cy="4262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7528ABE9-1B52-04B9-D16B-86E8A19C69EB}"/>
              </a:ext>
            </a:extLst>
          </p:cNvPr>
          <p:cNvSpPr/>
          <p:nvPr/>
        </p:nvSpPr>
        <p:spPr>
          <a:xfrm>
            <a:off x="701138" y="3610924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15BFBA-AEA7-BFC9-A107-0F3733EF25BF}"/>
              </a:ext>
            </a:extLst>
          </p:cNvPr>
          <p:cNvSpPr/>
          <p:nvPr/>
        </p:nvSpPr>
        <p:spPr>
          <a:xfrm>
            <a:off x="714276" y="4439942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Semnatic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430A65D-CE5B-7B7C-C465-2B848F71E63D}"/>
              </a:ext>
            </a:extLst>
          </p:cNvPr>
          <p:cNvSpPr/>
          <p:nvPr/>
        </p:nvSpPr>
        <p:spPr>
          <a:xfrm>
            <a:off x="4353483" y="3704086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B4333B-A7E2-D39D-8702-18E566A98183}"/>
              </a:ext>
            </a:extLst>
          </p:cNvPr>
          <p:cNvSpPr/>
          <p:nvPr/>
        </p:nvSpPr>
        <p:spPr>
          <a:xfrm>
            <a:off x="4366621" y="4533104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Semnatic</a:t>
            </a:r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4FD0A10-6466-4613-DA50-42E64A374AE0}"/>
              </a:ext>
            </a:extLst>
          </p:cNvPr>
          <p:cNvSpPr/>
          <p:nvPr/>
        </p:nvSpPr>
        <p:spPr>
          <a:xfrm>
            <a:off x="8257827" y="3649764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CDM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C2CE5AE-C14F-8014-BB73-E9115469A462}"/>
              </a:ext>
            </a:extLst>
          </p:cNvPr>
          <p:cNvSpPr/>
          <p:nvPr/>
        </p:nvSpPr>
        <p:spPr>
          <a:xfrm>
            <a:off x="8270965" y="4478782"/>
            <a:ext cx="2322787" cy="6470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Semantic</a:t>
            </a:r>
          </a:p>
        </p:txBody>
      </p:sp>
    </p:spTree>
    <p:extLst>
      <p:ext uri="{BB962C8B-B14F-4D97-AF65-F5344CB8AC3E}">
        <p14:creationId xmlns:p14="http://schemas.microsoft.com/office/powerpoint/2010/main" val="2649547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78</Words>
  <Application>Microsoft Office PowerPoint</Application>
  <PresentationFormat>Widescreen</PresentationFormat>
  <Paragraphs>31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Rajeev Rangachari</dc:creator>
  <cp:lastModifiedBy>Jayaprakash Loganathan</cp:lastModifiedBy>
  <cp:revision>1</cp:revision>
  <dcterms:created xsi:type="dcterms:W3CDTF">2024-05-09T17:13:27Z</dcterms:created>
  <dcterms:modified xsi:type="dcterms:W3CDTF">2024-05-14T10:50:05Z</dcterms:modified>
</cp:coreProperties>
</file>